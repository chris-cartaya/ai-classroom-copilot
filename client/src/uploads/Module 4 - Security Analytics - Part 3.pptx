
<file path=[Content_Types].xml><?xml version="1.0" encoding="utf-8"?>
<Types xmlns="http://schemas.openxmlformats.org/package/2006/content-types">
  <Default Extension="docx" ContentType="application/vnd.openxmlformats-officedocument.wordprocessingml.documen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7" r:id="rId2"/>
  </p:sldMasterIdLst>
  <p:notesMasterIdLst>
    <p:notesMasterId r:id="rId24"/>
  </p:notesMasterIdLst>
  <p:handoutMasterIdLst>
    <p:handoutMasterId r:id="rId25"/>
  </p:handoutMasterIdLst>
  <p:sldIdLst>
    <p:sldId id="258" r:id="rId3"/>
    <p:sldId id="1257" r:id="rId4"/>
    <p:sldId id="1258" r:id="rId5"/>
    <p:sldId id="869" r:id="rId6"/>
    <p:sldId id="870" r:id="rId7"/>
    <p:sldId id="871" r:id="rId8"/>
    <p:sldId id="872" r:id="rId9"/>
    <p:sldId id="873" r:id="rId10"/>
    <p:sldId id="874" r:id="rId11"/>
    <p:sldId id="875" r:id="rId12"/>
    <p:sldId id="876" r:id="rId13"/>
    <p:sldId id="877" r:id="rId14"/>
    <p:sldId id="878" r:id="rId15"/>
    <p:sldId id="879" r:id="rId16"/>
    <p:sldId id="880" r:id="rId17"/>
    <p:sldId id="886" r:id="rId18"/>
    <p:sldId id="895" r:id="rId19"/>
    <p:sldId id="889" r:id="rId20"/>
    <p:sldId id="891" r:id="rId21"/>
    <p:sldId id="892" r:id="rId22"/>
    <p:sldId id="89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199"/>
    <a:srgbClr val="767171"/>
    <a:srgbClr val="0099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0DA0DD-2691-438F-AFAF-7F0F9B5FD121}" v="1" dt="2025-04-02T19:35:55.9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22"/>
    <p:restoredTop sz="91742" autoAdjust="0"/>
  </p:normalViewPr>
  <p:slideViewPr>
    <p:cSldViewPr snapToGrid="0" showGuides="1">
      <p:cViewPr varScale="1">
        <p:scale>
          <a:sx n="147" d="100"/>
          <a:sy n="147" d="100"/>
        </p:scale>
        <p:origin x="1266" y="114"/>
      </p:cViewPr>
      <p:guideLst>
        <p:guide orient="horz" pos="3528"/>
        <p:guide pos="3840"/>
      </p:guideLst>
    </p:cSldViewPr>
  </p:slideViewPr>
  <p:notesTextViewPr>
    <p:cViewPr>
      <p:scale>
        <a:sx n="1" d="1"/>
        <a:sy n="1" d="1"/>
      </p:scale>
      <p:origin x="0" y="0"/>
    </p:cViewPr>
  </p:notesTextViewPr>
  <p:notesViewPr>
    <p:cSldViewPr snapToGrid="0" showGuides="1">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 Chengyi" userId="9f02c3db-5b00-4063-9ad4-7cdd84fdd2bb" providerId="ADAL" clId="{2AD67459-F6B2-4EB7-BD08-89A77A9534CE}"/>
    <pc:docChg chg="undo custSel addSld delSld modSld">
      <pc:chgData name="Qu, Chengyi" userId="9f02c3db-5b00-4063-9ad4-7cdd84fdd2bb" providerId="ADAL" clId="{2AD67459-F6B2-4EB7-BD08-89A77A9534CE}" dt="2024-01-30T21:52:58.093" v="198" actId="20577"/>
      <pc:docMkLst>
        <pc:docMk/>
      </pc:docMkLst>
      <pc:sldChg chg="modSp mod">
        <pc:chgData name="Qu, Chengyi" userId="9f02c3db-5b00-4063-9ad4-7cdd84fdd2bb" providerId="ADAL" clId="{2AD67459-F6B2-4EB7-BD08-89A77A9534CE}" dt="2024-01-30T21:52:17.455" v="179" actId="20577"/>
        <pc:sldMkLst>
          <pc:docMk/>
          <pc:sldMk cId="0" sldId="256"/>
        </pc:sldMkLst>
      </pc:sldChg>
      <pc:sldChg chg="del">
        <pc:chgData name="Qu, Chengyi" userId="9f02c3db-5b00-4063-9ad4-7cdd84fdd2bb" providerId="ADAL" clId="{2AD67459-F6B2-4EB7-BD08-89A77A9534CE}" dt="2024-01-30T20:07:42.571" v="0" actId="47"/>
        <pc:sldMkLst>
          <pc:docMk/>
          <pc:sldMk cId="4285260508" sldId="272"/>
        </pc:sldMkLst>
      </pc:sldChg>
      <pc:sldChg chg="del">
        <pc:chgData name="Qu, Chengyi" userId="9f02c3db-5b00-4063-9ad4-7cdd84fdd2bb" providerId="ADAL" clId="{2AD67459-F6B2-4EB7-BD08-89A77A9534CE}" dt="2024-01-30T20:07:42.571" v="0" actId="47"/>
        <pc:sldMkLst>
          <pc:docMk/>
          <pc:sldMk cId="1026168530" sldId="274"/>
        </pc:sldMkLst>
      </pc:sldChg>
      <pc:sldChg chg="del">
        <pc:chgData name="Qu, Chengyi" userId="9f02c3db-5b00-4063-9ad4-7cdd84fdd2bb" providerId="ADAL" clId="{2AD67459-F6B2-4EB7-BD08-89A77A9534CE}" dt="2024-01-30T20:07:42.571" v="0" actId="47"/>
        <pc:sldMkLst>
          <pc:docMk/>
          <pc:sldMk cId="1305972062" sldId="275"/>
        </pc:sldMkLst>
      </pc:sldChg>
      <pc:sldChg chg="del">
        <pc:chgData name="Qu, Chengyi" userId="9f02c3db-5b00-4063-9ad4-7cdd84fdd2bb" providerId="ADAL" clId="{2AD67459-F6B2-4EB7-BD08-89A77A9534CE}" dt="2024-01-30T20:07:42.571" v="0" actId="47"/>
        <pc:sldMkLst>
          <pc:docMk/>
          <pc:sldMk cId="2242056526" sldId="276"/>
        </pc:sldMkLst>
      </pc:sldChg>
      <pc:sldChg chg="del">
        <pc:chgData name="Qu, Chengyi" userId="9f02c3db-5b00-4063-9ad4-7cdd84fdd2bb" providerId="ADAL" clId="{2AD67459-F6B2-4EB7-BD08-89A77A9534CE}" dt="2024-01-30T20:07:42.571" v="0" actId="47"/>
        <pc:sldMkLst>
          <pc:docMk/>
          <pc:sldMk cId="1552594960" sldId="279"/>
        </pc:sldMkLst>
      </pc:sldChg>
      <pc:sldChg chg="del">
        <pc:chgData name="Qu, Chengyi" userId="9f02c3db-5b00-4063-9ad4-7cdd84fdd2bb" providerId="ADAL" clId="{2AD67459-F6B2-4EB7-BD08-89A77A9534CE}" dt="2024-01-30T20:07:42.571" v="0" actId="47"/>
        <pc:sldMkLst>
          <pc:docMk/>
          <pc:sldMk cId="1989998856" sldId="280"/>
        </pc:sldMkLst>
      </pc:sldChg>
      <pc:sldChg chg="del">
        <pc:chgData name="Qu, Chengyi" userId="9f02c3db-5b00-4063-9ad4-7cdd84fdd2bb" providerId="ADAL" clId="{2AD67459-F6B2-4EB7-BD08-89A77A9534CE}" dt="2024-01-30T20:07:42.571" v="0" actId="47"/>
        <pc:sldMkLst>
          <pc:docMk/>
          <pc:sldMk cId="2246992091" sldId="281"/>
        </pc:sldMkLst>
      </pc:sldChg>
      <pc:sldChg chg="del">
        <pc:chgData name="Qu, Chengyi" userId="9f02c3db-5b00-4063-9ad4-7cdd84fdd2bb" providerId="ADAL" clId="{2AD67459-F6B2-4EB7-BD08-89A77A9534CE}" dt="2024-01-30T20:07:42.571" v="0" actId="47"/>
        <pc:sldMkLst>
          <pc:docMk/>
          <pc:sldMk cId="2387288212" sldId="305"/>
        </pc:sldMkLst>
      </pc:sldChg>
      <pc:sldChg chg="del">
        <pc:chgData name="Qu, Chengyi" userId="9f02c3db-5b00-4063-9ad4-7cdd84fdd2bb" providerId="ADAL" clId="{2AD67459-F6B2-4EB7-BD08-89A77A9534CE}" dt="2024-01-30T20:07:42.571" v="0" actId="47"/>
        <pc:sldMkLst>
          <pc:docMk/>
          <pc:sldMk cId="3887296429" sldId="306"/>
        </pc:sldMkLst>
      </pc:sldChg>
      <pc:sldChg chg="add">
        <pc:chgData name="Qu, Chengyi" userId="9f02c3db-5b00-4063-9ad4-7cdd84fdd2bb" providerId="ADAL" clId="{2AD67459-F6B2-4EB7-BD08-89A77A9534CE}" dt="2024-01-30T20:10:32.734" v="1"/>
        <pc:sldMkLst>
          <pc:docMk/>
          <pc:sldMk cId="4266121674" sldId="310"/>
        </pc:sldMkLst>
      </pc:sldChg>
      <pc:sldChg chg="modSp add mod">
        <pc:chgData name="Qu, Chengyi" userId="9f02c3db-5b00-4063-9ad4-7cdd84fdd2bb" providerId="ADAL" clId="{2AD67459-F6B2-4EB7-BD08-89A77A9534CE}" dt="2024-01-30T20:10:32.921" v="3" actId="27636"/>
        <pc:sldMkLst>
          <pc:docMk/>
          <pc:sldMk cId="397340874" sldId="311"/>
        </pc:sldMkLst>
      </pc:sldChg>
      <pc:sldChg chg="modSp add mod">
        <pc:chgData name="Qu, Chengyi" userId="9f02c3db-5b00-4063-9ad4-7cdd84fdd2bb" providerId="ADAL" clId="{2AD67459-F6B2-4EB7-BD08-89A77A9534CE}" dt="2024-01-30T20:10:32.896" v="2" actId="27636"/>
        <pc:sldMkLst>
          <pc:docMk/>
          <pc:sldMk cId="1891869304" sldId="312"/>
        </pc:sldMkLst>
      </pc:sldChg>
      <pc:sldChg chg="modSp add mod">
        <pc:chgData name="Qu, Chengyi" userId="9f02c3db-5b00-4063-9ad4-7cdd84fdd2bb" providerId="ADAL" clId="{2AD67459-F6B2-4EB7-BD08-89A77A9534CE}" dt="2024-01-30T20:17:11.845" v="12" actId="1076"/>
        <pc:sldMkLst>
          <pc:docMk/>
          <pc:sldMk cId="2140572250" sldId="313"/>
        </pc:sldMkLst>
      </pc:sldChg>
      <pc:sldChg chg="modSp add del mod">
        <pc:chgData name="Qu, Chengyi" userId="9f02c3db-5b00-4063-9ad4-7cdd84fdd2bb" providerId="ADAL" clId="{2AD67459-F6B2-4EB7-BD08-89A77A9534CE}" dt="2024-01-30T20:17:18.068" v="13" actId="47"/>
        <pc:sldMkLst>
          <pc:docMk/>
          <pc:sldMk cId="4049178258" sldId="314"/>
        </pc:sldMkLst>
      </pc:sldChg>
      <pc:sldChg chg="modSp add mod">
        <pc:chgData name="Qu, Chengyi" userId="9f02c3db-5b00-4063-9ad4-7cdd84fdd2bb" providerId="ADAL" clId="{2AD67459-F6B2-4EB7-BD08-89A77A9534CE}" dt="2024-01-30T20:12:43.317" v="8" actId="27636"/>
        <pc:sldMkLst>
          <pc:docMk/>
          <pc:sldMk cId="2771919027" sldId="315"/>
        </pc:sldMkLst>
      </pc:sldChg>
      <pc:sldChg chg="add del">
        <pc:chgData name="Qu, Chengyi" userId="9f02c3db-5b00-4063-9ad4-7cdd84fdd2bb" providerId="ADAL" clId="{2AD67459-F6B2-4EB7-BD08-89A77A9534CE}" dt="2024-01-30T20:17:20.382" v="14" actId="47"/>
        <pc:sldMkLst>
          <pc:docMk/>
          <pc:sldMk cId="4017082117" sldId="316"/>
        </pc:sldMkLst>
      </pc:sldChg>
      <pc:sldChg chg="modSp add mod modClrScheme chgLayout">
        <pc:chgData name="Qu, Chengyi" userId="9f02c3db-5b00-4063-9ad4-7cdd84fdd2bb" providerId="ADAL" clId="{2AD67459-F6B2-4EB7-BD08-89A77A9534CE}" dt="2024-01-30T20:17:54.972" v="22" actId="1076"/>
        <pc:sldMkLst>
          <pc:docMk/>
          <pc:sldMk cId="2610447627" sldId="317"/>
        </pc:sldMkLst>
      </pc:sldChg>
      <pc:sldChg chg="modSp add mod">
        <pc:chgData name="Qu, Chengyi" userId="9f02c3db-5b00-4063-9ad4-7cdd84fdd2bb" providerId="ADAL" clId="{2AD67459-F6B2-4EB7-BD08-89A77A9534CE}" dt="2024-01-30T20:24:01.196" v="24" actId="403"/>
        <pc:sldMkLst>
          <pc:docMk/>
          <pc:sldMk cId="1554699303" sldId="318"/>
        </pc:sldMkLst>
      </pc:sldChg>
      <pc:sldChg chg="modSp add mod">
        <pc:chgData name="Qu, Chengyi" userId="9f02c3db-5b00-4063-9ad4-7cdd84fdd2bb" providerId="ADAL" clId="{2AD67459-F6B2-4EB7-BD08-89A77A9534CE}" dt="2024-01-30T20:12:43.356" v="11" actId="27636"/>
        <pc:sldMkLst>
          <pc:docMk/>
          <pc:sldMk cId="4261292706" sldId="319"/>
        </pc:sldMkLst>
      </pc:sldChg>
      <pc:sldChg chg="modSp add mod">
        <pc:chgData name="Qu, Chengyi" userId="9f02c3db-5b00-4063-9ad4-7cdd84fdd2bb" providerId="ADAL" clId="{2AD67459-F6B2-4EB7-BD08-89A77A9534CE}" dt="2024-01-30T21:07:46.277" v="121" actId="113"/>
        <pc:sldMkLst>
          <pc:docMk/>
          <pc:sldMk cId="4160575002" sldId="321"/>
        </pc:sldMkLst>
      </pc:sldChg>
      <pc:sldChg chg="modSp add mod">
        <pc:chgData name="Qu, Chengyi" userId="9f02c3db-5b00-4063-9ad4-7cdd84fdd2bb" providerId="ADAL" clId="{2AD67459-F6B2-4EB7-BD08-89A77A9534CE}" dt="2024-01-30T21:47:14.427" v="126" actId="113"/>
        <pc:sldMkLst>
          <pc:docMk/>
          <pc:sldMk cId="2042401734" sldId="322"/>
        </pc:sldMkLst>
      </pc:sldChg>
      <pc:sldChg chg="modSp add mod">
        <pc:chgData name="Qu, Chengyi" userId="9f02c3db-5b00-4063-9ad4-7cdd84fdd2bb" providerId="ADAL" clId="{2AD67459-F6B2-4EB7-BD08-89A77A9534CE}" dt="2024-01-30T21:47:22.124" v="132" actId="113"/>
        <pc:sldMkLst>
          <pc:docMk/>
          <pc:sldMk cId="29790647" sldId="323"/>
        </pc:sldMkLst>
      </pc:sldChg>
      <pc:sldChg chg="modSp add mod">
        <pc:chgData name="Qu, Chengyi" userId="9f02c3db-5b00-4063-9ad4-7cdd84fdd2bb" providerId="ADAL" clId="{2AD67459-F6B2-4EB7-BD08-89A77A9534CE}" dt="2024-01-30T21:47:18.372" v="129" actId="113"/>
        <pc:sldMkLst>
          <pc:docMk/>
          <pc:sldMk cId="3123380444" sldId="324"/>
        </pc:sldMkLst>
      </pc:sldChg>
      <pc:sldChg chg="modSp add mod">
        <pc:chgData name="Qu, Chengyi" userId="9f02c3db-5b00-4063-9ad4-7cdd84fdd2bb" providerId="ADAL" clId="{2AD67459-F6B2-4EB7-BD08-89A77A9534CE}" dt="2024-01-30T21:47:27.153" v="135" actId="113"/>
        <pc:sldMkLst>
          <pc:docMk/>
          <pc:sldMk cId="1014335648" sldId="325"/>
        </pc:sldMkLst>
      </pc:sldChg>
      <pc:sldChg chg="add del">
        <pc:chgData name="Qu, Chengyi" userId="9f02c3db-5b00-4063-9ad4-7cdd84fdd2bb" providerId="ADAL" clId="{2AD67459-F6B2-4EB7-BD08-89A77A9534CE}" dt="2024-01-30T20:46:03.667" v="26"/>
        <pc:sldMkLst>
          <pc:docMk/>
          <pc:sldMk cId="0" sldId="329"/>
        </pc:sldMkLst>
      </pc:sldChg>
      <pc:sldChg chg="del">
        <pc:chgData name="Qu, Chengyi" userId="9f02c3db-5b00-4063-9ad4-7cdd84fdd2bb" providerId="ADAL" clId="{2AD67459-F6B2-4EB7-BD08-89A77A9534CE}" dt="2024-01-30T20:49:47.305" v="48"/>
        <pc:sldMkLst>
          <pc:docMk/>
          <pc:sldMk cId="0" sldId="337"/>
        </pc:sldMkLst>
      </pc:sldChg>
      <pc:sldChg chg="del">
        <pc:chgData name="Qu, Chengyi" userId="9f02c3db-5b00-4063-9ad4-7cdd84fdd2bb" providerId="ADAL" clId="{2AD67459-F6B2-4EB7-BD08-89A77A9534CE}" dt="2024-01-30T20:07:42.571" v="0" actId="47"/>
        <pc:sldMkLst>
          <pc:docMk/>
          <pc:sldMk cId="1987998376" sldId="964"/>
        </pc:sldMkLst>
      </pc:sldChg>
      <pc:sldChg chg="del">
        <pc:chgData name="Qu, Chengyi" userId="9f02c3db-5b00-4063-9ad4-7cdd84fdd2bb" providerId="ADAL" clId="{2AD67459-F6B2-4EB7-BD08-89A77A9534CE}" dt="2024-01-30T20:07:42.571" v="0" actId="47"/>
        <pc:sldMkLst>
          <pc:docMk/>
          <pc:sldMk cId="81497876" sldId="965"/>
        </pc:sldMkLst>
      </pc:sldChg>
      <pc:sldChg chg="del">
        <pc:chgData name="Qu, Chengyi" userId="9f02c3db-5b00-4063-9ad4-7cdd84fdd2bb" providerId="ADAL" clId="{2AD67459-F6B2-4EB7-BD08-89A77A9534CE}" dt="2024-01-30T20:07:42.571" v="0" actId="47"/>
        <pc:sldMkLst>
          <pc:docMk/>
          <pc:sldMk cId="1391119021" sldId="966"/>
        </pc:sldMkLst>
      </pc:sldChg>
      <pc:sldChg chg="del">
        <pc:chgData name="Qu, Chengyi" userId="9f02c3db-5b00-4063-9ad4-7cdd84fdd2bb" providerId="ADAL" clId="{2AD67459-F6B2-4EB7-BD08-89A77A9534CE}" dt="2024-01-30T20:07:42.571" v="0" actId="47"/>
        <pc:sldMkLst>
          <pc:docMk/>
          <pc:sldMk cId="438849163" sldId="967"/>
        </pc:sldMkLst>
      </pc:sldChg>
      <pc:sldChg chg="del">
        <pc:chgData name="Qu, Chengyi" userId="9f02c3db-5b00-4063-9ad4-7cdd84fdd2bb" providerId="ADAL" clId="{2AD67459-F6B2-4EB7-BD08-89A77A9534CE}" dt="2024-01-30T20:07:42.571" v="0" actId="47"/>
        <pc:sldMkLst>
          <pc:docMk/>
          <pc:sldMk cId="3951012725" sldId="968"/>
        </pc:sldMkLst>
      </pc:sldChg>
      <pc:sldChg chg="del">
        <pc:chgData name="Qu, Chengyi" userId="9f02c3db-5b00-4063-9ad4-7cdd84fdd2bb" providerId="ADAL" clId="{2AD67459-F6B2-4EB7-BD08-89A77A9534CE}" dt="2024-01-30T20:07:42.571" v="0" actId="47"/>
        <pc:sldMkLst>
          <pc:docMk/>
          <pc:sldMk cId="233124414" sldId="1007"/>
        </pc:sldMkLst>
      </pc:sldChg>
      <pc:sldChg chg="del">
        <pc:chgData name="Qu, Chengyi" userId="9f02c3db-5b00-4063-9ad4-7cdd84fdd2bb" providerId="ADAL" clId="{2AD67459-F6B2-4EB7-BD08-89A77A9534CE}" dt="2024-01-30T20:07:42.571" v="0" actId="47"/>
        <pc:sldMkLst>
          <pc:docMk/>
          <pc:sldMk cId="2645911935" sldId="1083"/>
        </pc:sldMkLst>
      </pc:sldChg>
      <pc:sldChg chg="del">
        <pc:chgData name="Qu, Chengyi" userId="9f02c3db-5b00-4063-9ad4-7cdd84fdd2bb" providerId="ADAL" clId="{2AD67459-F6B2-4EB7-BD08-89A77A9534CE}" dt="2024-01-30T20:07:42.571" v="0" actId="47"/>
        <pc:sldMkLst>
          <pc:docMk/>
          <pc:sldMk cId="147584997" sldId="1084"/>
        </pc:sldMkLst>
      </pc:sldChg>
      <pc:sldChg chg="del">
        <pc:chgData name="Qu, Chengyi" userId="9f02c3db-5b00-4063-9ad4-7cdd84fdd2bb" providerId="ADAL" clId="{2AD67459-F6B2-4EB7-BD08-89A77A9534CE}" dt="2024-01-30T20:07:42.571" v="0" actId="47"/>
        <pc:sldMkLst>
          <pc:docMk/>
          <pc:sldMk cId="2680331947" sldId="1085"/>
        </pc:sldMkLst>
      </pc:sldChg>
      <pc:sldChg chg="del">
        <pc:chgData name="Qu, Chengyi" userId="9f02c3db-5b00-4063-9ad4-7cdd84fdd2bb" providerId="ADAL" clId="{2AD67459-F6B2-4EB7-BD08-89A77A9534CE}" dt="2024-01-30T20:07:42.571" v="0" actId="47"/>
        <pc:sldMkLst>
          <pc:docMk/>
          <pc:sldMk cId="2696498074" sldId="1086"/>
        </pc:sldMkLst>
      </pc:sldChg>
      <pc:sldChg chg="del">
        <pc:chgData name="Qu, Chengyi" userId="9f02c3db-5b00-4063-9ad4-7cdd84fdd2bb" providerId="ADAL" clId="{2AD67459-F6B2-4EB7-BD08-89A77A9534CE}" dt="2024-01-30T20:07:42.571" v="0" actId="47"/>
        <pc:sldMkLst>
          <pc:docMk/>
          <pc:sldMk cId="94232623" sldId="1257"/>
        </pc:sldMkLst>
      </pc:sldChg>
      <pc:sldChg chg="del">
        <pc:chgData name="Qu, Chengyi" userId="9f02c3db-5b00-4063-9ad4-7cdd84fdd2bb" providerId="ADAL" clId="{2AD67459-F6B2-4EB7-BD08-89A77A9534CE}" dt="2024-01-30T20:07:42.571" v="0" actId="47"/>
        <pc:sldMkLst>
          <pc:docMk/>
          <pc:sldMk cId="2434809446" sldId="1258"/>
        </pc:sldMkLst>
      </pc:sldChg>
      <pc:sldChg chg="del">
        <pc:chgData name="Qu, Chengyi" userId="9f02c3db-5b00-4063-9ad4-7cdd84fdd2bb" providerId="ADAL" clId="{2AD67459-F6B2-4EB7-BD08-89A77A9534CE}" dt="2024-01-30T20:07:42.571" v="0" actId="47"/>
        <pc:sldMkLst>
          <pc:docMk/>
          <pc:sldMk cId="2914323500" sldId="1259"/>
        </pc:sldMkLst>
      </pc:sldChg>
      <pc:sldChg chg="del">
        <pc:chgData name="Qu, Chengyi" userId="9f02c3db-5b00-4063-9ad4-7cdd84fdd2bb" providerId="ADAL" clId="{2AD67459-F6B2-4EB7-BD08-89A77A9534CE}" dt="2024-01-30T20:07:42.571" v="0" actId="47"/>
        <pc:sldMkLst>
          <pc:docMk/>
          <pc:sldMk cId="1876543634" sldId="1260"/>
        </pc:sldMkLst>
      </pc:sldChg>
      <pc:sldChg chg="del">
        <pc:chgData name="Qu, Chengyi" userId="9f02c3db-5b00-4063-9ad4-7cdd84fdd2bb" providerId="ADAL" clId="{2AD67459-F6B2-4EB7-BD08-89A77A9534CE}" dt="2024-01-30T20:07:42.571" v="0" actId="47"/>
        <pc:sldMkLst>
          <pc:docMk/>
          <pc:sldMk cId="2325914770" sldId="1261"/>
        </pc:sldMkLst>
      </pc:sldChg>
      <pc:sldChg chg="addSp delSp modSp add mod">
        <pc:chgData name="Qu, Chengyi" userId="9f02c3db-5b00-4063-9ad4-7cdd84fdd2bb" providerId="ADAL" clId="{2AD67459-F6B2-4EB7-BD08-89A77A9534CE}" dt="2024-01-30T20:47:30.088" v="47" actId="207"/>
        <pc:sldMkLst>
          <pc:docMk/>
          <pc:sldMk cId="2288592048" sldId="1269"/>
        </pc:sldMkLst>
      </pc:sldChg>
      <pc:sldChg chg="modSp new mod">
        <pc:chgData name="Qu, Chengyi" userId="9f02c3db-5b00-4063-9ad4-7cdd84fdd2bb" providerId="ADAL" clId="{2AD67459-F6B2-4EB7-BD08-89A77A9534CE}" dt="2024-01-30T21:04:21.904" v="117" actId="20577"/>
        <pc:sldMkLst>
          <pc:docMk/>
          <pc:sldMk cId="2843450976" sldId="1270"/>
        </pc:sldMkLst>
      </pc:sldChg>
      <pc:sldChg chg="modSp new mod">
        <pc:chgData name="Qu, Chengyi" userId="9f02c3db-5b00-4063-9ad4-7cdd84fdd2bb" providerId="ADAL" clId="{2AD67459-F6B2-4EB7-BD08-89A77A9534CE}" dt="2024-01-30T20:59:39.501" v="116" actId="113"/>
        <pc:sldMkLst>
          <pc:docMk/>
          <pc:sldMk cId="566162244" sldId="1271"/>
        </pc:sldMkLst>
      </pc:sldChg>
      <pc:sldChg chg="modSp new mod">
        <pc:chgData name="Qu, Chengyi" userId="9f02c3db-5b00-4063-9ad4-7cdd84fdd2bb" providerId="ADAL" clId="{2AD67459-F6B2-4EB7-BD08-89A77A9534CE}" dt="2024-01-30T21:50:27.716" v="156" actId="20577"/>
        <pc:sldMkLst>
          <pc:docMk/>
          <pc:sldMk cId="605728639" sldId="1272"/>
        </pc:sldMkLst>
      </pc:sldChg>
      <pc:sldChg chg="modSp new mod">
        <pc:chgData name="Qu, Chengyi" userId="9f02c3db-5b00-4063-9ad4-7cdd84fdd2bb" providerId="ADAL" clId="{2AD67459-F6B2-4EB7-BD08-89A77A9534CE}" dt="2024-01-30T21:52:58.093" v="198" actId="20577"/>
        <pc:sldMkLst>
          <pc:docMk/>
          <pc:sldMk cId="2574300258" sldId="1273"/>
        </pc:sldMkLst>
      </pc:sldChg>
      <pc:sldMasterChg chg="delSldLayout">
        <pc:chgData name="Qu, Chengyi" userId="9f02c3db-5b00-4063-9ad4-7cdd84fdd2bb" providerId="ADAL" clId="{2AD67459-F6B2-4EB7-BD08-89A77A9534CE}" dt="2024-01-30T20:07:42.571" v="0" actId="47"/>
        <pc:sldMasterMkLst>
          <pc:docMk/>
          <pc:sldMasterMk cId="2807116942" sldId="2147483648"/>
        </pc:sldMasterMkLst>
        <pc:sldLayoutChg chg="del">
          <pc:chgData name="Qu, Chengyi" userId="9f02c3db-5b00-4063-9ad4-7cdd84fdd2bb" providerId="ADAL" clId="{2AD67459-F6B2-4EB7-BD08-89A77A9534CE}" dt="2024-01-30T20:07:42.571" v="0" actId="47"/>
          <pc:sldLayoutMkLst>
            <pc:docMk/>
            <pc:sldMasterMk cId="2807116942" sldId="2147483648"/>
            <pc:sldLayoutMk cId="2582956718" sldId="2147483662"/>
          </pc:sldLayoutMkLst>
        </pc:sldLayoutChg>
        <pc:sldLayoutChg chg="del">
          <pc:chgData name="Qu, Chengyi" userId="9f02c3db-5b00-4063-9ad4-7cdd84fdd2bb" providerId="ADAL" clId="{2AD67459-F6B2-4EB7-BD08-89A77A9534CE}" dt="2024-01-30T20:07:42.571" v="0" actId="47"/>
          <pc:sldLayoutMkLst>
            <pc:docMk/>
            <pc:sldMasterMk cId="2807116942" sldId="2147483648"/>
            <pc:sldLayoutMk cId="2960784913" sldId="2147483680"/>
          </pc:sldLayoutMkLst>
        </pc:sldLayoutChg>
      </pc:sldMasterChg>
    </pc:docChg>
  </pc:docChgLst>
  <pc:docChgLst>
    <pc:chgData name="Qu, Chengyi" userId="9f02c3db-5b00-4063-9ad4-7cdd84fdd2bb" providerId="ADAL" clId="{6F1D1FE0-D476-4CC6-873D-C56ADE79F0A6}"/>
    <pc:docChg chg="undo custSel addSld delSld modSld delMainMaster">
      <pc:chgData name="Qu, Chengyi" userId="9f02c3db-5b00-4063-9ad4-7cdd84fdd2bb" providerId="ADAL" clId="{6F1D1FE0-D476-4CC6-873D-C56ADE79F0A6}" dt="2024-03-07T00:56:48.409" v="18"/>
      <pc:docMkLst>
        <pc:docMk/>
      </pc:docMkLst>
      <pc:sldChg chg="del">
        <pc:chgData name="Qu, Chengyi" userId="9f02c3db-5b00-4063-9ad4-7cdd84fdd2bb" providerId="ADAL" clId="{6F1D1FE0-D476-4CC6-873D-C56ADE79F0A6}" dt="2024-03-06T21:26:06.086" v="0" actId="47"/>
        <pc:sldMkLst>
          <pc:docMk/>
          <pc:sldMk cId="0" sldId="256"/>
        </pc:sldMkLst>
      </pc:sldChg>
      <pc:sldChg chg="del">
        <pc:chgData name="Qu, Chengyi" userId="9f02c3db-5b00-4063-9ad4-7cdd84fdd2bb" providerId="ADAL" clId="{6F1D1FE0-D476-4CC6-873D-C56ADE79F0A6}" dt="2024-03-06T21:26:06.086" v="0" actId="47"/>
        <pc:sldMkLst>
          <pc:docMk/>
          <pc:sldMk cId="0" sldId="260"/>
        </pc:sldMkLst>
      </pc:sldChg>
      <pc:sldChg chg="del">
        <pc:chgData name="Qu, Chengyi" userId="9f02c3db-5b00-4063-9ad4-7cdd84fdd2bb" providerId="ADAL" clId="{6F1D1FE0-D476-4CC6-873D-C56ADE79F0A6}" dt="2024-03-06T21:26:06.086" v="0" actId="47"/>
        <pc:sldMkLst>
          <pc:docMk/>
          <pc:sldMk cId="0" sldId="262"/>
        </pc:sldMkLst>
      </pc:sldChg>
      <pc:sldChg chg="del">
        <pc:chgData name="Qu, Chengyi" userId="9f02c3db-5b00-4063-9ad4-7cdd84fdd2bb" providerId="ADAL" clId="{6F1D1FE0-D476-4CC6-873D-C56ADE79F0A6}" dt="2024-03-06T21:26:06.086" v="0" actId="47"/>
        <pc:sldMkLst>
          <pc:docMk/>
          <pc:sldMk cId="0" sldId="263"/>
        </pc:sldMkLst>
      </pc:sldChg>
      <pc:sldChg chg="del">
        <pc:chgData name="Qu, Chengyi" userId="9f02c3db-5b00-4063-9ad4-7cdd84fdd2bb" providerId="ADAL" clId="{6F1D1FE0-D476-4CC6-873D-C56ADE79F0A6}" dt="2024-03-06T21:26:06.086" v="0" actId="47"/>
        <pc:sldMkLst>
          <pc:docMk/>
          <pc:sldMk cId="0" sldId="271"/>
        </pc:sldMkLst>
      </pc:sldChg>
      <pc:sldChg chg="del">
        <pc:chgData name="Qu, Chengyi" userId="9f02c3db-5b00-4063-9ad4-7cdd84fdd2bb" providerId="ADAL" clId="{6F1D1FE0-D476-4CC6-873D-C56ADE79F0A6}" dt="2024-03-06T21:26:06.086" v="0" actId="47"/>
        <pc:sldMkLst>
          <pc:docMk/>
          <pc:sldMk cId="0" sldId="272"/>
        </pc:sldMkLst>
      </pc:sldChg>
      <pc:sldChg chg="del">
        <pc:chgData name="Qu, Chengyi" userId="9f02c3db-5b00-4063-9ad4-7cdd84fdd2bb" providerId="ADAL" clId="{6F1D1FE0-D476-4CC6-873D-C56ADE79F0A6}" dt="2024-03-06T21:26:06.086" v="0" actId="47"/>
        <pc:sldMkLst>
          <pc:docMk/>
          <pc:sldMk cId="1765183426" sldId="375"/>
        </pc:sldMkLst>
      </pc:sldChg>
      <pc:sldChg chg="del">
        <pc:chgData name="Qu, Chengyi" userId="9f02c3db-5b00-4063-9ad4-7cdd84fdd2bb" providerId="ADAL" clId="{6F1D1FE0-D476-4CC6-873D-C56ADE79F0A6}" dt="2024-03-06T21:26:06.086" v="0" actId="47"/>
        <pc:sldMkLst>
          <pc:docMk/>
          <pc:sldMk cId="874442202" sldId="378"/>
        </pc:sldMkLst>
      </pc:sldChg>
      <pc:sldChg chg="del">
        <pc:chgData name="Qu, Chengyi" userId="9f02c3db-5b00-4063-9ad4-7cdd84fdd2bb" providerId="ADAL" clId="{6F1D1FE0-D476-4CC6-873D-C56ADE79F0A6}" dt="2024-03-06T21:26:06.086" v="0" actId="47"/>
        <pc:sldMkLst>
          <pc:docMk/>
          <pc:sldMk cId="401799665" sldId="385"/>
        </pc:sldMkLst>
      </pc:sldChg>
      <pc:sldChg chg="del">
        <pc:chgData name="Qu, Chengyi" userId="9f02c3db-5b00-4063-9ad4-7cdd84fdd2bb" providerId="ADAL" clId="{6F1D1FE0-D476-4CC6-873D-C56ADE79F0A6}" dt="2024-03-06T21:26:06.086" v="0" actId="47"/>
        <pc:sldMkLst>
          <pc:docMk/>
          <pc:sldMk cId="259734074" sldId="409"/>
        </pc:sldMkLst>
      </pc:sldChg>
      <pc:sldChg chg="del">
        <pc:chgData name="Qu, Chengyi" userId="9f02c3db-5b00-4063-9ad4-7cdd84fdd2bb" providerId="ADAL" clId="{6F1D1FE0-D476-4CC6-873D-C56ADE79F0A6}" dt="2024-03-06T21:26:06.086" v="0" actId="47"/>
        <pc:sldMkLst>
          <pc:docMk/>
          <pc:sldMk cId="3096335365" sldId="411"/>
        </pc:sldMkLst>
      </pc:sldChg>
      <pc:sldChg chg="del">
        <pc:chgData name="Qu, Chengyi" userId="9f02c3db-5b00-4063-9ad4-7cdd84fdd2bb" providerId="ADAL" clId="{6F1D1FE0-D476-4CC6-873D-C56ADE79F0A6}" dt="2024-03-06T21:26:06.086" v="0" actId="47"/>
        <pc:sldMkLst>
          <pc:docMk/>
          <pc:sldMk cId="874146617" sldId="413"/>
        </pc:sldMkLst>
      </pc:sldChg>
      <pc:sldChg chg="del">
        <pc:chgData name="Qu, Chengyi" userId="9f02c3db-5b00-4063-9ad4-7cdd84fdd2bb" providerId="ADAL" clId="{6F1D1FE0-D476-4CC6-873D-C56ADE79F0A6}" dt="2024-03-06T21:26:06.086" v="0" actId="47"/>
        <pc:sldMkLst>
          <pc:docMk/>
          <pc:sldMk cId="680690281" sldId="420"/>
        </pc:sldMkLst>
      </pc:sldChg>
      <pc:sldChg chg="del">
        <pc:chgData name="Qu, Chengyi" userId="9f02c3db-5b00-4063-9ad4-7cdd84fdd2bb" providerId="ADAL" clId="{6F1D1FE0-D476-4CC6-873D-C56ADE79F0A6}" dt="2024-03-06T21:26:06.086" v="0" actId="47"/>
        <pc:sldMkLst>
          <pc:docMk/>
          <pc:sldMk cId="2559417828" sldId="421"/>
        </pc:sldMkLst>
      </pc:sldChg>
      <pc:sldChg chg="del">
        <pc:chgData name="Qu, Chengyi" userId="9f02c3db-5b00-4063-9ad4-7cdd84fdd2bb" providerId="ADAL" clId="{6F1D1FE0-D476-4CC6-873D-C56ADE79F0A6}" dt="2024-03-06T21:26:06.086" v="0" actId="47"/>
        <pc:sldMkLst>
          <pc:docMk/>
          <pc:sldMk cId="3816176851" sldId="433"/>
        </pc:sldMkLst>
      </pc:sldChg>
      <pc:sldChg chg="del">
        <pc:chgData name="Qu, Chengyi" userId="9f02c3db-5b00-4063-9ad4-7cdd84fdd2bb" providerId="ADAL" clId="{6F1D1FE0-D476-4CC6-873D-C56ADE79F0A6}" dt="2024-03-06T21:26:06.086" v="0" actId="47"/>
        <pc:sldMkLst>
          <pc:docMk/>
          <pc:sldMk cId="1364292571" sldId="434"/>
        </pc:sldMkLst>
      </pc:sldChg>
      <pc:sldChg chg="del">
        <pc:chgData name="Qu, Chengyi" userId="9f02c3db-5b00-4063-9ad4-7cdd84fdd2bb" providerId="ADAL" clId="{6F1D1FE0-D476-4CC6-873D-C56ADE79F0A6}" dt="2024-03-06T21:26:06.086" v="0" actId="47"/>
        <pc:sldMkLst>
          <pc:docMk/>
          <pc:sldMk cId="2735504479" sldId="435"/>
        </pc:sldMkLst>
      </pc:sldChg>
      <pc:sldChg chg="del">
        <pc:chgData name="Qu, Chengyi" userId="9f02c3db-5b00-4063-9ad4-7cdd84fdd2bb" providerId="ADAL" clId="{6F1D1FE0-D476-4CC6-873D-C56ADE79F0A6}" dt="2024-03-06T21:26:06.086" v="0" actId="47"/>
        <pc:sldMkLst>
          <pc:docMk/>
          <pc:sldMk cId="1250773627" sldId="436"/>
        </pc:sldMkLst>
      </pc:sldChg>
      <pc:sldChg chg="del">
        <pc:chgData name="Qu, Chengyi" userId="9f02c3db-5b00-4063-9ad4-7cdd84fdd2bb" providerId="ADAL" clId="{6F1D1FE0-D476-4CC6-873D-C56ADE79F0A6}" dt="2024-03-06T21:26:06.086" v="0" actId="47"/>
        <pc:sldMkLst>
          <pc:docMk/>
          <pc:sldMk cId="763282045" sldId="437"/>
        </pc:sldMkLst>
      </pc:sldChg>
      <pc:sldChg chg="modSp add del mod">
        <pc:chgData name="Qu, Chengyi" userId="9f02c3db-5b00-4063-9ad4-7cdd84fdd2bb" providerId="ADAL" clId="{6F1D1FE0-D476-4CC6-873D-C56ADE79F0A6}" dt="2024-03-06T21:26:40.460" v="6"/>
        <pc:sldMkLst>
          <pc:docMk/>
          <pc:sldMk cId="2696752954" sldId="439"/>
        </pc:sldMkLst>
      </pc:sldChg>
      <pc:sldChg chg="add del">
        <pc:chgData name="Qu, Chengyi" userId="9f02c3db-5b00-4063-9ad4-7cdd84fdd2bb" providerId="ADAL" clId="{6F1D1FE0-D476-4CC6-873D-C56ADE79F0A6}" dt="2024-03-06T21:26:40.460" v="6"/>
        <pc:sldMkLst>
          <pc:docMk/>
          <pc:sldMk cId="219181333" sldId="440"/>
        </pc:sldMkLst>
      </pc:sldChg>
      <pc:sldChg chg="add del">
        <pc:chgData name="Qu, Chengyi" userId="9f02c3db-5b00-4063-9ad4-7cdd84fdd2bb" providerId="ADAL" clId="{6F1D1FE0-D476-4CC6-873D-C56ADE79F0A6}" dt="2024-03-07T00:56:48.409" v="18"/>
        <pc:sldMkLst>
          <pc:docMk/>
          <pc:sldMk cId="1047491812" sldId="572"/>
        </pc:sldMkLst>
      </pc:sldChg>
      <pc:sldChg chg="add del">
        <pc:chgData name="Qu, Chengyi" userId="9f02c3db-5b00-4063-9ad4-7cdd84fdd2bb" providerId="ADAL" clId="{6F1D1FE0-D476-4CC6-873D-C56ADE79F0A6}" dt="2024-03-07T00:56:48.409" v="18"/>
        <pc:sldMkLst>
          <pc:docMk/>
          <pc:sldMk cId="4025829710" sldId="573"/>
        </pc:sldMkLst>
      </pc:sldChg>
      <pc:sldChg chg="delSp modSp mod">
        <pc:chgData name="Qu, Chengyi" userId="9f02c3db-5b00-4063-9ad4-7cdd84fdd2bb" providerId="ADAL" clId="{6F1D1FE0-D476-4CC6-873D-C56ADE79F0A6}" dt="2024-03-06T21:30:04.137" v="8" actId="1076"/>
        <pc:sldMkLst>
          <pc:docMk/>
          <pc:sldMk cId="2428011347" sldId="663"/>
        </pc:sldMkLst>
      </pc:sldChg>
      <pc:sldChg chg="delSp modSp mod">
        <pc:chgData name="Qu, Chengyi" userId="9f02c3db-5b00-4063-9ad4-7cdd84fdd2bb" providerId="ADAL" clId="{6F1D1FE0-D476-4CC6-873D-C56ADE79F0A6}" dt="2024-03-06T21:35:48.301" v="12" actId="478"/>
        <pc:sldMkLst>
          <pc:docMk/>
          <pc:sldMk cId="849817288" sldId="665"/>
        </pc:sldMkLst>
      </pc:sldChg>
      <pc:sldChg chg="del">
        <pc:chgData name="Qu, Chengyi" userId="9f02c3db-5b00-4063-9ad4-7cdd84fdd2bb" providerId="ADAL" clId="{6F1D1FE0-D476-4CC6-873D-C56ADE79F0A6}" dt="2024-03-06T21:37:24.903" v="13" actId="47"/>
        <pc:sldMkLst>
          <pc:docMk/>
          <pc:sldMk cId="1445420896" sldId="845"/>
        </pc:sldMkLst>
      </pc:sldChg>
      <pc:sldChg chg="del">
        <pc:chgData name="Qu, Chengyi" userId="9f02c3db-5b00-4063-9ad4-7cdd84fdd2bb" providerId="ADAL" clId="{6F1D1FE0-D476-4CC6-873D-C56ADE79F0A6}" dt="2024-03-06T21:38:22.052" v="14" actId="47"/>
        <pc:sldMkLst>
          <pc:docMk/>
          <pc:sldMk cId="2325735048" sldId="846"/>
        </pc:sldMkLst>
      </pc:sldChg>
      <pc:sldChg chg="add del">
        <pc:chgData name="Qu, Chengyi" userId="9f02c3db-5b00-4063-9ad4-7cdd84fdd2bb" providerId="ADAL" clId="{6F1D1FE0-D476-4CC6-873D-C56ADE79F0A6}" dt="2024-03-07T00:56:48.409" v="18"/>
        <pc:sldMkLst>
          <pc:docMk/>
          <pc:sldMk cId="3652284740" sldId="861"/>
        </pc:sldMkLst>
      </pc:sldChg>
      <pc:sldChg chg="add del">
        <pc:chgData name="Qu, Chengyi" userId="9f02c3db-5b00-4063-9ad4-7cdd84fdd2bb" providerId="ADAL" clId="{6F1D1FE0-D476-4CC6-873D-C56ADE79F0A6}" dt="2024-03-07T00:56:48.409" v="18"/>
        <pc:sldMkLst>
          <pc:docMk/>
          <pc:sldMk cId="3414359615" sldId="862"/>
        </pc:sldMkLst>
      </pc:sldChg>
      <pc:sldChg chg="add del">
        <pc:chgData name="Qu, Chengyi" userId="9f02c3db-5b00-4063-9ad4-7cdd84fdd2bb" providerId="ADAL" clId="{6F1D1FE0-D476-4CC6-873D-C56ADE79F0A6}" dt="2024-03-07T00:56:48.409" v="18"/>
        <pc:sldMkLst>
          <pc:docMk/>
          <pc:sldMk cId="1002862040" sldId="863"/>
        </pc:sldMkLst>
      </pc:sldChg>
      <pc:sldChg chg="add del">
        <pc:chgData name="Qu, Chengyi" userId="9f02c3db-5b00-4063-9ad4-7cdd84fdd2bb" providerId="ADAL" clId="{6F1D1FE0-D476-4CC6-873D-C56ADE79F0A6}" dt="2024-03-07T00:56:48.409" v="18"/>
        <pc:sldMkLst>
          <pc:docMk/>
          <pc:sldMk cId="4084295632" sldId="865"/>
        </pc:sldMkLst>
      </pc:sldChg>
      <pc:sldChg chg="add del">
        <pc:chgData name="Qu, Chengyi" userId="9f02c3db-5b00-4063-9ad4-7cdd84fdd2bb" providerId="ADAL" clId="{6F1D1FE0-D476-4CC6-873D-C56ADE79F0A6}" dt="2024-03-07T00:56:48.409" v="18"/>
        <pc:sldMkLst>
          <pc:docMk/>
          <pc:sldMk cId="300905524" sldId="866"/>
        </pc:sldMkLst>
      </pc:sldChg>
      <pc:sldChg chg="add del">
        <pc:chgData name="Qu, Chengyi" userId="9f02c3db-5b00-4063-9ad4-7cdd84fdd2bb" providerId="ADAL" clId="{6F1D1FE0-D476-4CC6-873D-C56ADE79F0A6}" dt="2024-03-07T00:56:48.409" v="18"/>
        <pc:sldMkLst>
          <pc:docMk/>
          <pc:sldMk cId="3303353081" sldId="867"/>
        </pc:sldMkLst>
      </pc:sldChg>
      <pc:sldChg chg="del">
        <pc:chgData name="Qu, Chengyi" userId="9f02c3db-5b00-4063-9ad4-7cdd84fdd2bb" providerId="ADAL" clId="{6F1D1FE0-D476-4CC6-873D-C56ADE79F0A6}" dt="2024-03-06T21:26:06.086" v="0" actId="47"/>
        <pc:sldMkLst>
          <pc:docMk/>
          <pc:sldMk cId="4038715374" sldId="1255"/>
        </pc:sldMkLst>
      </pc:sldChg>
      <pc:sldChg chg="del">
        <pc:chgData name="Qu, Chengyi" userId="9f02c3db-5b00-4063-9ad4-7cdd84fdd2bb" providerId="ADAL" clId="{6F1D1FE0-D476-4CC6-873D-C56ADE79F0A6}" dt="2024-03-06T21:26:06.086" v="0" actId="47"/>
        <pc:sldMkLst>
          <pc:docMk/>
          <pc:sldMk cId="239755599" sldId="1256"/>
        </pc:sldMkLst>
      </pc:sldChg>
      <pc:sldChg chg="del">
        <pc:chgData name="Qu, Chengyi" userId="9f02c3db-5b00-4063-9ad4-7cdd84fdd2bb" providerId="ADAL" clId="{6F1D1FE0-D476-4CC6-873D-C56ADE79F0A6}" dt="2024-03-06T21:26:06.086" v="0" actId="47"/>
        <pc:sldMkLst>
          <pc:docMk/>
          <pc:sldMk cId="919834031" sldId="1258"/>
        </pc:sldMkLst>
      </pc:sldChg>
      <pc:sldChg chg="modSp add mod">
        <pc:chgData name="Qu, Chengyi" userId="9f02c3db-5b00-4063-9ad4-7cdd84fdd2bb" providerId="ADAL" clId="{6F1D1FE0-D476-4CC6-873D-C56ADE79F0A6}" dt="2024-03-06T21:26:26.257" v="2" actId="207"/>
        <pc:sldMkLst>
          <pc:docMk/>
          <pc:sldMk cId="3353738195" sldId="1258"/>
        </pc:sldMkLst>
      </pc:sldChg>
      <pc:sldChg chg="del">
        <pc:chgData name="Qu, Chengyi" userId="9f02c3db-5b00-4063-9ad4-7cdd84fdd2bb" providerId="ADAL" clId="{6F1D1FE0-D476-4CC6-873D-C56ADE79F0A6}" dt="2024-03-06T21:26:06.086" v="0" actId="47"/>
        <pc:sldMkLst>
          <pc:docMk/>
          <pc:sldMk cId="2632825530" sldId="1259"/>
        </pc:sldMkLst>
      </pc:sldChg>
      <pc:sldChg chg="modSp add mod">
        <pc:chgData name="Qu, Chengyi" userId="9f02c3db-5b00-4063-9ad4-7cdd84fdd2bb" providerId="ADAL" clId="{6F1D1FE0-D476-4CC6-873D-C56ADE79F0A6}" dt="2024-03-07T00:56:04.333" v="16" actId="207"/>
        <pc:sldMkLst>
          <pc:docMk/>
          <pc:sldMk cId="3912618860" sldId="1259"/>
        </pc:sldMkLst>
      </pc:sldChg>
      <pc:sldChg chg="del">
        <pc:chgData name="Qu, Chengyi" userId="9f02c3db-5b00-4063-9ad4-7cdd84fdd2bb" providerId="ADAL" clId="{6F1D1FE0-D476-4CC6-873D-C56ADE79F0A6}" dt="2024-03-06T21:26:06.086" v="0" actId="47"/>
        <pc:sldMkLst>
          <pc:docMk/>
          <pc:sldMk cId="3745870871" sldId="1260"/>
        </pc:sldMkLst>
      </pc:sldChg>
      <pc:sldMasterChg chg="del delSldLayout">
        <pc:chgData name="Qu, Chengyi" userId="9f02c3db-5b00-4063-9ad4-7cdd84fdd2bb" providerId="ADAL" clId="{6F1D1FE0-D476-4CC6-873D-C56ADE79F0A6}" dt="2024-03-06T21:26:06.086" v="0" actId="47"/>
        <pc:sldMasterMkLst>
          <pc:docMk/>
          <pc:sldMasterMk cId="816407230" sldId="2147483667"/>
        </pc:sldMasterMkLst>
        <pc:sldLayoutChg chg="del">
          <pc:chgData name="Qu, Chengyi" userId="9f02c3db-5b00-4063-9ad4-7cdd84fdd2bb" providerId="ADAL" clId="{6F1D1FE0-D476-4CC6-873D-C56ADE79F0A6}" dt="2024-03-06T21:26:06.086" v="0" actId="47"/>
          <pc:sldLayoutMkLst>
            <pc:docMk/>
            <pc:sldMasterMk cId="816407230" sldId="2147483667"/>
            <pc:sldLayoutMk cId="1478954547" sldId="2147483668"/>
          </pc:sldLayoutMkLst>
        </pc:sldLayoutChg>
        <pc:sldLayoutChg chg="del">
          <pc:chgData name="Qu, Chengyi" userId="9f02c3db-5b00-4063-9ad4-7cdd84fdd2bb" providerId="ADAL" clId="{6F1D1FE0-D476-4CC6-873D-C56ADE79F0A6}" dt="2024-03-06T21:26:06.086" v="0" actId="47"/>
          <pc:sldLayoutMkLst>
            <pc:docMk/>
            <pc:sldMasterMk cId="816407230" sldId="2147483667"/>
            <pc:sldLayoutMk cId="2802328541" sldId="2147483669"/>
          </pc:sldLayoutMkLst>
        </pc:sldLayoutChg>
        <pc:sldLayoutChg chg="del">
          <pc:chgData name="Qu, Chengyi" userId="9f02c3db-5b00-4063-9ad4-7cdd84fdd2bb" providerId="ADAL" clId="{6F1D1FE0-D476-4CC6-873D-C56ADE79F0A6}" dt="2024-03-06T21:26:06.086" v="0" actId="47"/>
          <pc:sldLayoutMkLst>
            <pc:docMk/>
            <pc:sldMasterMk cId="816407230" sldId="2147483667"/>
            <pc:sldLayoutMk cId="825140372" sldId="2147483670"/>
          </pc:sldLayoutMkLst>
        </pc:sldLayoutChg>
        <pc:sldLayoutChg chg="del">
          <pc:chgData name="Qu, Chengyi" userId="9f02c3db-5b00-4063-9ad4-7cdd84fdd2bb" providerId="ADAL" clId="{6F1D1FE0-D476-4CC6-873D-C56ADE79F0A6}" dt="2024-03-06T21:26:06.086" v="0" actId="47"/>
          <pc:sldLayoutMkLst>
            <pc:docMk/>
            <pc:sldMasterMk cId="816407230" sldId="2147483667"/>
            <pc:sldLayoutMk cId="4177523922" sldId="2147483671"/>
          </pc:sldLayoutMkLst>
        </pc:sldLayoutChg>
        <pc:sldLayoutChg chg="del">
          <pc:chgData name="Qu, Chengyi" userId="9f02c3db-5b00-4063-9ad4-7cdd84fdd2bb" providerId="ADAL" clId="{6F1D1FE0-D476-4CC6-873D-C56ADE79F0A6}" dt="2024-03-06T21:26:06.086" v="0" actId="47"/>
          <pc:sldLayoutMkLst>
            <pc:docMk/>
            <pc:sldMasterMk cId="816407230" sldId="2147483667"/>
            <pc:sldLayoutMk cId="771864" sldId="2147483672"/>
          </pc:sldLayoutMkLst>
        </pc:sldLayoutChg>
        <pc:sldLayoutChg chg="del">
          <pc:chgData name="Qu, Chengyi" userId="9f02c3db-5b00-4063-9ad4-7cdd84fdd2bb" providerId="ADAL" clId="{6F1D1FE0-D476-4CC6-873D-C56ADE79F0A6}" dt="2024-03-06T21:26:06.086" v="0" actId="47"/>
          <pc:sldLayoutMkLst>
            <pc:docMk/>
            <pc:sldMasterMk cId="816407230" sldId="2147483667"/>
            <pc:sldLayoutMk cId="2710111665" sldId="2147483673"/>
          </pc:sldLayoutMkLst>
        </pc:sldLayoutChg>
        <pc:sldLayoutChg chg="del">
          <pc:chgData name="Qu, Chengyi" userId="9f02c3db-5b00-4063-9ad4-7cdd84fdd2bb" providerId="ADAL" clId="{6F1D1FE0-D476-4CC6-873D-C56ADE79F0A6}" dt="2024-03-06T21:26:06.086" v="0" actId="47"/>
          <pc:sldLayoutMkLst>
            <pc:docMk/>
            <pc:sldMasterMk cId="816407230" sldId="2147483667"/>
            <pc:sldLayoutMk cId="3944089362" sldId="2147483674"/>
          </pc:sldLayoutMkLst>
        </pc:sldLayoutChg>
        <pc:sldLayoutChg chg="del">
          <pc:chgData name="Qu, Chengyi" userId="9f02c3db-5b00-4063-9ad4-7cdd84fdd2bb" providerId="ADAL" clId="{6F1D1FE0-D476-4CC6-873D-C56ADE79F0A6}" dt="2024-03-06T21:26:06.086" v="0" actId="47"/>
          <pc:sldLayoutMkLst>
            <pc:docMk/>
            <pc:sldMasterMk cId="816407230" sldId="2147483667"/>
            <pc:sldLayoutMk cId="1166321837" sldId="2147483675"/>
          </pc:sldLayoutMkLst>
        </pc:sldLayoutChg>
        <pc:sldLayoutChg chg="del">
          <pc:chgData name="Qu, Chengyi" userId="9f02c3db-5b00-4063-9ad4-7cdd84fdd2bb" providerId="ADAL" clId="{6F1D1FE0-D476-4CC6-873D-C56ADE79F0A6}" dt="2024-03-06T21:26:06.086" v="0" actId="47"/>
          <pc:sldLayoutMkLst>
            <pc:docMk/>
            <pc:sldMasterMk cId="816407230" sldId="2147483667"/>
            <pc:sldLayoutMk cId="1062298521" sldId="2147483676"/>
          </pc:sldLayoutMkLst>
        </pc:sldLayoutChg>
        <pc:sldLayoutChg chg="del">
          <pc:chgData name="Qu, Chengyi" userId="9f02c3db-5b00-4063-9ad4-7cdd84fdd2bb" providerId="ADAL" clId="{6F1D1FE0-D476-4CC6-873D-C56ADE79F0A6}" dt="2024-03-06T21:26:06.086" v="0" actId="47"/>
          <pc:sldLayoutMkLst>
            <pc:docMk/>
            <pc:sldMasterMk cId="816407230" sldId="2147483667"/>
            <pc:sldLayoutMk cId="3792717422" sldId="2147483677"/>
          </pc:sldLayoutMkLst>
        </pc:sldLayoutChg>
        <pc:sldLayoutChg chg="del">
          <pc:chgData name="Qu, Chengyi" userId="9f02c3db-5b00-4063-9ad4-7cdd84fdd2bb" providerId="ADAL" clId="{6F1D1FE0-D476-4CC6-873D-C56ADE79F0A6}" dt="2024-03-06T21:26:06.086" v="0" actId="47"/>
          <pc:sldLayoutMkLst>
            <pc:docMk/>
            <pc:sldMasterMk cId="816407230" sldId="2147483667"/>
            <pc:sldLayoutMk cId="764764108" sldId="2147483678"/>
          </pc:sldLayoutMkLst>
        </pc:sldLayoutChg>
      </pc:sldMasterChg>
      <pc:sldMasterChg chg="del delSldLayout">
        <pc:chgData name="Qu, Chengyi" userId="9f02c3db-5b00-4063-9ad4-7cdd84fdd2bb" providerId="ADAL" clId="{6F1D1FE0-D476-4CC6-873D-C56ADE79F0A6}" dt="2024-03-06T21:26:06.086" v="0" actId="47"/>
        <pc:sldMasterMkLst>
          <pc:docMk/>
          <pc:sldMasterMk cId="285659993" sldId="2147483679"/>
        </pc:sldMasterMkLst>
        <pc:sldLayoutChg chg="del">
          <pc:chgData name="Qu, Chengyi" userId="9f02c3db-5b00-4063-9ad4-7cdd84fdd2bb" providerId="ADAL" clId="{6F1D1FE0-D476-4CC6-873D-C56ADE79F0A6}" dt="2024-03-06T21:26:06.086" v="0" actId="47"/>
          <pc:sldLayoutMkLst>
            <pc:docMk/>
            <pc:sldMasterMk cId="285659993" sldId="2147483679"/>
            <pc:sldLayoutMk cId="2842456320" sldId="2147483680"/>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1457017757" sldId="2147483681"/>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2086968319" sldId="2147483682"/>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1708509305" sldId="2147483683"/>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497337308" sldId="2147483684"/>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770178683" sldId="2147483685"/>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3911091063" sldId="2147483686"/>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1094673248" sldId="2147483687"/>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2206353706" sldId="2147483688"/>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2570034858" sldId="2147483689"/>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3766516897" sldId="2147483690"/>
          </pc:sldLayoutMkLst>
        </pc:sldLayoutChg>
        <pc:sldLayoutChg chg="del">
          <pc:chgData name="Qu, Chengyi" userId="9f02c3db-5b00-4063-9ad4-7cdd84fdd2bb" providerId="ADAL" clId="{6F1D1FE0-D476-4CC6-873D-C56ADE79F0A6}" dt="2024-03-06T21:26:06.086" v="0" actId="47"/>
          <pc:sldLayoutMkLst>
            <pc:docMk/>
            <pc:sldMasterMk cId="285659993" sldId="2147483679"/>
            <pc:sldLayoutMk cId="827356254" sldId="2147483691"/>
          </pc:sldLayoutMkLst>
        </pc:sldLayoutChg>
      </pc:sldMasterChg>
      <pc:sldMasterChg chg="del delSldLayout">
        <pc:chgData name="Qu, Chengyi" userId="9f02c3db-5b00-4063-9ad4-7cdd84fdd2bb" providerId="ADAL" clId="{6F1D1FE0-D476-4CC6-873D-C56ADE79F0A6}" dt="2024-03-06T21:26:06.086" v="0" actId="47"/>
        <pc:sldMasterMkLst>
          <pc:docMk/>
          <pc:sldMasterMk cId="739236253" sldId="2147483692"/>
        </pc:sldMasterMkLst>
        <pc:sldLayoutChg chg="del">
          <pc:chgData name="Qu, Chengyi" userId="9f02c3db-5b00-4063-9ad4-7cdd84fdd2bb" providerId="ADAL" clId="{6F1D1FE0-D476-4CC6-873D-C56ADE79F0A6}" dt="2024-03-06T21:26:06.086" v="0" actId="47"/>
          <pc:sldLayoutMkLst>
            <pc:docMk/>
            <pc:sldMasterMk cId="739236253" sldId="2147483692"/>
            <pc:sldLayoutMk cId="3916218876" sldId="2147483693"/>
          </pc:sldLayoutMkLst>
        </pc:sldLayoutChg>
        <pc:sldLayoutChg chg="del">
          <pc:chgData name="Qu, Chengyi" userId="9f02c3db-5b00-4063-9ad4-7cdd84fdd2bb" providerId="ADAL" clId="{6F1D1FE0-D476-4CC6-873D-C56ADE79F0A6}" dt="2024-03-06T21:26:06.086" v="0" actId="47"/>
          <pc:sldLayoutMkLst>
            <pc:docMk/>
            <pc:sldMasterMk cId="739236253" sldId="2147483692"/>
            <pc:sldLayoutMk cId="3568439253" sldId="2147483694"/>
          </pc:sldLayoutMkLst>
        </pc:sldLayoutChg>
        <pc:sldLayoutChg chg="del">
          <pc:chgData name="Qu, Chengyi" userId="9f02c3db-5b00-4063-9ad4-7cdd84fdd2bb" providerId="ADAL" clId="{6F1D1FE0-D476-4CC6-873D-C56ADE79F0A6}" dt="2024-03-06T21:26:06.086" v="0" actId="47"/>
          <pc:sldLayoutMkLst>
            <pc:docMk/>
            <pc:sldMasterMk cId="739236253" sldId="2147483692"/>
            <pc:sldLayoutMk cId="331496385" sldId="2147483695"/>
          </pc:sldLayoutMkLst>
        </pc:sldLayoutChg>
        <pc:sldLayoutChg chg="del">
          <pc:chgData name="Qu, Chengyi" userId="9f02c3db-5b00-4063-9ad4-7cdd84fdd2bb" providerId="ADAL" clId="{6F1D1FE0-D476-4CC6-873D-C56ADE79F0A6}" dt="2024-03-06T21:26:06.086" v="0" actId="47"/>
          <pc:sldLayoutMkLst>
            <pc:docMk/>
            <pc:sldMasterMk cId="739236253" sldId="2147483692"/>
            <pc:sldLayoutMk cId="974694476" sldId="2147483696"/>
          </pc:sldLayoutMkLst>
        </pc:sldLayoutChg>
        <pc:sldLayoutChg chg="del">
          <pc:chgData name="Qu, Chengyi" userId="9f02c3db-5b00-4063-9ad4-7cdd84fdd2bb" providerId="ADAL" clId="{6F1D1FE0-D476-4CC6-873D-C56ADE79F0A6}" dt="2024-03-06T21:26:06.086" v="0" actId="47"/>
          <pc:sldLayoutMkLst>
            <pc:docMk/>
            <pc:sldMasterMk cId="739236253" sldId="2147483692"/>
            <pc:sldLayoutMk cId="1112934890" sldId="2147483697"/>
          </pc:sldLayoutMkLst>
        </pc:sldLayoutChg>
        <pc:sldLayoutChg chg="del">
          <pc:chgData name="Qu, Chengyi" userId="9f02c3db-5b00-4063-9ad4-7cdd84fdd2bb" providerId="ADAL" clId="{6F1D1FE0-D476-4CC6-873D-C56ADE79F0A6}" dt="2024-03-06T21:26:06.086" v="0" actId="47"/>
          <pc:sldLayoutMkLst>
            <pc:docMk/>
            <pc:sldMasterMk cId="739236253" sldId="2147483692"/>
            <pc:sldLayoutMk cId="1250321267" sldId="2147483698"/>
          </pc:sldLayoutMkLst>
        </pc:sldLayoutChg>
        <pc:sldLayoutChg chg="del">
          <pc:chgData name="Qu, Chengyi" userId="9f02c3db-5b00-4063-9ad4-7cdd84fdd2bb" providerId="ADAL" clId="{6F1D1FE0-D476-4CC6-873D-C56ADE79F0A6}" dt="2024-03-06T21:26:06.086" v="0" actId="47"/>
          <pc:sldLayoutMkLst>
            <pc:docMk/>
            <pc:sldMasterMk cId="739236253" sldId="2147483692"/>
            <pc:sldLayoutMk cId="2355138482" sldId="2147483699"/>
          </pc:sldLayoutMkLst>
        </pc:sldLayoutChg>
        <pc:sldLayoutChg chg="del">
          <pc:chgData name="Qu, Chengyi" userId="9f02c3db-5b00-4063-9ad4-7cdd84fdd2bb" providerId="ADAL" clId="{6F1D1FE0-D476-4CC6-873D-C56ADE79F0A6}" dt="2024-03-06T21:26:06.086" v="0" actId="47"/>
          <pc:sldLayoutMkLst>
            <pc:docMk/>
            <pc:sldMasterMk cId="739236253" sldId="2147483692"/>
            <pc:sldLayoutMk cId="1310252774" sldId="2147483700"/>
          </pc:sldLayoutMkLst>
        </pc:sldLayoutChg>
        <pc:sldLayoutChg chg="del">
          <pc:chgData name="Qu, Chengyi" userId="9f02c3db-5b00-4063-9ad4-7cdd84fdd2bb" providerId="ADAL" clId="{6F1D1FE0-D476-4CC6-873D-C56ADE79F0A6}" dt="2024-03-06T21:26:06.086" v="0" actId="47"/>
          <pc:sldLayoutMkLst>
            <pc:docMk/>
            <pc:sldMasterMk cId="739236253" sldId="2147483692"/>
            <pc:sldLayoutMk cId="4246126308" sldId="2147483701"/>
          </pc:sldLayoutMkLst>
        </pc:sldLayoutChg>
        <pc:sldLayoutChg chg="del">
          <pc:chgData name="Qu, Chengyi" userId="9f02c3db-5b00-4063-9ad4-7cdd84fdd2bb" providerId="ADAL" clId="{6F1D1FE0-D476-4CC6-873D-C56ADE79F0A6}" dt="2024-03-06T21:26:06.086" v="0" actId="47"/>
          <pc:sldLayoutMkLst>
            <pc:docMk/>
            <pc:sldMasterMk cId="739236253" sldId="2147483692"/>
            <pc:sldLayoutMk cId="3007040105" sldId="2147483702"/>
          </pc:sldLayoutMkLst>
        </pc:sldLayoutChg>
        <pc:sldLayoutChg chg="del">
          <pc:chgData name="Qu, Chengyi" userId="9f02c3db-5b00-4063-9ad4-7cdd84fdd2bb" providerId="ADAL" clId="{6F1D1FE0-D476-4CC6-873D-C56ADE79F0A6}" dt="2024-03-06T21:26:06.086" v="0" actId="47"/>
          <pc:sldLayoutMkLst>
            <pc:docMk/>
            <pc:sldMasterMk cId="739236253" sldId="2147483692"/>
            <pc:sldLayoutMk cId="775594334" sldId="2147483703"/>
          </pc:sldLayoutMkLst>
        </pc:sldLayoutChg>
      </pc:sldMasterChg>
    </pc:docChg>
  </pc:docChgLst>
  <pc:docChgLst>
    <pc:chgData name="Qu, Chengyi" userId="9f02c3db-5b00-4063-9ad4-7cdd84fdd2bb" providerId="ADAL" clId="{DC0DA0DD-2691-438F-AFAF-7F0F9B5FD121}"/>
    <pc:docChg chg="addSld modSld">
      <pc:chgData name="Qu, Chengyi" userId="9f02c3db-5b00-4063-9ad4-7cdd84fdd2bb" providerId="ADAL" clId="{DC0DA0DD-2691-438F-AFAF-7F0F9B5FD121}" dt="2025-04-02T19:35:59.527" v="5" actId="207"/>
      <pc:docMkLst>
        <pc:docMk/>
      </pc:docMkLst>
      <pc:sldChg chg="modSp mod">
        <pc:chgData name="Qu, Chengyi" userId="9f02c3db-5b00-4063-9ad4-7cdd84fdd2bb" providerId="ADAL" clId="{DC0DA0DD-2691-438F-AFAF-7F0F9B5FD121}" dt="2025-04-02T19:35:46.525" v="3" actId="20577"/>
        <pc:sldMkLst>
          <pc:docMk/>
          <pc:sldMk cId="553553694" sldId="258"/>
        </pc:sldMkLst>
        <pc:spChg chg="mod">
          <ac:chgData name="Qu, Chengyi" userId="9f02c3db-5b00-4063-9ad4-7cdd84fdd2bb" providerId="ADAL" clId="{DC0DA0DD-2691-438F-AFAF-7F0F9B5FD121}" dt="2025-04-02T19:35:46.525" v="3" actId="20577"/>
          <ac:spMkLst>
            <pc:docMk/>
            <pc:sldMk cId="553553694" sldId="258"/>
            <ac:spMk id="3" creationId="{C74AC5A7-CF21-681C-AD2A-CAFD76C83228}"/>
          </ac:spMkLst>
        </pc:spChg>
      </pc:sldChg>
      <pc:sldChg chg="modSp mod">
        <pc:chgData name="Qu, Chengyi" userId="9f02c3db-5b00-4063-9ad4-7cdd84fdd2bb" providerId="ADAL" clId="{DC0DA0DD-2691-438F-AFAF-7F0F9B5FD121}" dt="2025-04-02T19:35:21.535" v="1" actId="20577"/>
        <pc:sldMkLst>
          <pc:docMk/>
          <pc:sldMk cId="2120514358" sldId="1257"/>
        </pc:sldMkLst>
        <pc:spChg chg="mod">
          <ac:chgData name="Qu, Chengyi" userId="9f02c3db-5b00-4063-9ad4-7cdd84fdd2bb" providerId="ADAL" clId="{DC0DA0DD-2691-438F-AFAF-7F0F9B5FD121}" dt="2025-04-02T19:35:21.535" v="1" actId="20577"/>
          <ac:spMkLst>
            <pc:docMk/>
            <pc:sldMk cId="2120514358" sldId="1257"/>
            <ac:spMk id="3" creationId="{5C112BC0-9499-035F-A9F1-C8888CCD6D4C}"/>
          </ac:spMkLst>
        </pc:spChg>
      </pc:sldChg>
      <pc:sldChg chg="modSp add mod">
        <pc:chgData name="Qu, Chengyi" userId="9f02c3db-5b00-4063-9ad4-7cdd84fdd2bb" providerId="ADAL" clId="{DC0DA0DD-2691-438F-AFAF-7F0F9B5FD121}" dt="2025-04-02T19:35:59.527" v="5" actId="207"/>
        <pc:sldMkLst>
          <pc:docMk/>
          <pc:sldMk cId="3174220886" sldId="1258"/>
        </pc:sldMkLst>
        <pc:spChg chg="mod">
          <ac:chgData name="Qu, Chengyi" userId="9f02c3db-5b00-4063-9ad4-7cdd84fdd2bb" providerId="ADAL" clId="{DC0DA0DD-2691-438F-AFAF-7F0F9B5FD121}" dt="2025-04-02T19:35:59.527" v="5" actId="207"/>
          <ac:spMkLst>
            <pc:docMk/>
            <pc:sldMk cId="3174220886" sldId="1258"/>
            <ac:spMk id="5" creationId="{CDDBB996-6400-DB19-7000-519DADC0F386}"/>
          </ac:spMkLst>
        </pc:spChg>
      </pc:sldChg>
    </pc:docChg>
  </pc:docChgLst>
  <pc:docChgLst>
    <pc:chgData name="Qu, Chengyi" userId="9f02c3db-5b00-4063-9ad4-7cdd84fdd2bb" providerId="ADAL" clId="{1F24A312-CE90-46DA-8B2A-8596C84ACAA4}"/>
    <pc:docChg chg="undo custSel addSld delSld modSld sldOrd">
      <pc:chgData name="Qu, Chengyi" userId="9f02c3db-5b00-4063-9ad4-7cdd84fdd2bb" providerId="ADAL" clId="{1F24A312-CE90-46DA-8B2A-8596C84ACAA4}" dt="2024-01-28T20:05:13.466" v="368" actId="20577"/>
      <pc:docMkLst>
        <pc:docMk/>
      </pc:docMkLst>
      <pc:sldChg chg="modSp add mod">
        <pc:chgData name="Qu, Chengyi" userId="9f02c3db-5b00-4063-9ad4-7cdd84fdd2bb" providerId="ADAL" clId="{1F24A312-CE90-46DA-8B2A-8596C84ACAA4}" dt="2024-01-28T20:05:13.466" v="368" actId="20577"/>
        <pc:sldMkLst>
          <pc:docMk/>
          <pc:sldMk cId="0" sldId="256"/>
        </pc:sldMkLst>
      </pc:sldChg>
      <pc:sldChg chg="del">
        <pc:chgData name="Qu, Chengyi" userId="9f02c3db-5b00-4063-9ad4-7cdd84fdd2bb" providerId="ADAL" clId="{1F24A312-CE90-46DA-8B2A-8596C84ACAA4}" dt="2024-01-27T02:55:56.805" v="0" actId="47"/>
        <pc:sldMkLst>
          <pc:docMk/>
          <pc:sldMk cId="1990146364" sldId="259"/>
        </pc:sldMkLst>
      </pc:sldChg>
      <pc:sldChg chg="del">
        <pc:chgData name="Qu, Chengyi" userId="9f02c3db-5b00-4063-9ad4-7cdd84fdd2bb" providerId="ADAL" clId="{1F24A312-CE90-46DA-8B2A-8596C84ACAA4}" dt="2024-01-27T02:55:56.805" v="0" actId="47"/>
        <pc:sldMkLst>
          <pc:docMk/>
          <pc:sldMk cId="4236835058" sldId="266"/>
        </pc:sldMkLst>
      </pc:sldChg>
      <pc:sldChg chg="del">
        <pc:chgData name="Qu, Chengyi" userId="9f02c3db-5b00-4063-9ad4-7cdd84fdd2bb" providerId="ADAL" clId="{1F24A312-CE90-46DA-8B2A-8596C84ACAA4}" dt="2024-01-27T02:55:56.805" v="0" actId="47"/>
        <pc:sldMkLst>
          <pc:docMk/>
          <pc:sldMk cId="2712866180" sldId="267"/>
        </pc:sldMkLst>
      </pc:sldChg>
      <pc:sldChg chg="del">
        <pc:chgData name="Qu, Chengyi" userId="9f02c3db-5b00-4063-9ad4-7cdd84fdd2bb" providerId="ADAL" clId="{1F24A312-CE90-46DA-8B2A-8596C84ACAA4}" dt="2024-01-27T02:55:56.805" v="0" actId="47"/>
        <pc:sldMkLst>
          <pc:docMk/>
          <pc:sldMk cId="1180261676" sldId="268"/>
        </pc:sldMkLst>
      </pc:sldChg>
      <pc:sldChg chg="add modNotes">
        <pc:chgData name="Qu, Chengyi" userId="9f02c3db-5b00-4063-9ad4-7cdd84fdd2bb" providerId="ADAL" clId="{1F24A312-CE90-46DA-8B2A-8596C84ACAA4}" dt="2024-01-28T02:48:57.700" v="29"/>
        <pc:sldMkLst>
          <pc:docMk/>
          <pc:sldMk cId="4285260508" sldId="272"/>
        </pc:sldMkLst>
      </pc:sldChg>
      <pc:sldChg chg="add modNotes">
        <pc:chgData name="Qu, Chengyi" userId="9f02c3db-5b00-4063-9ad4-7cdd84fdd2bb" providerId="ADAL" clId="{1F24A312-CE90-46DA-8B2A-8596C84ACAA4}" dt="2024-01-28T02:48:57.700" v="29"/>
        <pc:sldMkLst>
          <pc:docMk/>
          <pc:sldMk cId="1026168530" sldId="274"/>
        </pc:sldMkLst>
      </pc:sldChg>
      <pc:sldChg chg="add modNotesTx">
        <pc:chgData name="Qu, Chengyi" userId="9f02c3db-5b00-4063-9ad4-7cdd84fdd2bb" providerId="ADAL" clId="{1F24A312-CE90-46DA-8B2A-8596C84ACAA4}" dt="2024-01-28T01:38:20.927" v="6"/>
        <pc:sldMkLst>
          <pc:docMk/>
          <pc:sldMk cId="1305972062" sldId="275"/>
        </pc:sldMkLst>
      </pc:sldChg>
      <pc:sldChg chg="add modNotes">
        <pc:chgData name="Qu, Chengyi" userId="9f02c3db-5b00-4063-9ad4-7cdd84fdd2bb" providerId="ADAL" clId="{1F24A312-CE90-46DA-8B2A-8596C84ACAA4}" dt="2024-01-28T02:48:57.700" v="29"/>
        <pc:sldMkLst>
          <pc:docMk/>
          <pc:sldMk cId="2242056526" sldId="276"/>
        </pc:sldMkLst>
      </pc:sldChg>
      <pc:sldChg chg="modSp add mod">
        <pc:chgData name="Qu, Chengyi" userId="9f02c3db-5b00-4063-9ad4-7cdd84fdd2bb" providerId="ADAL" clId="{1F24A312-CE90-46DA-8B2A-8596C84ACAA4}" dt="2024-01-28T01:39:04.731" v="8" actId="14100"/>
        <pc:sldMkLst>
          <pc:docMk/>
          <pc:sldMk cId="1552594960" sldId="279"/>
        </pc:sldMkLst>
      </pc:sldChg>
      <pc:sldChg chg="add modNotes">
        <pc:chgData name="Qu, Chengyi" userId="9f02c3db-5b00-4063-9ad4-7cdd84fdd2bb" providerId="ADAL" clId="{1F24A312-CE90-46DA-8B2A-8596C84ACAA4}" dt="2024-01-28T02:48:57.700" v="29"/>
        <pc:sldMkLst>
          <pc:docMk/>
          <pc:sldMk cId="1989998856" sldId="280"/>
        </pc:sldMkLst>
      </pc:sldChg>
      <pc:sldChg chg="addSp modSp add mod">
        <pc:chgData name="Qu, Chengyi" userId="9f02c3db-5b00-4063-9ad4-7cdd84fdd2bb" providerId="ADAL" clId="{1F24A312-CE90-46DA-8B2A-8596C84ACAA4}" dt="2024-01-28T01:48:33.608" v="26" actId="1076"/>
        <pc:sldMkLst>
          <pc:docMk/>
          <pc:sldMk cId="2246992091" sldId="281"/>
        </pc:sldMkLst>
      </pc:sldChg>
      <pc:sldChg chg="add del modNotes">
        <pc:chgData name="Qu, Chengyi" userId="9f02c3db-5b00-4063-9ad4-7cdd84fdd2bb" providerId="ADAL" clId="{1F24A312-CE90-46DA-8B2A-8596C84ACAA4}" dt="2024-01-28T03:32:53.811" v="315" actId="47"/>
        <pc:sldMkLst>
          <pc:docMk/>
          <pc:sldMk cId="1276839199" sldId="287"/>
        </pc:sldMkLst>
      </pc:sldChg>
      <pc:sldChg chg="add">
        <pc:chgData name="Qu, Chengyi" userId="9f02c3db-5b00-4063-9ad4-7cdd84fdd2bb" providerId="ADAL" clId="{1F24A312-CE90-46DA-8B2A-8596C84ACAA4}" dt="2024-01-28T03:17:44.957" v="290"/>
        <pc:sldMkLst>
          <pc:docMk/>
          <pc:sldMk cId="1350622502" sldId="302"/>
        </pc:sldMkLst>
      </pc:sldChg>
      <pc:sldChg chg="del">
        <pc:chgData name="Qu, Chengyi" userId="9f02c3db-5b00-4063-9ad4-7cdd84fdd2bb" providerId="ADAL" clId="{1F24A312-CE90-46DA-8B2A-8596C84ACAA4}" dt="2024-01-27T02:55:56.805" v="0" actId="47"/>
        <pc:sldMkLst>
          <pc:docMk/>
          <pc:sldMk cId="3696353953" sldId="303"/>
        </pc:sldMkLst>
      </pc:sldChg>
      <pc:sldChg chg="del">
        <pc:chgData name="Qu, Chengyi" userId="9f02c3db-5b00-4063-9ad4-7cdd84fdd2bb" providerId="ADAL" clId="{1F24A312-CE90-46DA-8B2A-8596C84ACAA4}" dt="2024-01-27T02:55:56.805" v="0" actId="47"/>
        <pc:sldMkLst>
          <pc:docMk/>
          <pc:sldMk cId="2713426596" sldId="304"/>
        </pc:sldMkLst>
      </pc:sldChg>
      <pc:sldChg chg="add del ord modNotes">
        <pc:chgData name="Qu, Chengyi" userId="9f02c3db-5b00-4063-9ad4-7cdd84fdd2bb" providerId="ADAL" clId="{1F24A312-CE90-46DA-8B2A-8596C84ACAA4}" dt="2024-01-28T02:53:16.825" v="262"/>
        <pc:sldMkLst>
          <pc:docMk/>
          <pc:sldMk cId="2387288212" sldId="305"/>
        </pc:sldMkLst>
      </pc:sldChg>
      <pc:sldChg chg="add del ord modNotes">
        <pc:chgData name="Qu, Chengyi" userId="9f02c3db-5b00-4063-9ad4-7cdd84fdd2bb" providerId="ADAL" clId="{1F24A312-CE90-46DA-8B2A-8596C84ACAA4}" dt="2024-01-28T02:53:16.825" v="262"/>
        <pc:sldMkLst>
          <pc:docMk/>
          <pc:sldMk cId="3887296429" sldId="306"/>
        </pc:sldMkLst>
      </pc:sldChg>
      <pc:sldChg chg="modSp add mod">
        <pc:chgData name="Qu, Chengyi" userId="9f02c3db-5b00-4063-9ad4-7cdd84fdd2bb" providerId="ADAL" clId="{1F24A312-CE90-46DA-8B2A-8596C84ACAA4}" dt="2024-01-28T03:36:39.075" v="327" actId="27636"/>
        <pc:sldMkLst>
          <pc:docMk/>
          <pc:sldMk cId="4081942817" sldId="309"/>
        </pc:sldMkLst>
      </pc:sldChg>
      <pc:sldChg chg="add">
        <pc:chgData name="Qu, Chengyi" userId="9f02c3db-5b00-4063-9ad4-7cdd84fdd2bb" providerId="ADAL" clId="{1F24A312-CE90-46DA-8B2A-8596C84ACAA4}" dt="2024-01-28T03:29:43.463" v="291"/>
        <pc:sldMkLst>
          <pc:docMk/>
          <pc:sldMk cId="81497876" sldId="965"/>
        </pc:sldMkLst>
      </pc:sldChg>
      <pc:sldChg chg="add">
        <pc:chgData name="Qu, Chengyi" userId="9f02c3db-5b00-4063-9ad4-7cdd84fdd2bb" providerId="ADAL" clId="{1F24A312-CE90-46DA-8B2A-8596C84ACAA4}" dt="2024-01-28T03:29:43.463" v="291"/>
        <pc:sldMkLst>
          <pc:docMk/>
          <pc:sldMk cId="1391119021" sldId="966"/>
        </pc:sldMkLst>
      </pc:sldChg>
      <pc:sldChg chg="add">
        <pc:chgData name="Qu, Chengyi" userId="9f02c3db-5b00-4063-9ad4-7cdd84fdd2bb" providerId="ADAL" clId="{1F24A312-CE90-46DA-8B2A-8596C84ACAA4}" dt="2024-01-28T03:29:43.463" v="291"/>
        <pc:sldMkLst>
          <pc:docMk/>
          <pc:sldMk cId="438849163" sldId="967"/>
        </pc:sldMkLst>
      </pc:sldChg>
      <pc:sldChg chg="add">
        <pc:chgData name="Qu, Chengyi" userId="9f02c3db-5b00-4063-9ad4-7cdd84fdd2bb" providerId="ADAL" clId="{1F24A312-CE90-46DA-8B2A-8596C84ACAA4}" dt="2024-01-28T03:29:43.463" v="291"/>
        <pc:sldMkLst>
          <pc:docMk/>
          <pc:sldMk cId="3951012725" sldId="968"/>
        </pc:sldMkLst>
      </pc:sldChg>
      <pc:sldChg chg="add">
        <pc:chgData name="Qu, Chengyi" userId="9f02c3db-5b00-4063-9ad4-7cdd84fdd2bb" providerId="ADAL" clId="{1F24A312-CE90-46DA-8B2A-8596C84ACAA4}" dt="2024-01-28T03:29:43.463" v="291"/>
        <pc:sldMkLst>
          <pc:docMk/>
          <pc:sldMk cId="233124414" sldId="1007"/>
        </pc:sldMkLst>
      </pc:sldChg>
      <pc:sldChg chg="add">
        <pc:chgData name="Qu, Chengyi" userId="9f02c3db-5b00-4063-9ad4-7cdd84fdd2bb" providerId="ADAL" clId="{1F24A312-CE90-46DA-8B2A-8596C84ACAA4}" dt="2024-01-28T02:47:49.341" v="28"/>
        <pc:sldMkLst>
          <pc:docMk/>
          <pc:sldMk cId="2645911935" sldId="1083"/>
        </pc:sldMkLst>
      </pc:sldChg>
      <pc:sldChg chg="add">
        <pc:chgData name="Qu, Chengyi" userId="9f02c3db-5b00-4063-9ad4-7cdd84fdd2bb" providerId="ADAL" clId="{1F24A312-CE90-46DA-8B2A-8596C84ACAA4}" dt="2024-01-28T02:47:49.341" v="28"/>
        <pc:sldMkLst>
          <pc:docMk/>
          <pc:sldMk cId="147584997" sldId="1084"/>
        </pc:sldMkLst>
      </pc:sldChg>
      <pc:sldChg chg="add">
        <pc:chgData name="Qu, Chengyi" userId="9f02c3db-5b00-4063-9ad4-7cdd84fdd2bb" providerId="ADAL" clId="{1F24A312-CE90-46DA-8B2A-8596C84ACAA4}" dt="2024-01-28T02:47:49.341" v="28"/>
        <pc:sldMkLst>
          <pc:docMk/>
          <pc:sldMk cId="2680331947" sldId="1085"/>
        </pc:sldMkLst>
      </pc:sldChg>
      <pc:sldChg chg="add">
        <pc:chgData name="Qu, Chengyi" userId="9f02c3db-5b00-4063-9ad4-7cdd84fdd2bb" providerId="ADAL" clId="{1F24A312-CE90-46DA-8B2A-8596C84ACAA4}" dt="2024-01-28T02:47:49.341" v="28"/>
        <pc:sldMkLst>
          <pc:docMk/>
          <pc:sldMk cId="2696498074" sldId="1086"/>
        </pc:sldMkLst>
      </pc:sldChg>
      <pc:sldChg chg="modSp add mod">
        <pc:chgData name="Qu, Chengyi" userId="9f02c3db-5b00-4063-9ad4-7cdd84fdd2bb" providerId="ADAL" clId="{1F24A312-CE90-46DA-8B2A-8596C84ACAA4}" dt="2024-01-27T02:56:02.847" v="2" actId="207"/>
        <pc:sldMkLst>
          <pc:docMk/>
          <pc:sldMk cId="94232623" sldId="1257"/>
        </pc:sldMkLst>
      </pc:sldChg>
      <pc:sldChg chg="modSp add mod">
        <pc:chgData name="Qu, Chengyi" userId="9f02c3db-5b00-4063-9ad4-7cdd84fdd2bb" providerId="ADAL" clId="{1F24A312-CE90-46DA-8B2A-8596C84ACAA4}" dt="2024-01-28T02:52:48.210" v="258" actId="2710"/>
        <pc:sldMkLst>
          <pc:docMk/>
          <pc:sldMk cId="2434809446" sldId="1258"/>
        </pc:sldMkLst>
      </pc:sldChg>
      <pc:sldChg chg="modSp add mod">
        <pc:chgData name="Qu, Chengyi" userId="9f02c3db-5b00-4063-9ad4-7cdd84fdd2bb" providerId="ADAL" clId="{1F24A312-CE90-46DA-8B2A-8596C84ACAA4}" dt="2024-01-28T02:53:05.701" v="260" actId="207"/>
        <pc:sldMkLst>
          <pc:docMk/>
          <pc:sldMk cId="2914323500" sldId="1259"/>
        </pc:sldMkLst>
      </pc:sldChg>
      <pc:sldChg chg="modSp add mod">
        <pc:chgData name="Qu, Chengyi" userId="9f02c3db-5b00-4063-9ad4-7cdd84fdd2bb" providerId="ADAL" clId="{1F24A312-CE90-46DA-8B2A-8596C84ACAA4}" dt="2024-01-28T02:53:44.994" v="264" actId="207"/>
        <pc:sldMkLst>
          <pc:docMk/>
          <pc:sldMk cId="1876543634" sldId="1260"/>
        </pc:sldMkLst>
      </pc:sldChg>
      <pc:sldChg chg="modSp add mod">
        <pc:chgData name="Qu, Chengyi" userId="9f02c3db-5b00-4063-9ad4-7cdd84fdd2bb" providerId="ADAL" clId="{1F24A312-CE90-46DA-8B2A-8596C84ACAA4}" dt="2024-01-28T03:32:49.253" v="314" actId="207"/>
        <pc:sldMkLst>
          <pc:docMk/>
          <pc:sldMk cId="2325914770" sldId="1261"/>
        </pc:sldMkLst>
      </pc:sldChg>
      <pc:sldChg chg="modSp add mod">
        <pc:chgData name="Qu, Chengyi" userId="9f02c3db-5b00-4063-9ad4-7cdd84fdd2bb" providerId="ADAL" clId="{1F24A312-CE90-46DA-8B2A-8596C84ACAA4}" dt="2024-01-28T03:15:48.889" v="268" actId="113"/>
        <pc:sldMkLst>
          <pc:docMk/>
          <pc:sldMk cId="2651535271" sldId="1262"/>
        </pc:sldMkLst>
      </pc:sldChg>
      <pc:sldChg chg="modSp new mod">
        <pc:chgData name="Qu, Chengyi" userId="9f02c3db-5b00-4063-9ad4-7cdd84fdd2bb" providerId="ADAL" clId="{1F24A312-CE90-46DA-8B2A-8596C84ACAA4}" dt="2024-01-28T03:17:18.461" v="289" actId="20577"/>
        <pc:sldMkLst>
          <pc:docMk/>
          <pc:sldMk cId="3767743320" sldId="1263"/>
        </pc:sldMkLst>
      </pc:sldChg>
      <pc:sldChg chg="modSp new mod ord">
        <pc:chgData name="Qu, Chengyi" userId="9f02c3db-5b00-4063-9ad4-7cdd84fdd2bb" providerId="ADAL" clId="{1F24A312-CE90-46DA-8B2A-8596C84ACAA4}" dt="2024-01-28T03:37:09.258" v="339" actId="20577"/>
        <pc:sldMkLst>
          <pc:docMk/>
          <pc:sldMk cId="327016494" sldId="1264"/>
        </pc:sldMkLst>
      </pc:sldChg>
      <pc:sldChg chg="modSp add mod">
        <pc:chgData name="Qu, Chengyi" userId="9f02c3db-5b00-4063-9ad4-7cdd84fdd2bb" providerId="ADAL" clId="{1F24A312-CE90-46DA-8B2A-8596C84ACAA4}" dt="2024-01-28T03:33:14.604" v="317" actId="207"/>
        <pc:sldMkLst>
          <pc:docMk/>
          <pc:sldMk cId="3507344199" sldId="1265"/>
        </pc:sldMkLst>
      </pc:sldChg>
      <pc:sldChg chg="modSp add mod">
        <pc:chgData name="Qu, Chengyi" userId="9f02c3db-5b00-4063-9ad4-7cdd84fdd2bb" providerId="ADAL" clId="{1F24A312-CE90-46DA-8B2A-8596C84ACAA4}" dt="2024-01-28T03:33:05.562" v="316" actId="207"/>
        <pc:sldMkLst>
          <pc:docMk/>
          <pc:sldMk cId="1835531626" sldId="1266"/>
        </pc:sldMkLst>
      </pc:sldChg>
      <pc:sldChg chg="del">
        <pc:chgData name="Qu, Chengyi" userId="9f02c3db-5b00-4063-9ad4-7cdd84fdd2bb" providerId="ADAL" clId="{1F24A312-CE90-46DA-8B2A-8596C84ACAA4}" dt="2024-01-27T02:55:56.805" v="0" actId="47"/>
        <pc:sldMkLst>
          <pc:docMk/>
          <pc:sldMk cId="2793842598" sldId="1267"/>
        </pc:sldMkLst>
      </pc:sldChg>
      <pc:sldChg chg="addSp delSp modSp new mod">
        <pc:chgData name="Qu, Chengyi" userId="9f02c3db-5b00-4063-9ad4-7cdd84fdd2bb" providerId="ADAL" clId="{1F24A312-CE90-46DA-8B2A-8596C84ACAA4}" dt="2024-01-28T03:34:03.662" v="325" actId="1076"/>
        <pc:sldMkLst>
          <pc:docMk/>
          <pc:sldMk cId="2897299916" sldId="1267"/>
        </pc:sldMkLst>
      </pc:sldChg>
      <pc:sldChg chg="addSp delSp modSp add mod">
        <pc:chgData name="Qu, Chengyi" userId="9f02c3db-5b00-4063-9ad4-7cdd84fdd2bb" providerId="ADAL" clId="{1F24A312-CE90-46DA-8B2A-8596C84ACAA4}" dt="2024-01-28T03:42:09.247" v="354" actId="20577"/>
        <pc:sldMkLst>
          <pc:docMk/>
          <pc:sldMk cId="730941134" sldId="1268"/>
        </pc:sldMkLst>
      </pc:sldChg>
      <pc:sldChg chg="del">
        <pc:chgData name="Qu, Chengyi" userId="9f02c3db-5b00-4063-9ad4-7cdd84fdd2bb" providerId="ADAL" clId="{1F24A312-CE90-46DA-8B2A-8596C84ACAA4}" dt="2024-01-27T02:55:56.805" v="0" actId="47"/>
        <pc:sldMkLst>
          <pc:docMk/>
          <pc:sldMk cId="3532468293" sldId="1268"/>
        </pc:sldMkLst>
      </pc:sldChg>
      <pc:sldChg chg="del">
        <pc:chgData name="Qu, Chengyi" userId="9f02c3db-5b00-4063-9ad4-7cdd84fdd2bb" providerId="ADAL" clId="{1F24A312-CE90-46DA-8B2A-8596C84ACAA4}" dt="2024-01-27T02:55:56.805" v="0" actId="47"/>
        <pc:sldMkLst>
          <pc:docMk/>
          <pc:sldMk cId="912014593" sldId="1269"/>
        </pc:sldMkLst>
      </pc:sldChg>
      <pc:sldChg chg="del">
        <pc:chgData name="Qu, Chengyi" userId="9f02c3db-5b00-4063-9ad4-7cdd84fdd2bb" providerId="ADAL" clId="{1F24A312-CE90-46DA-8B2A-8596C84ACAA4}" dt="2024-01-27T02:55:56.805" v="0" actId="47"/>
        <pc:sldMkLst>
          <pc:docMk/>
          <pc:sldMk cId="3645425597" sldId="1270"/>
        </pc:sldMkLst>
      </pc:sldChg>
      <pc:sldChg chg="del">
        <pc:chgData name="Qu, Chengyi" userId="9f02c3db-5b00-4063-9ad4-7cdd84fdd2bb" providerId="ADAL" clId="{1F24A312-CE90-46DA-8B2A-8596C84ACAA4}" dt="2024-01-27T02:55:56.805" v="0" actId="47"/>
        <pc:sldMkLst>
          <pc:docMk/>
          <pc:sldMk cId="1358948776" sldId="1271"/>
        </pc:sldMkLst>
      </pc:sldChg>
      <pc:sldChg chg="del">
        <pc:chgData name="Qu, Chengyi" userId="9f02c3db-5b00-4063-9ad4-7cdd84fdd2bb" providerId="ADAL" clId="{1F24A312-CE90-46DA-8B2A-8596C84ACAA4}" dt="2024-01-27T02:55:56.805" v="0" actId="47"/>
        <pc:sldMkLst>
          <pc:docMk/>
          <pc:sldMk cId="1825207080" sldId="1272"/>
        </pc:sldMkLst>
      </pc:sldChg>
      <pc:sldChg chg="del">
        <pc:chgData name="Qu, Chengyi" userId="9f02c3db-5b00-4063-9ad4-7cdd84fdd2bb" providerId="ADAL" clId="{1F24A312-CE90-46DA-8B2A-8596C84ACAA4}" dt="2024-01-27T02:55:56.805" v="0" actId="47"/>
        <pc:sldMkLst>
          <pc:docMk/>
          <pc:sldMk cId="1950225687" sldId="1273"/>
        </pc:sldMkLst>
      </pc:sldChg>
      <pc:sldMasterChg chg="delSldLayout">
        <pc:chgData name="Qu, Chengyi" userId="9f02c3db-5b00-4063-9ad4-7cdd84fdd2bb" providerId="ADAL" clId="{1F24A312-CE90-46DA-8B2A-8596C84ACAA4}" dt="2024-01-27T02:55:56.805" v="0" actId="47"/>
        <pc:sldMasterMkLst>
          <pc:docMk/>
          <pc:sldMasterMk cId="2807116942" sldId="2147483648"/>
        </pc:sldMasterMkLst>
        <pc:sldLayoutChg chg="del">
          <pc:chgData name="Qu, Chengyi" userId="9f02c3db-5b00-4063-9ad4-7cdd84fdd2bb" providerId="ADAL" clId="{1F24A312-CE90-46DA-8B2A-8596C84ACAA4}" dt="2024-01-27T02:55:56.805" v="0" actId="47"/>
          <pc:sldLayoutMkLst>
            <pc:docMk/>
            <pc:sldMasterMk cId="2807116942" sldId="2147483648"/>
            <pc:sldLayoutMk cId="1509607055" sldId="2147483681"/>
          </pc:sldLayoutMkLst>
        </pc:sldLayoutChg>
      </pc:sldMasterChg>
    </pc:docChg>
  </pc:docChgLst>
  <pc:docChgLst>
    <pc:chgData name="Qu, Chengyi" userId="9f02c3db-5b00-4063-9ad4-7cdd84fdd2bb" providerId="ADAL" clId="{A560A83B-B716-47FE-B9F6-0C2976A5826E}"/>
    <pc:docChg chg="undo custSel addSld delSld modSld delMainMaster">
      <pc:chgData name="Qu, Chengyi" userId="9f02c3db-5b00-4063-9ad4-7cdd84fdd2bb" providerId="ADAL" clId="{A560A83B-B716-47FE-B9F6-0C2976A5826E}" dt="2024-02-13T21:59:31.444" v="213" actId="207"/>
      <pc:docMkLst>
        <pc:docMk/>
      </pc:docMkLst>
      <pc:sldChg chg="add del">
        <pc:chgData name="Qu, Chengyi" userId="9f02c3db-5b00-4063-9ad4-7cdd84fdd2bb" providerId="ADAL" clId="{A560A83B-B716-47FE-B9F6-0C2976A5826E}" dt="2024-02-13T21:59:16.874" v="212"/>
        <pc:sldMkLst>
          <pc:docMk/>
          <pc:sldMk cId="0" sldId="256"/>
        </pc:sldMkLst>
      </pc:sldChg>
      <pc:sldChg chg="modSp mod">
        <pc:chgData name="Qu, Chengyi" userId="9f02c3db-5b00-4063-9ad4-7cdd84fdd2bb" providerId="ADAL" clId="{A560A83B-B716-47FE-B9F6-0C2976A5826E}" dt="2024-02-13T20:02:11.587" v="52" actId="20577"/>
        <pc:sldMkLst>
          <pc:docMk/>
          <pc:sldMk cId="553553694" sldId="258"/>
        </pc:sldMkLst>
      </pc:sldChg>
      <pc:sldChg chg="addSp delSp modSp add del mod">
        <pc:chgData name="Qu, Chengyi" userId="9f02c3db-5b00-4063-9ad4-7cdd84fdd2bb" providerId="ADAL" clId="{A560A83B-B716-47FE-B9F6-0C2976A5826E}" dt="2024-02-13T21:48:38.350" v="124" actId="47"/>
        <pc:sldMkLst>
          <pc:docMk/>
          <pc:sldMk cId="0" sldId="259"/>
        </pc:sldMkLst>
      </pc:sldChg>
      <pc:sldChg chg="addSp delSp modSp add mod modNotes">
        <pc:chgData name="Qu, Chengyi" userId="9f02c3db-5b00-4063-9ad4-7cdd84fdd2bb" providerId="ADAL" clId="{A560A83B-B716-47FE-B9F6-0C2976A5826E}" dt="2024-02-13T21:49:11.785" v="133" actId="1076"/>
        <pc:sldMkLst>
          <pc:docMk/>
          <pc:sldMk cId="0" sldId="260"/>
        </pc:sldMkLst>
      </pc:sldChg>
      <pc:sldChg chg="modSp add del modNotes">
        <pc:chgData name="Qu, Chengyi" userId="9f02c3db-5b00-4063-9ad4-7cdd84fdd2bb" providerId="ADAL" clId="{A560A83B-B716-47FE-B9F6-0C2976A5826E}" dt="2024-02-13T21:49:41.185" v="135"/>
        <pc:sldMkLst>
          <pc:docMk/>
          <pc:sldMk cId="0" sldId="262"/>
        </pc:sldMkLst>
      </pc:sldChg>
      <pc:sldChg chg="modSp add del modNotes">
        <pc:chgData name="Qu, Chengyi" userId="9f02c3db-5b00-4063-9ad4-7cdd84fdd2bb" providerId="ADAL" clId="{A560A83B-B716-47FE-B9F6-0C2976A5826E}" dt="2024-02-13T21:49:41.185" v="135"/>
        <pc:sldMkLst>
          <pc:docMk/>
          <pc:sldMk cId="0" sldId="263"/>
        </pc:sldMkLst>
      </pc:sldChg>
      <pc:sldChg chg="add del">
        <pc:chgData name="Qu, Chengyi" userId="9f02c3db-5b00-4063-9ad4-7cdd84fdd2bb" providerId="ADAL" clId="{A560A83B-B716-47FE-B9F6-0C2976A5826E}" dt="2024-02-13T20:03:07.226" v="67" actId="47"/>
        <pc:sldMkLst>
          <pc:docMk/>
          <pc:sldMk cId="4211329205" sldId="269"/>
        </pc:sldMkLst>
      </pc:sldChg>
      <pc:sldChg chg="modSp add mod">
        <pc:chgData name="Qu, Chengyi" userId="9f02c3db-5b00-4063-9ad4-7cdd84fdd2bb" providerId="ADAL" clId="{A560A83B-B716-47FE-B9F6-0C2976A5826E}" dt="2024-02-13T21:51:03.124" v="179" actId="20577"/>
        <pc:sldMkLst>
          <pc:docMk/>
          <pc:sldMk cId="0" sldId="271"/>
        </pc:sldMkLst>
      </pc:sldChg>
      <pc:sldChg chg="modSp add del mod">
        <pc:chgData name="Qu, Chengyi" userId="9f02c3db-5b00-4063-9ad4-7cdd84fdd2bb" providerId="ADAL" clId="{A560A83B-B716-47FE-B9F6-0C2976A5826E}" dt="2024-02-13T21:51:28.838" v="208" actId="20577"/>
        <pc:sldMkLst>
          <pc:docMk/>
          <pc:sldMk cId="0" sldId="272"/>
        </pc:sldMkLst>
      </pc:sldChg>
      <pc:sldChg chg="del">
        <pc:chgData name="Qu, Chengyi" userId="9f02c3db-5b00-4063-9ad4-7cdd84fdd2bb" providerId="ADAL" clId="{A560A83B-B716-47FE-B9F6-0C2976A5826E}" dt="2024-02-13T21:05:07.936" v="76" actId="47"/>
        <pc:sldMkLst>
          <pc:docMk/>
          <pc:sldMk cId="929726551" sldId="376"/>
        </pc:sldMkLst>
      </pc:sldChg>
      <pc:sldChg chg="modSp add del mod">
        <pc:chgData name="Qu, Chengyi" userId="9f02c3db-5b00-4063-9ad4-7cdd84fdd2bb" providerId="ADAL" clId="{A560A83B-B716-47FE-B9F6-0C2976A5826E}" dt="2024-02-13T20:03:32.607" v="75"/>
        <pc:sldMkLst>
          <pc:docMk/>
          <pc:sldMk cId="874442202" sldId="378"/>
        </pc:sldMkLst>
      </pc:sldChg>
      <pc:sldChg chg="modSp add del">
        <pc:chgData name="Qu, Chengyi" userId="9f02c3db-5b00-4063-9ad4-7cdd84fdd2bb" providerId="ADAL" clId="{A560A83B-B716-47FE-B9F6-0C2976A5826E}" dt="2024-02-13T20:03:32.607" v="75"/>
        <pc:sldMkLst>
          <pc:docMk/>
          <pc:sldMk cId="401799665" sldId="385"/>
        </pc:sldMkLst>
      </pc:sldChg>
      <pc:sldChg chg="add del">
        <pc:chgData name="Qu, Chengyi" userId="9f02c3db-5b00-4063-9ad4-7cdd84fdd2bb" providerId="ADAL" clId="{A560A83B-B716-47FE-B9F6-0C2976A5826E}" dt="2024-02-13T20:03:32.607" v="75"/>
        <pc:sldMkLst>
          <pc:docMk/>
          <pc:sldMk cId="259734074" sldId="409"/>
        </pc:sldMkLst>
      </pc:sldChg>
      <pc:sldChg chg="add del">
        <pc:chgData name="Qu, Chengyi" userId="9f02c3db-5b00-4063-9ad4-7cdd84fdd2bb" providerId="ADAL" clId="{A560A83B-B716-47FE-B9F6-0C2976A5826E}" dt="2024-02-13T20:03:32.607" v="75"/>
        <pc:sldMkLst>
          <pc:docMk/>
          <pc:sldMk cId="3096335365" sldId="411"/>
        </pc:sldMkLst>
      </pc:sldChg>
      <pc:sldChg chg="add del">
        <pc:chgData name="Qu, Chengyi" userId="9f02c3db-5b00-4063-9ad4-7cdd84fdd2bb" providerId="ADAL" clId="{A560A83B-B716-47FE-B9F6-0C2976A5826E}" dt="2024-02-13T20:03:32.607" v="75"/>
        <pc:sldMkLst>
          <pc:docMk/>
          <pc:sldMk cId="874146617" sldId="413"/>
        </pc:sldMkLst>
      </pc:sldChg>
      <pc:sldChg chg="del">
        <pc:chgData name="Qu, Chengyi" userId="9f02c3db-5b00-4063-9ad4-7cdd84fdd2bb" providerId="ADAL" clId="{A560A83B-B716-47FE-B9F6-0C2976A5826E}" dt="2024-02-13T21:05:07.936" v="76" actId="47"/>
        <pc:sldMkLst>
          <pc:docMk/>
          <pc:sldMk cId="3447973014" sldId="415"/>
        </pc:sldMkLst>
      </pc:sldChg>
      <pc:sldChg chg="modSp mod">
        <pc:chgData name="Qu, Chengyi" userId="9f02c3db-5b00-4063-9ad4-7cdd84fdd2bb" providerId="ADAL" clId="{A560A83B-B716-47FE-B9F6-0C2976A5826E}" dt="2024-02-13T21:08:55.126" v="79"/>
        <pc:sldMkLst>
          <pc:docMk/>
          <pc:sldMk cId="680690281" sldId="420"/>
        </pc:sldMkLst>
      </pc:sldChg>
      <pc:sldChg chg="modSp mod">
        <pc:chgData name="Qu, Chengyi" userId="9f02c3db-5b00-4063-9ad4-7cdd84fdd2bb" providerId="ADAL" clId="{A560A83B-B716-47FE-B9F6-0C2976A5826E}" dt="2024-02-13T21:08:58.104" v="81"/>
        <pc:sldMkLst>
          <pc:docMk/>
          <pc:sldMk cId="2559417828" sldId="421"/>
        </pc:sldMkLst>
      </pc:sldChg>
      <pc:sldChg chg="add">
        <pc:chgData name="Qu, Chengyi" userId="9f02c3db-5b00-4063-9ad4-7cdd84fdd2bb" providerId="ADAL" clId="{A560A83B-B716-47FE-B9F6-0C2976A5826E}" dt="2024-02-13T21:08:26.839" v="77"/>
        <pc:sldMkLst>
          <pc:docMk/>
          <pc:sldMk cId="3816176851" sldId="433"/>
        </pc:sldMkLst>
      </pc:sldChg>
      <pc:sldChg chg="add">
        <pc:chgData name="Qu, Chengyi" userId="9f02c3db-5b00-4063-9ad4-7cdd84fdd2bb" providerId="ADAL" clId="{A560A83B-B716-47FE-B9F6-0C2976A5826E}" dt="2024-02-13T21:08:26.839" v="77"/>
        <pc:sldMkLst>
          <pc:docMk/>
          <pc:sldMk cId="1364292571" sldId="434"/>
        </pc:sldMkLst>
      </pc:sldChg>
      <pc:sldChg chg="add">
        <pc:chgData name="Qu, Chengyi" userId="9f02c3db-5b00-4063-9ad4-7cdd84fdd2bb" providerId="ADAL" clId="{A560A83B-B716-47FE-B9F6-0C2976A5826E}" dt="2024-02-13T21:08:26.839" v="77"/>
        <pc:sldMkLst>
          <pc:docMk/>
          <pc:sldMk cId="2735504479" sldId="435"/>
        </pc:sldMkLst>
      </pc:sldChg>
      <pc:sldChg chg="add">
        <pc:chgData name="Qu, Chengyi" userId="9f02c3db-5b00-4063-9ad4-7cdd84fdd2bb" providerId="ADAL" clId="{A560A83B-B716-47FE-B9F6-0C2976A5826E}" dt="2024-02-13T21:08:26.839" v="77"/>
        <pc:sldMkLst>
          <pc:docMk/>
          <pc:sldMk cId="1250773627" sldId="436"/>
        </pc:sldMkLst>
      </pc:sldChg>
      <pc:sldChg chg="add">
        <pc:chgData name="Qu, Chengyi" userId="9f02c3db-5b00-4063-9ad4-7cdd84fdd2bb" providerId="ADAL" clId="{A560A83B-B716-47FE-B9F6-0C2976A5826E}" dt="2024-02-13T21:08:26.839" v="77"/>
        <pc:sldMkLst>
          <pc:docMk/>
          <pc:sldMk cId="763282045" sldId="437"/>
        </pc:sldMkLst>
      </pc:sldChg>
      <pc:sldChg chg="del">
        <pc:chgData name="Qu, Chengyi" userId="9f02c3db-5b00-4063-9ad4-7cdd84fdd2bb" providerId="ADAL" clId="{A560A83B-B716-47FE-B9F6-0C2976A5826E}" dt="2024-02-13T20:01:54.618" v="0" actId="47"/>
        <pc:sldMkLst>
          <pc:docMk/>
          <pc:sldMk cId="1927004406" sldId="633"/>
        </pc:sldMkLst>
      </pc:sldChg>
      <pc:sldChg chg="del">
        <pc:chgData name="Qu, Chengyi" userId="9f02c3db-5b00-4063-9ad4-7cdd84fdd2bb" providerId="ADAL" clId="{A560A83B-B716-47FE-B9F6-0C2976A5826E}" dt="2024-02-13T20:01:54.618" v="0" actId="47"/>
        <pc:sldMkLst>
          <pc:docMk/>
          <pc:sldMk cId="3327658120" sldId="634"/>
        </pc:sldMkLst>
      </pc:sldChg>
      <pc:sldChg chg="del">
        <pc:chgData name="Qu, Chengyi" userId="9f02c3db-5b00-4063-9ad4-7cdd84fdd2bb" providerId="ADAL" clId="{A560A83B-B716-47FE-B9F6-0C2976A5826E}" dt="2024-02-13T20:01:54.618" v="0" actId="47"/>
        <pc:sldMkLst>
          <pc:docMk/>
          <pc:sldMk cId="2072688855" sldId="635"/>
        </pc:sldMkLst>
      </pc:sldChg>
      <pc:sldChg chg="del">
        <pc:chgData name="Qu, Chengyi" userId="9f02c3db-5b00-4063-9ad4-7cdd84fdd2bb" providerId="ADAL" clId="{A560A83B-B716-47FE-B9F6-0C2976A5826E}" dt="2024-02-13T20:01:54.618" v="0" actId="47"/>
        <pc:sldMkLst>
          <pc:docMk/>
          <pc:sldMk cId="1581542834" sldId="636"/>
        </pc:sldMkLst>
      </pc:sldChg>
      <pc:sldChg chg="del">
        <pc:chgData name="Qu, Chengyi" userId="9f02c3db-5b00-4063-9ad4-7cdd84fdd2bb" providerId="ADAL" clId="{A560A83B-B716-47FE-B9F6-0C2976A5826E}" dt="2024-02-13T20:01:54.618" v="0" actId="47"/>
        <pc:sldMkLst>
          <pc:docMk/>
          <pc:sldMk cId="3334244613" sldId="637"/>
        </pc:sldMkLst>
      </pc:sldChg>
      <pc:sldChg chg="del">
        <pc:chgData name="Qu, Chengyi" userId="9f02c3db-5b00-4063-9ad4-7cdd84fdd2bb" providerId="ADAL" clId="{A560A83B-B716-47FE-B9F6-0C2976A5826E}" dt="2024-02-13T20:01:54.618" v="0" actId="47"/>
        <pc:sldMkLst>
          <pc:docMk/>
          <pc:sldMk cId="2570886114" sldId="638"/>
        </pc:sldMkLst>
      </pc:sldChg>
      <pc:sldChg chg="del">
        <pc:chgData name="Qu, Chengyi" userId="9f02c3db-5b00-4063-9ad4-7cdd84fdd2bb" providerId="ADAL" clId="{A560A83B-B716-47FE-B9F6-0C2976A5826E}" dt="2024-02-13T20:01:54.618" v="0" actId="47"/>
        <pc:sldMkLst>
          <pc:docMk/>
          <pc:sldMk cId="1039379895" sldId="639"/>
        </pc:sldMkLst>
      </pc:sldChg>
      <pc:sldChg chg="del">
        <pc:chgData name="Qu, Chengyi" userId="9f02c3db-5b00-4063-9ad4-7cdd84fdd2bb" providerId="ADAL" clId="{A560A83B-B716-47FE-B9F6-0C2976A5826E}" dt="2024-02-13T20:01:54.618" v="0" actId="47"/>
        <pc:sldMkLst>
          <pc:docMk/>
          <pc:sldMk cId="1913390666" sldId="640"/>
        </pc:sldMkLst>
      </pc:sldChg>
      <pc:sldChg chg="del">
        <pc:chgData name="Qu, Chengyi" userId="9f02c3db-5b00-4063-9ad4-7cdd84fdd2bb" providerId="ADAL" clId="{A560A83B-B716-47FE-B9F6-0C2976A5826E}" dt="2024-02-13T20:01:54.618" v="0" actId="47"/>
        <pc:sldMkLst>
          <pc:docMk/>
          <pc:sldMk cId="3742767098" sldId="641"/>
        </pc:sldMkLst>
      </pc:sldChg>
      <pc:sldChg chg="del">
        <pc:chgData name="Qu, Chengyi" userId="9f02c3db-5b00-4063-9ad4-7cdd84fdd2bb" providerId="ADAL" clId="{A560A83B-B716-47FE-B9F6-0C2976A5826E}" dt="2024-02-13T20:01:54.618" v="0" actId="47"/>
        <pc:sldMkLst>
          <pc:docMk/>
          <pc:sldMk cId="1210879731" sldId="643"/>
        </pc:sldMkLst>
      </pc:sldChg>
      <pc:sldChg chg="del">
        <pc:chgData name="Qu, Chengyi" userId="9f02c3db-5b00-4063-9ad4-7cdd84fdd2bb" providerId="ADAL" clId="{A560A83B-B716-47FE-B9F6-0C2976A5826E}" dt="2024-02-13T20:01:54.618" v="0" actId="47"/>
        <pc:sldMkLst>
          <pc:docMk/>
          <pc:sldMk cId="3403893922" sldId="644"/>
        </pc:sldMkLst>
      </pc:sldChg>
      <pc:sldChg chg="del">
        <pc:chgData name="Qu, Chengyi" userId="9f02c3db-5b00-4063-9ad4-7cdd84fdd2bb" providerId="ADAL" clId="{A560A83B-B716-47FE-B9F6-0C2976A5826E}" dt="2024-02-13T20:01:54.618" v="0" actId="47"/>
        <pc:sldMkLst>
          <pc:docMk/>
          <pc:sldMk cId="1668754033" sldId="645"/>
        </pc:sldMkLst>
      </pc:sldChg>
      <pc:sldChg chg="del">
        <pc:chgData name="Qu, Chengyi" userId="9f02c3db-5b00-4063-9ad4-7cdd84fdd2bb" providerId="ADAL" clId="{A560A83B-B716-47FE-B9F6-0C2976A5826E}" dt="2024-02-13T20:01:54.618" v="0" actId="47"/>
        <pc:sldMkLst>
          <pc:docMk/>
          <pc:sldMk cId="1881150535" sldId="646"/>
        </pc:sldMkLst>
      </pc:sldChg>
      <pc:sldChg chg="del">
        <pc:chgData name="Qu, Chengyi" userId="9f02c3db-5b00-4063-9ad4-7cdd84fdd2bb" providerId="ADAL" clId="{A560A83B-B716-47FE-B9F6-0C2976A5826E}" dt="2024-02-13T20:01:54.618" v="0" actId="47"/>
        <pc:sldMkLst>
          <pc:docMk/>
          <pc:sldMk cId="456788748" sldId="672"/>
        </pc:sldMkLst>
      </pc:sldChg>
      <pc:sldChg chg="del">
        <pc:chgData name="Qu, Chengyi" userId="9f02c3db-5b00-4063-9ad4-7cdd84fdd2bb" providerId="ADAL" clId="{A560A83B-B716-47FE-B9F6-0C2976A5826E}" dt="2024-02-13T20:01:54.618" v="0" actId="47"/>
        <pc:sldMkLst>
          <pc:docMk/>
          <pc:sldMk cId="96406873" sldId="673"/>
        </pc:sldMkLst>
      </pc:sldChg>
      <pc:sldChg chg="del">
        <pc:chgData name="Qu, Chengyi" userId="9f02c3db-5b00-4063-9ad4-7cdd84fdd2bb" providerId="ADAL" clId="{A560A83B-B716-47FE-B9F6-0C2976A5826E}" dt="2024-02-13T20:01:54.618" v="0" actId="47"/>
        <pc:sldMkLst>
          <pc:docMk/>
          <pc:sldMk cId="4154517867" sldId="674"/>
        </pc:sldMkLst>
      </pc:sldChg>
      <pc:sldChg chg="del">
        <pc:chgData name="Qu, Chengyi" userId="9f02c3db-5b00-4063-9ad4-7cdd84fdd2bb" providerId="ADAL" clId="{A560A83B-B716-47FE-B9F6-0C2976A5826E}" dt="2024-02-13T20:01:54.618" v="0" actId="47"/>
        <pc:sldMkLst>
          <pc:docMk/>
          <pc:sldMk cId="3333933496" sldId="675"/>
        </pc:sldMkLst>
      </pc:sldChg>
      <pc:sldChg chg="del">
        <pc:chgData name="Qu, Chengyi" userId="9f02c3db-5b00-4063-9ad4-7cdd84fdd2bb" providerId="ADAL" clId="{A560A83B-B716-47FE-B9F6-0C2976A5826E}" dt="2024-02-13T20:01:54.618" v="0" actId="47"/>
        <pc:sldMkLst>
          <pc:docMk/>
          <pc:sldMk cId="715274724" sldId="676"/>
        </pc:sldMkLst>
      </pc:sldChg>
      <pc:sldChg chg="del">
        <pc:chgData name="Qu, Chengyi" userId="9f02c3db-5b00-4063-9ad4-7cdd84fdd2bb" providerId="ADAL" clId="{A560A83B-B716-47FE-B9F6-0C2976A5826E}" dt="2024-02-13T20:01:54.618" v="0" actId="47"/>
        <pc:sldMkLst>
          <pc:docMk/>
          <pc:sldMk cId="257868271" sldId="677"/>
        </pc:sldMkLst>
      </pc:sldChg>
      <pc:sldChg chg="del">
        <pc:chgData name="Qu, Chengyi" userId="9f02c3db-5b00-4063-9ad4-7cdd84fdd2bb" providerId="ADAL" clId="{A560A83B-B716-47FE-B9F6-0C2976A5826E}" dt="2024-02-13T20:01:54.618" v="0" actId="47"/>
        <pc:sldMkLst>
          <pc:docMk/>
          <pc:sldMk cId="3746342220" sldId="678"/>
        </pc:sldMkLst>
      </pc:sldChg>
      <pc:sldChg chg="del">
        <pc:chgData name="Qu, Chengyi" userId="9f02c3db-5b00-4063-9ad4-7cdd84fdd2bb" providerId="ADAL" clId="{A560A83B-B716-47FE-B9F6-0C2976A5826E}" dt="2024-02-13T20:01:54.618" v="0" actId="47"/>
        <pc:sldMkLst>
          <pc:docMk/>
          <pc:sldMk cId="3589473169" sldId="679"/>
        </pc:sldMkLst>
      </pc:sldChg>
      <pc:sldChg chg="del">
        <pc:chgData name="Qu, Chengyi" userId="9f02c3db-5b00-4063-9ad4-7cdd84fdd2bb" providerId="ADAL" clId="{A560A83B-B716-47FE-B9F6-0C2976A5826E}" dt="2024-02-13T20:01:54.618" v="0" actId="47"/>
        <pc:sldMkLst>
          <pc:docMk/>
          <pc:sldMk cId="3560384563" sldId="680"/>
        </pc:sldMkLst>
      </pc:sldChg>
      <pc:sldChg chg="del">
        <pc:chgData name="Qu, Chengyi" userId="9f02c3db-5b00-4063-9ad4-7cdd84fdd2bb" providerId="ADAL" clId="{A560A83B-B716-47FE-B9F6-0C2976A5826E}" dt="2024-02-13T20:01:54.618" v="0" actId="47"/>
        <pc:sldMkLst>
          <pc:docMk/>
          <pc:sldMk cId="2417826034" sldId="681"/>
        </pc:sldMkLst>
      </pc:sldChg>
      <pc:sldChg chg="del">
        <pc:chgData name="Qu, Chengyi" userId="9f02c3db-5b00-4063-9ad4-7cdd84fdd2bb" providerId="ADAL" clId="{A560A83B-B716-47FE-B9F6-0C2976A5826E}" dt="2024-02-13T20:01:54.618" v="0" actId="47"/>
        <pc:sldMkLst>
          <pc:docMk/>
          <pc:sldMk cId="1487987344" sldId="682"/>
        </pc:sldMkLst>
      </pc:sldChg>
      <pc:sldChg chg="del">
        <pc:chgData name="Qu, Chengyi" userId="9f02c3db-5b00-4063-9ad4-7cdd84fdd2bb" providerId="ADAL" clId="{A560A83B-B716-47FE-B9F6-0C2976A5826E}" dt="2024-02-13T20:01:54.618" v="0" actId="47"/>
        <pc:sldMkLst>
          <pc:docMk/>
          <pc:sldMk cId="2453424196" sldId="683"/>
        </pc:sldMkLst>
      </pc:sldChg>
      <pc:sldChg chg="del">
        <pc:chgData name="Qu, Chengyi" userId="9f02c3db-5b00-4063-9ad4-7cdd84fdd2bb" providerId="ADAL" clId="{A560A83B-B716-47FE-B9F6-0C2976A5826E}" dt="2024-02-13T20:01:54.618" v="0" actId="47"/>
        <pc:sldMkLst>
          <pc:docMk/>
          <pc:sldMk cId="2152457748" sldId="684"/>
        </pc:sldMkLst>
      </pc:sldChg>
      <pc:sldChg chg="del">
        <pc:chgData name="Qu, Chengyi" userId="9f02c3db-5b00-4063-9ad4-7cdd84fdd2bb" providerId="ADAL" clId="{A560A83B-B716-47FE-B9F6-0C2976A5826E}" dt="2024-02-13T20:01:54.618" v="0" actId="47"/>
        <pc:sldMkLst>
          <pc:docMk/>
          <pc:sldMk cId="2108412039" sldId="685"/>
        </pc:sldMkLst>
      </pc:sldChg>
      <pc:sldChg chg="del">
        <pc:chgData name="Qu, Chengyi" userId="9f02c3db-5b00-4063-9ad4-7cdd84fdd2bb" providerId="ADAL" clId="{A560A83B-B716-47FE-B9F6-0C2976A5826E}" dt="2024-02-13T20:01:54.618" v="0" actId="47"/>
        <pc:sldMkLst>
          <pc:docMk/>
          <pc:sldMk cId="3783357540" sldId="686"/>
        </pc:sldMkLst>
      </pc:sldChg>
      <pc:sldChg chg="del">
        <pc:chgData name="Qu, Chengyi" userId="9f02c3db-5b00-4063-9ad4-7cdd84fdd2bb" providerId="ADAL" clId="{A560A83B-B716-47FE-B9F6-0C2976A5826E}" dt="2024-02-13T20:01:54.618" v="0" actId="47"/>
        <pc:sldMkLst>
          <pc:docMk/>
          <pc:sldMk cId="1311487720" sldId="687"/>
        </pc:sldMkLst>
      </pc:sldChg>
      <pc:sldChg chg="del">
        <pc:chgData name="Qu, Chengyi" userId="9f02c3db-5b00-4063-9ad4-7cdd84fdd2bb" providerId="ADAL" clId="{A560A83B-B716-47FE-B9F6-0C2976A5826E}" dt="2024-02-13T20:01:54.618" v="0" actId="47"/>
        <pc:sldMkLst>
          <pc:docMk/>
          <pc:sldMk cId="1498789726" sldId="688"/>
        </pc:sldMkLst>
      </pc:sldChg>
      <pc:sldChg chg="del">
        <pc:chgData name="Qu, Chengyi" userId="9f02c3db-5b00-4063-9ad4-7cdd84fdd2bb" providerId="ADAL" clId="{A560A83B-B716-47FE-B9F6-0C2976A5826E}" dt="2024-02-13T20:01:54.618" v="0" actId="47"/>
        <pc:sldMkLst>
          <pc:docMk/>
          <pc:sldMk cId="777063748" sldId="689"/>
        </pc:sldMkLst>
      </pc:sldChg>
      <pc:sldChg chg="del">
        <pc:chgData name="Qu, Chengyi" userId="9f02c3db-5b00-4063-9ad4-7cdd84fdd2bb" providerId="ADAL" clId="{A560A83B-B716-47FE-B9F6-0C2976A5826E}" dt="2024-02-13T20:01:54.618" v="0" actId="47"/>
        <pc:sldMkLst>
          <pc:docMk/>
          <pc:sldMk cId="1989709339" sldId="693"/>
        </pc:sldMkLst>
      </pc:sldChg>
      <pc:sldChg chg="del">
        <pc:chgData name="Qu, Chengyi" userId="9f02c3db-5b00-4063-9ad4-7cdd84fdd2bb" providerId="ADAL" clId="{A560A83B-B716-47FE-B9F6-0C2976A5826E}" dt="2024-02-13T20:01:54.618" v="0" actId="47"/>
        <pc:sldMkLst>
          <pc:docMk/>
          <pc:sldMk cId="1913387589" sldId="694"/>
        </pc:sldMkLst>
      </pc:sldChg>
      <pc:sldChg chg="del">
        <pc:chgData name="Qu, Chengyi" userId="9f02c3db-5b00-4063-9ad4-7cdd84fdd2bb" providerId="ADAL" clId="{A560A83B-B716-47FE-B9F6-0C2976A5826E}" dt="2024-02-13T20:01:54.618" v="0" actId="47"/>
        <pc:sldMkLst>
          <pc:docMk/>
          <pc:sldMk cId="3744046807" sldId="695"/>
        </pc:sldMkLst>
      </pc:sldChg>
      <pc:sldChg chg="addSp modSp new mod">
        <pc:chgData name="Qu, Chengyi" userId="9f02c3db-5b00-4063-9ad4-7cdd84fdd2bb" providerId="ADAL" clId="{A560A83B-B716-47FE-B9F6-0C2976A5826E}" dt="2024-02-13T20:03:03.158" v="66" actId="14100"/>
        <pc:sldMkLst>
          <pc:docMk/>
          <pc:sldMk cId="2120514358" sldId="1257"/>
        </pc:sldMkLst>
      </pc:sldChg>
      <pc:sldChg chg="modSp add mod">
        <pc:chgData name="Qu, Chengyi" userId="9f02c3db-5b00-4063-9ad4-7cdd84fdd2bb" providerId="ADAL" clId="{A560A83B-B716-47FE-B9F6-0C2976A5826E}" dt="2024-02-13T20:03:22.023" v="71" actId="207"/>
        <pc:sldMkLst>
          <pc:docMk/>
          <pc:sldMk cId="919834031" sldId="1258"/>
        </pc:sldMkLst>
      </pc:sldChg>
      <pc:sldChg chg="addSp delSp modSp new mod">
        <pc:chgData name="Qu, Chengyi" userId="9f02c3db-5b00-4063-9ad4-7cdd84fdd2bb" providerId="ADAL" clId="{A560A83B-B716-47FE-B9F6-0C2976A5826E}" dt="2024-02-13T21:48:56.305" v="128" actId="207"/>
        <pc:sldMkLst>
          <pc:docMk/>
          <pc:sldMk cId="2632825530" sldId="1259"/>
        </pc:sldMkLst>
      </pc:sldChg>
      <pc:sldChg chg="modSp add mod">
        <pc:chgData name="Qu, Chengyi" userId="9f02c3db-5b00-4063-9ad4-7cdd84fdd2bb" providerId="ADAL" clId="{A560A83B-B716-47FE-B9F6-0C2976A5826E}" dt="2024-02-13T21:59:31.444" v="213" actId="207"/>
        <pc:sldMkLst>
          <pc:docMk/>
          <pc:sldMk cId="3745870871" sldId="1260"/>
        </pc:sldMkLst>
      </pc:sldChg>
      <pc:sldChg chg="del">
        <pc:chgData name="Qu, Chengyi" userId="9f02c3db-5b00-4063-9ad4-7cdd84fdd2bb" providerId="ADAL" clId="{A560A83B-B716-47FE-B9F6-0C2976A5826E}" dt="2024-02-13T20:01:54.618" v="0" actId="47"/>
        <pc:sldMkLst>
          <pc:docMk/>
          <pc:sldMk cId="3507344199" sldId="1265"/>
        </pc:sldMkLst>
      </pc:sldChg>
      <pc:sldChg chg="del">
        <pc:chgData name="Qu, Chengyi" userId="9f02c3db-5b00-4063-9ad4-7cdd84fdd2bb" providerId="ADAL" clId="{A560A83B-B716-47FE-B9F6-0C2976A5826E}" dt="2024-02-13T20:01:54.618" v="0" actId="47"/>
        <pc:sldMkLst>
          <pc:docMk/>
          <pc:sldMk cId="3209912214" sldId="1266"/>
        </pc:sldMkLst>
      </pc:sldChg>
      <pc:sldMasterChg chg="delSldLayout">
        <pc:chgData name="Qu, Chengyi" userId="9f02c3db-5b00-4063-9ad4-7cdd84fdd2bb" providerId="ADAL" clId="{A560A83B-B716-47FE-B9F6-0C2976A5826E}" dt="2024-02-13T21:48:38.350" v="124" actId="47"/>
        <pc:sldMasterMkLst>
          <pc:docMk/>
          <pc:sldMasterMk cId="816407230" sldId="2147483667"/>
        </pc:sldMasterMkLst>
        <pc:sldLayoutChg chg="del">
          <pc:chgData name="Qu, Chengyi" userId="9f02c3db-5b00-4063-9ad4-7cdd84fdd2bb" providerId="ADAL" clId="{A560A83B-B716-47FE-B9F6-0C2976A5826E}" dt="2024-02-13T21:48:38.350" v="124" actId="47"/>
          <pc:sldLayoutMkLst>
            <pc:docMk/>
            <pc:sldMasterMk cId="816407230" sldId="2147483667"/>
            <pc:sldLayoutMk cId="744208517" sldId="2147483679"/>
          </pc:sldLayoutMkLst>
        </pc:sldLayoutChg>
      </pc:sldMasterChg>
      <pc:sldMasterChg chg="del delSldLayout">
        <pc:chgData name="Qu, Chengyi" userId="9f02c3db-5b00-4063-9ad4-7cdd84fdd2bb" providerId="ADAL" clId="{A560A83B-B716-47FE-B9F6-0C2976A5826E}" dt="2024-02-13T20:01:54.618" v="0" actId="47"/>
        <pc:sldMasterMkLst>
          <pc:docMk/>
          <pc:sldMasterMk cId="1475865050" sldId="2147483667"/>
        </pc:sldMasterMkLst>
        <pc:sldLayoutChg chg="del">
          <pc:chgData name="Qu, Chengyi" userId="9f02c3db-5b00-4063-9ad4-7cdd84fdd2bb" providerId="ADAL" clId="{A560A83B-B716-47FE-B9F6-0C2976A5826E}" dt="2024-02-13T20:01:54.618" v="0" actId="47"/>
          <pc:sldLayoutMkLst>
            <pc:docMk/>
            <pc:sldMasterMk cId="1475865050" sldId="2147483667"/>
            <pc:sldLayoutMk cId="2444572401" sldId="2147483668"/>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2940105053" sldId="2147483669"/>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1453374937" sldId="2147483670"/>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3854693899" sldId="2147483671"/>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3530994955" sldId="2147483672"/>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1291632936" sldId="2147483673"/>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1613750241" sldId="2147483674"/>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1002359994" sldId="2147483675"/>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359564113" sldId="2147483676"/>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1201862995" sldId="2147483677"/>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1346948971" sldId="2147483678"/>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11329931" sldId="2147483679"/>
          </pc:sldLayoutMkLst>
        </pc:sldLayoutChg>
        <pc:sldLayoutChg chg="del">
          <pc:chgData name="Qu, Chengyi" userId="9f02c3db-5b00-4063-9ad4-7cdd84fdd2bb" providerId="ADAL" clId="{A560A83B-B716-47FE-B9F6-0C2976A5826E}" dt="2024-02-13T20:01:54.618" v="0" actId="47"/>
          <pc:sldLayoutMkLst>
            <pc:docMk/>
            <pc:sldMasterMk cId="1475865050" sldId="2147483667"/>
            <pc:sldLayoutMk cId="2793314298" sldId="2147483680"/>
          </pc:sldLayoutMkLst>
        </pc:sldLayoutChg>
      </pc:sldMasterChg>
      <pc:sldMasterChg chg="del delSldLayout">
        <pc:chgData name="Qu, Chengyi" userId="9f02c3db-5b00-4063-9ad4-7cdd84fdd2bb" providerId="ADAL" clId="{A560A83B-B716-47FE-B9F6-0C2976A5826E}" dt="2024-02-13T20:03:07.226" v="67" actId="47"/>
        <pc:sldMasterMkLst>
          <pc:docMk/>
          <pc:sldMasterMk cId="1567201961" sldId="2147483667"/>
        </pc:sldMasterMkLst>
        <pc:sldLayoutChg chg="del">
          <pc:chgData name="Qu, Chengyi" userId="9f02c3db-5b00-4063-9ad4-7cdd84fdd2bb" providerId="ADAL" clId="{A560A83B-B716-47FE-B9F6-0C2976A5826E}" dt="2024-02-13T20:03:07.226" v="67" actId="47"/>
          <pc:sldLayoutMkLst>
            <pc:docMk/>
            <pc:sldMasterMk cId="1567201961" sldId="2147483667"/>
            <pc:sldLayoutMk cId="2673062084" sldId="2147483668"/>
          </pc:sldLayoutMkLst>
        </pc:sldLayoutChg>
        <pc:sldLayoutChg chg="del">
          <pc:chgData name="Qu, Chengyi" userId="9f02c3db-5b00-4063-9ad4-7cdd84fdd2bb" providerId="ADAL" clId="{A560A83B-B716-47FE-B9F6-0C2976A5826E}" dt="2024-02-13T20:03:07.226" v="67" actId="47"/>
          <pc:sldLayoutMkLst>
            <pc:docMk/>
            <pc:sldMasterMk cId="1567201961" sldId="2147483667"/>
            <pc:sldLayoutMk cId="338622289" sldId="2147483669"/>
          </pc:sldLayoutMkLst>
        </pc:sldLayoutChg>
        <pc:sldLayoutChg chg="del">
          <pc:chgData name="Qu, Chengyi" userId="9f02c3db-5b00-4063-9ad4-7cdd84fdd2bb" providerId="ADAL" clId="{A560A83B-B716-47FE-B9F6-0C2976A5826E}" dt="2024-02-13T20:03:07.226" v="67" actId="47"/>
          <pc:sldLayoutMkLst>
            <pc:docMk/>
            <pc:sldMasterMk cId="1567201961" sldId="2147483667"/>
            <pc:sldLayoutMk cId="1346471507" sldId="2147483670"/>
          </pc:sldLayoutMkLst>
        </pc:sldLayoutChg>
        <pc:sldLayoutChg chg="del">
          <pc:chgData name="Qu, Chengyi" userId="9f02c3db-5b00-4063-9ad4-7cdd84fdd2bb" providerId="ADAL" clId="{A560A83B-B716-47FE-B9F6-0C2976A5826E}" dt="2024-02-13T20:03:07.226" v="67" actId="47"/>
          <pc:sldLayoutMkLst>
            <pc:docMk/>
            <pc:sldMasterMk cId="1567201961" sldId="2147483667"/>
            <pc:sldLayoutMk cId="2421656378" sldId="2147483671"/>
          </pc:sldLayoutMkLst>
        </pc:sldLayoutChg>
        <pc:sldLayoutChg chg="del">
          <pc:chgData name="Qu, Chengyi" userId="9f02c3db-5b00-4063-9ad4-7cdd84fdd2bb" providerId="ADAL" clId="{A560A83B-B716-47FE-B9F6-0C2976A5826E}" dt="2024-02-13T20:03:07.226" v="67" actId="47"/>
          <pc:sldLayoutMkLst>
            <pc:docMk/>
            <pc:sldMasterMk cId="1567201961" sldId="2147483667"/>
            <pc:sldLayoutMk cId="1146002619" sldId="2147483672"/>
          </pc:sldLayoutMkLst>
        </pc:sldLayoutChg>
        <pc:sldLayoutChg chg="del">
          <pc:chgData name="Qu, Chengyi" userId="9f02c3db-5b00-4063-9ad4-7cdd84fdd2bb" providerId="ADAL" clId="{A560A83B-B716-47FE-B9F6-0C2976A5826E}" dt="2024-02-13T20:03:07.226" v="67" actId="47"/>
          <pc:sldLayoutMkLst>
            <pc:docMk/>
            <pc:sldMasterMk cId="1567201961" sldId="2147483667"/>
            <pc:sldLayoutMk cId="4140492032" sldId="2147483673"/>
          </pc:sldLayoutMkLst>
        </pc:sldLayoutChg>
        <pc:sldLayoutChg chg="del">
          <pc:chgData name="Qu, Chengyi" userId="9f02c3db-5b00-4063-9ad4-7cdd84fdd2bb" providerId="ADAL" clId="{A560A83B-B716-47FE-B9F6-0C2976A5826E}" dt="2024-02-13T20:03:07.226" v="67" actId="47"/>
          <pc:sldLayoutMkLst>
            <pc:docMk/>
            <pc:sldMasterMk cId="1567201961" sldId="2147483667"/>
            <pc:sldLayoutMk cId="2440570319" sldId="2147483674"/>
          </pc:sldLayoutMkLst>
        </pc:sldLayoutChg>
        <pc:sldLayoutChg chg="del">
          <pc:chgData name="Qu, Chengyi" userId="9f02c3db-5b00-4063-9ad4-7cdd84fdd2bb" providerId="ADAL" clId="{A560A83B-B716-47FE-B9F6-0C2976A5826E}" dt="2024-02-13T20:03:07.226" v="67" actId="47"/>
          <pc:sldLayoutMkLst>
            <pc:docMk/>
            <pc:sldMasterMk cId="1567201961" sldId="2147483667"/>
            <pc:sldLayoutMk cId="896675004" sldId="2147483675"/>
          </pc:sldLayoutMkLst>
        </pc:sldLayoutChg>
        <pc:sldLayoutChg chg="del">
          <pc:chgData name="Qu, Chengyi" userId="9f02c3db-5b00-4063-9ad4-7cdd84fdd2bb" providerId="ADAL" clId="{A560A83B-B716-47FE-B9F6-0C2976A5826E}" dt="2024-02-13T20:03:07.226" v="67" actId="47"/>
          <pc:sldLayoutMkLst>
            <pc:docMk/>
            <pc:sldMasterMk cId="1567201961" sldId="2147483667"/>
            <pc:sldLayoutMk cId="2809519200" sldId="2147483676"/>
          </pc:sldLayoutMkLst>
        </pc:sldLayoutChg>
        <pc:sldLayoutChg chg="del">
          <pc:chgData name="Qu, Chengyi" userId="9f02c3db-5b00-4063-9ad4-7cdd84fdd2bb" providerId="ADAL" clId="{A560A83B-B716-47FE-B9F6-0C2976A5826E}" dt="2024-02-13T20:03:07.226" v="67" actId="47"/>
          <pc:sldLayoutMkLst>
            <pc:docMk/>
            <pc:sldMasterMk cId="1567201961" sldId="2147483667"/>
            <pc:sldLayoutMk cId="2988825617" sldId="2147483677"/>
          </pc:sldLayoutMkLst>
        </pc:sldLayoutChg>
        <pc:sldLayoutChg chg="del">
          <pc:chgData name="Qu, Chengyi" userId="9f02c3db-5b00-4063-9ad4-7cdd84fdd2bb" providerId="ADAL" clId="{A560A83B-B716-47FE-B9F6-0C2976A5826E}" dt="2024-02-13T20:03:07.226" v="67" actId="47"/>
          <pc:sldLayoutMkLst>
            <pc:docMk/>
            <pc:sldMasterMk cId="1567201961" sldId="2147483667"/>
            <pc:sldLayoutMk cId="3932843405" sldId="2147483678"/>
          </pc:sldLayoutMkLst>
        </pc:sldLayoutChg>
      </pc:sldMasterChg>
    </pc:docChg>
  </pc:docChgLst>
  <pc:docChgLst>
    <pc:chgData name="Qu, Chengyi" userId="9f02c3db-5b00-4063-9ad4-7cdd84fdd2bb" providerId="ADAL" clId="{B8A68927-8F0D-4FCF-A9AA-7717E2476521}"/>
    <pc:docChg chg="undo custSel addSld delSld modSld sldOrd delMainMaster">
      <pc:chgData name="Qu, Chengyi" userId="9f02c3db-5b00-4063-9ad4-7cdd84fdd2bb" providerId="ADAL" clId="{B8A68927-8F0D-4FCF-A9AA-7717E2476521}" dt="2024-02-04T20:38:08.641" v="14" actId="20577"/>
      <pc:docMkLst>
        <pc:docMk/>
      </pc:docMkLst>
      <pc:sldChg chg="modSp mod ord">
        <pc:chgData name="Qu, Chengyi" userId="9f02c3db-5b00-4063-9ad4-7cdd84fdd2bb" providerId="ADAL" clId="{B8A68927-8F0D-4FCF-A9AA-7717E2476521}" dt="2024-02-04T20:11:03.283" v="6" actId="20577"/>
        <pc:sldMkLst>
          <pc:docMk/>
          <pc:sldMk cId="0" sldId="256"/>
        </pc:sldMkLst>
      </pc:sldChg>
      <pc:sldChg chg="del">
        <pc:chgData name="Qu, Chengyi" userId="9f02c3db-5b00-4063-9ad4-7cdd84fdd2bb" providerId="ADAL" clId="{B8A68927-8F0D-4FCF-A9AA-7717E2476521}" dt="2024-02-04T20:10:32.345" v="0" actId="47"/>
        <pc:sldMkLst>
          <pc:docMk/>
          <pc:sldMk cId="1350622502" sldId="302"/>
        </pc:sldMkLst>
      </pc:sldChg>
      <pc:sldChg chg="del">
        <pc:chgData name="Qu, Chengyi" userId="9f02c3db-5b00-4063-9ad4-7cdd84fdd2bb" providerId="ADAL" clId="{B8A68927-8F0D-4FCF-A9AA-7717E2476521}" dt="2024-02-04T20:11:12.269" v="7" actId="47"/>
        <pc:sldMkLst>
          <pc:docMk/>
          <pc:sldMk cId="4081942817" sldId="309"/>
        </pc:sldMkLst>
      </pc:sldChg>
      <pc:sldChg chg="del">
        <pc:chgData name="Qu, Chengyi" userId="9f02c3db-5b00-4063-9ad4-7cdd84fdd2bb" providerId="ADAL" clId="{B8A68927-8F0D-4FCF-A9AA-7717E2476521}" dt="2024-02-04T20:11:12.269" v="7" actId="47"/>
        <pc:sldMkLst>
          <pc:docMk/>
          <pc:sldMk cId="4266121674" sldId="310"/>
        </pc:sldMkLst>
      </pc:sldChg>
      <pc:sldChg chg="del">
        <pc:chgData name="Qu, Chengyi" userId="9f02c3db-5b00-4063-9ad4-7cdd84fdd2bb" providerId="ADAL" clId="{B8A68927-8F0D-4FCF-A9AA-7717E2476521}" dt="2024-02-04T20:11:12.269" v="7" actId="47"/>
        <pc:sldMkLst>
          <pc:docMk/>
          <pc:sldMk cId="397340874" sldId="311"/>
        </pc:sldMkLst>
      </pc:sldChg>
      <pc:sldChg chg="del">
        <pc:chgData name="Qu, Chengyi" userId="9f02c3db-5b00-4063-9ad4-7cdd84fdd2bb" providerId="ADAL" clId="{B8A68927-8F0D-4FCF-A9AA-7717E2476521}" dt="2024-02-04T20:11:12.269" v="7" actId="47"/>
        <pc:sldMkLst>
          <pc:docMk/>
          <pc:sldMk cId="1891869304" sldId="312"/>
        </pc:sldMkLst>
      </pc:sldChg>
      <pc:sldChg chg="del">
        <pc:chgData name="Qu, Chengyi" userId="9f02c3db-5b00-4063-9ad4-7cdd84fdd2bb" providerId="ADAL" clId="{B8A68927-8F0D-4FCF-A9AA-7717E2476521}" dt="2024-02-04T20:11:12.269" v="7" actId="47"/>
        <pc:sldMkLst>
          <pc:docMk/>
          <pc:sldMk cId="2140572250" sldId="313"/>
        </pc:sldMkLst>
      </pc:sldChg>
      <pc:sldChg chg="del">
        <pc:chgData name="Qu, Chengyi" userId="9f02c3db-5b00-4063-9ad4-7cdd84fdd2bb" providerId="ADAL" clId="{B8A68927-8F0D-4FCF-A9AA-7717E2476521}" dt="2024-02-04T20:11:12.269" v="7" actId="47"/>
        <pc:sldMkLst>
          <pc:docMk/>
          <pc:sldMk cId="2771919027" sldId="315"/>
        </pc:sldMkLst>
      </pc:sldChg>
      <pc:sldChg chg="del">
        <pc:chgData name="Qu, Chengyi" userId="9f02c3db-5b00-4063-9ad4-7cdd84fdd2bb" providerId="ADAL" clId="{B8A68927-8F0D-4FCF-A9AA-7717E2476521}" dt="2024-02-04T20:11:12.269" v="7" actId="47"/>
        <pc:sldMkLst>
          <pc:docMk/>
          <pc:sldMk cId="2610447627" sldId="317"/>
        </pc:sldMkLst>
      </pc:sldChg>
      <pc:sldChg chg="del">
        <pc:chgData name="Qu, Chengyi" userId="9f02c3db-5b00-4063-9ad4-7cdd84fdd2bb" providerId="ADAL" clId="{B8A68927-8F0D-4FCF-A9AA-7717E2476521}" dt="2024-02-04T20:11:12.269" v="7" actId="47"/>
        <pc:sldMkLst>
          <pc:docMk/>
          <pc:sldMk cId="1554699303" sldId="318"/>
        </pc:sldMkLst>
      </pc:sldChg>
      <pc:sldChg chg="del">
        <pc:chgData name="Qu, Chengyi" userId="9f02c3db-5b00-4063-9ad4-7cdd84fdd2bb" providerId="ADAL" clId="{B8A68927-8F0D-4FCF-A9AA-7717E2476521}" dt="2024-02-04T20:11:12.269" v="7" actId="47"/>
        <pc:sldMkLst>
          <pc:docMk/>
          <pc:sldMk cId="4261292706" sldId="319"/>
        </pc:sldMkLst>
      </pc:sldChg>
      <pc:sldChg chg="del">
        <pc:chgData name="Qu, Chengyi" userId="9f02c3db-5b00-4063-9ad4-7cdd84fdd2bb" providerId="ADAL" clId="{B8A68927-8F0D-4FCF-A9AA-7717E2476521}" dt="2024-02-04T20:11:12.269" v="7" actId="47"/>
        <pc:sldMkLst>
          <pc:docMk/>
          <pc:sldMk cId="4160575002" sldId="321"/>
        </pc:sldMkLst>
      </pc:sldChg>
      <pc:sldChg chg="del">
        <pc:chgData name="Qu, Chengyi" userId="9f02c3db-5b00-4063-9ad4-7cdd84fdd2bb" providerId="ADAL" clId="{B8A68927-8F0D-4FCF-A9AA-7717E2476521}" dt="2024-02-04T20:11:12.269" v="7" actId="47"/>
        <pc:sldMkLst>
          <pc:docMk/>
          <pc:sldMk cId="2042401734" sldId="322"/>
        </pc:sldMkLst>
      </pc:sldChg>
      <pc:sldChg chg="del">
        <pc:chgData name="Qu, Chengyi" userId="9f02c3db-5b00-4063-9ad4-7cdd84fdd2bb" providerId="ADAL" clId="{B8A68927-8F0D-4FCF-A9AA-7717E2476521}" dt="2024-02-04T20:11:12.269" v="7" actId="47"/>
        <pc:sldMkLst>
          <pc:docMk/>
          <pc:sldMk cId="29790647" sldId="323"/>
        </pc:sldMkLst>
      </pc:sldChg>
      <pc:sldChg chg="del">
        <pc:chgData name="Qu, Chengyi" userId="9f02c3db-5b00-4063-9ad4-7cdd84fdd2bb" providerId="ADAL" clId="{B8A68927-8F0D-4FCF-A9AA-7717E2476521}" dt="2024-02-04T20:11:12.269" v="7" actId="47"/>
        <pc:sldMkLst>
          <pc:docMk/>
          <pc:sldMk cId="3123380444" sldId="324"/>
        </pc:sldMkLst>
      </pc:sldChg>
      <pc:sldChg chg="del">
        <pc:chgData name="Qu, Chengyi" userId="9f02c3db-5b00-4063-9ad4-7cdd84fdd2bb" providerId="ADAL" clId="{B8A68927-8F0D-4FCF-A9AA-7717E2476521}" dt="2024-02-04T20:11:12.269" v="7" actId="47"/>
        <pc:sldMkLst>
          <pc:docMk/>
          <pc:sldMk cId="1014335648" sldId="325"/>
        </pc:sldMkLst>
      </pc:sldChg>
      <pc:sldChg chg="del">
        <pc:chgData name="Qu, Chengyi" userId="9f02c3db-5b00-4063-9ad4-7cdd84fdd2bb" providerId="ADAL" clId="{B8A68927-8F0D-4FCF-A9AA-7717E2476521}" dt="2024-02-04T20:11:12.269" v="7" actId="47"/>
        <pc:sldMkLst>
          <pc:docMk/>
          <pc:sldMk cId="1332023612" sldId="326"/>
        </pc:sldMkLst>
      </pc:sldChg>
      <pc:sldChg chg="del">
        <pc:chgData name="Qu, Chengyi" userId="9f02c3db-5b00-4063-9ad4-7cdd84fdd2bb" providerId="ADAL" clId="{B8A68927-8F0D-4FCF-A9AA-7717E2476521}" dt="2024-02-04T20:11:12.269" v="7" actId="47"/>
        <pc:sldMkLst>
          <pc:docMk/>
          <pc:sldMk cId="3737461284" sldId="360"/>
        </pc:sldMkLst>
      </pc:sldChg>
      <pc:sldChg chg="del">
        <pc:chgData name="Qu, Chengyi" userId="9f02c3db-5b00-4063-9ad4-7cdd84fdd2bb" providerId="ADAL" clId="{B8A68927-8F0D-4FCF-A9AA-7717E2476521}" dt="2024-02-04T20:11:12.269" v="7" actId="47"/>
        <pc:sldMkLst>
          <pc:docMk/>
          <pc:sldMk cId="2347205576" sldId="361"/>
        </pc:sldMkLst>
      </pc:sldChg>
      <pc:sldChg chg="del">
        <pc:chgData name="Qu, Chengyi" userId="9f02c3db-5b00-4063-9ad4-7cdd84fdd2bb" providerId="ADAL" clId="{B8A68927-8F0D-4FCF-A9AA-7717E2476521}" dt="2024-02-04T20:11:12.269" v="7" actId="47"/>
        <pc:sldMkLst>
          <pc:docMk/>
          <pc:sldMk cId="309228740" sldId="362"/>
        </pc:sldMkLst>
      </pc:sldChg>
      <pc:sldChg chg="add del">
        <pc:chgData name="Qu, Chengyi" userId="9f02c3db-5b00-4063-9ad4-7cdd84fdd2bb" providerId="ADAL" clId="{B8A68927-8F0D-4FCF-A9AA-7717E2476521}" dt="2024-02-04T20:27:02.848" v="13"/>
        <pc:sldMkLst>
          <pc:docMk/>
          <pc:sldMk cId="1217450473" sldId="367"/>
        </pc:sldMkLst>
      </pc:sldChg>
      <pc:sldChg chg="add del">
        <pc:chgData name="Qu, Chengyi" userId="9f02c3db-5b00-4063-9ad4-7cdd84fdd2bb" providerId="ADAL" clId="{B8A68927-8F0D-4FCF-A9AA-7717E2476521}" dt="2024-02-04T20:27:02.848" v="13"/>
        <pc:sldMkLst>
          <pc:docMk/>
          <pc:sldMk cId="178958858" sldId="371"/>
        </pc:sldMkLst>
      </pc:sldChg>
      <pc:sldChg chg="modSp add del mod">
        <pc:chgData name="Qu, Chengyi" userId="9f02c3db-5b00-4063-9ad4-7cdd84fdd2bb" providerId="ADAL" clId="{B8A68927-8F0D-4FCF-A9AA-7717E2476521}" dt="2024-02-04T20:27:02.848" v="13"/>
        <pc:sldMkLst>
          <pc:docMk/>
          <pc:sldMk cId="2316534037" sldId="374"/>
        </pc:sldMkLst>
      </pc:sldChg>
      <pc:sldChg chg="modSp add del mod">
        <pc:chgData name="Qu, Chengyi" userId="9f02c3db-5b00-4063-9ad4-7cdd84fdd2bb" providerId="ADAL" clId="{B8A68927-8F0D-4FCF-A9AA-7717E2476521}" dt="2024-02-04T20:27:02.848" v="13"/>
        <pc:sldMkLst>
          <pc:docMk/>
          <pc:sldMk cId="1419336903" sldId="382"/>
        </pc:sldMkLst>
      </pc:sldChg>
      <pc:sldChg chg="add del">
        <pc:chgData name="Qu, Chengyi" userId="9f02c3db-5b00-4063-9ad4-7cdd84fdd2bb" providerId="ADAL" clId="{B8A68927-8F0D-4FCF-A9AA-7717E2476521}" dt="2024-02-04T20:27:02.848" v="13"/>
        <pc:sldMkLst>
          <pc:docMk/>
          <pc:sldMk cId="3370047568" sldId="383"/>
        </pc:sldMkLst>
      </pc:sldChg>
      <pc:sldChg chg="add del">
        <pc:chgData name="Qu, Chengyi" userId="9f02c3db-5b00-4063-9ad4-7cdd84fdd2bb" providerId="ADAL" clId="{B8A68927-8F0D-4FCF-A9AA-7717E2476521}" dt="2024-02-04T20:27:02.848" v="13"/>
        <pc:sldMkLst>
          <pc:docMk/>
          <pc:sldMk cId="2055057035" sldId="384"/>
        </pc:sldMkLst>
      </pc:sldChg>
      <pc:sldChg chg="modSp add del mod">
        <pc:chgData name="Qu, Chengyi" userId="9f02c3db-5b00-4063-9ad4-7cdd84fdd2bb" providerId="ADAL" clId="{B8A68927-8F0D-4FCF-A9AA-7717E2476521}" dt="2024-02-04T20:27:02.848" v="13"/>
        <pc:sldMkLst>
          <pc:docMk/>
          <pc:sldMk cId="2640340070" sldId="385"/>
        </pc:sldMkLst>
      </pc:sldChg>
      <pc:sldChg chg="add del">
        <pc:chgData name="Qu, Chengyi" userId="9f02c3db-5b00-4063-9ad4-7cdd84fdd2bb" providerId="ADAL" clId="{B8A68927-8F0D-4FCF-A9AA-7717E2476521}" dt="2024-02-04T20:27:02.848" v="13"/>
        <pc:sldMkLst>
          <pc:docMk/>
          <pc:sldMk cId="2993049085" sldId="386"/>
        </pc:sldMkLst>
      </pc:sldChg>
      <pc:sldChg chg="add del">
        <pc:chgData name="Qu, Chengyi" userId="9f02c3db-5b00-4063-9ad4-7cdd84fdd2bb" providerId="ADAL" clId="{B8A68927-8F0D-4FCF-A9AA-7717E2476521}" dt="2024-02-04T20:27:02.848" v="13"/>
        <pc:sldMkLst>
          <pc:docMk/>
          <pc:sldMk cId="1540118003" sldId="387"/>
        </pc:sldMkLst>
      </pc:sldChg>
      <pc:sldChg chg="add del">
        <pc:chgData name="Qu, Chengyi" userId="9f02c3db-5b00-4063-9ad4-7cdd84fdd2bb" providerId="ADAL" clId="{B8A68927-8F0D-4FCF-A9AA-7717E2476521}" dt="2024-02-04T20:27:02.848" v="13"/>
        <pc:sldMkLst>
          <pc:docMk/>
          <pc:sldMk cId="2294238332" sldId="388"/>
        </pc:sldMkLst>
      </pc:sldChg>
      <pc:sldChg chg="add del">
        <pc:chgData name="Qu, Chengyi" userId="9f02c3db-5b00-4063-9ad4-7cdd84fdd2bb" providerId="ADAL" clId="{B8A68927-8F0D-4FCF-A9AA-7717E2476521}" dt="2024-02-04T20:27:02.848" v="13"/>
        <pc:sldMkLst>
          <pc:docMk/>
          <pc:sldMk cId="3885871552" sldId="389"/>
        </pc:sldMkLst>
      </pc:sldChg>
      <pc:sldChg chg="add del">
        <pc:chgData name="Qu, Chengyi" userId="9f02c3db-5b00-4063-9ad4-7cdd84fdd2bb" providerId="ADAL" clId="{B8A68927-8F0D-4FCF-A9AA-7717E2476521}" dt="2024-02-04T20:27:02.848" v="13"/>
        <pc:sldMkLst>
          <pc:docMk/>
          <pc:sldMk cId="1846400946" sldId="390"/>
        </pc:sldMkLst>
      </pc:sldChg>
      <pc:sldChg chg="add del modNotesTx">
        <pc:chgData name="Qu, Chengyi" userId="9f02c3db-5b00-4063-9ad4-7cdd84fdd2bb" providerId="ADAL" clId="{B8A68927-8F0D-4FCF-A9AA-7717E2476521}" dt="2024-02-04T20:38:08.641" v="14" actId="20577"/>
        <pc:sldMkLst>
          <pc:docMk/>
          <pc:sldMk cId="2515851175" sldId="391"/>
        </pc:sldMkLst>
      </pc:sldChg>
      <pc:sldChg chg="add del">
        <pc:chgData name="Qu, Chengyi" userId="9f02c3db-5b00-4063-9ad4-7cdd84fdd2bb" providerId="ADAL" clId="{B8A68927-8F0D-4FCF-A9AA-7717E2476521}" dt="2024-02-04T20:27:02.848" v="13"/>
        <pc:sldMkLst>
          <pc:docMk/>
          <pc:sldMk cId="31746736" sldId="392"/>
        </pc:sldMkLst>
      </pc:sldChg>
      <pc:sldChg chg="add del">
        <pc:chgData name="Qu, Chengyi" userId="9f02c3db-5b00-4063-9ad4-7cdd84fdd2bb" providerId="ADAL" clId="{B8A68927-8F0D-4FCF-A9AA-7717E2476521}" dt="2024-02-04T20:27:02.848" v="13"/>
        <pc:sldMkLst>
          <pc:docMk/>
          <pc:sldMk cId="3184566003" sldId="393"/>
        </pc:sldMkLst>
      </pc:sldChg>
      <pc:sldChg chg="add del">
        <pc:chgData name="Qu, Chengyi" userId="9f02c3db-5b00-4063-9ad4-7cdd84fdd2bb" providerId="ADAL" clId="{B8A68927-8F0D-4FCF-A9AA-7717E2476521}" dt="2024-02-04T20:27:02.848" v="13"/>
        <pc:sldMkLst>
          <pc:docMk/>
          <pc:sldMk cId="1671043101" sldId="394"/>
        </pc:sldMkLst>
      </pc:sldChg>
      <pc:sldChg chg="add del">
        <pc:chgData name="Qu, Chengyi" userId="9f02c3db-5b00-4063-9ad4-7cdd84fdd2bb" providerId="ADAL" clId="{B8A68927-8F0D-4FCF-A9AA-7717E2476521}" dt="2024-02-04T20:27:02.848" v="13"/>
        <pc:sldMkLst>
          <pc:docMk/>
          <pc:sldMk cId="4219989565" sldId="395"/>
        </pc:sldMkLst>
      </pc:sldChg>
      <pc:sldChg chg="add del">
        <pc:chgData name="Qu, Chengyi" userId="9f02c3db-5b00-4063-9ad4-7cdd84fdd2bb" providerId="ADAL" clId="{B8A68927-8F0D-4FCF-A9AA-7717E2476521}" dt="2024-02-04T20:27:02.848" v="13"/>
        <pc:sldMkLst>
          <pc:docMk/>
          <pc:sldMk cId="2244718961" sldId="700"/>
        </pc:sldMkLst>
      </pc:sldChg>
      <pc:sldChg chg="del">
        <pc:chgData name="Qu, Chengyi" userId="9f02c3db-5b00-4063-9ad4-7cdd84fdd2bb" providerId="ADAL" clId="{B8A68927-8F0D-4FCF-A9AA-7717E2476521}" dt="2024-02-04T20:10:32.345" v="0" actId="47"/>
        <pc:sldMkLst>
          <pc:docMk/>
          <pc:sldMk cId="2651535271" sldId="1262"/>
        </pc:sldMkLst>
      </pc:sldChg>
      <pc:sldChg chg="del">
        <pc:chgData name="Qu, Chengyi" userId="9f02c3db-5b00-4063-9ad4-7cdd84fdd2bb" providerId="ADAL" clId="{B8A68927-8F0D-4FCF-A9AA-7717E2476521}" dt="2024-02-04T20:10:32.345" v="0" actId="47"/>
        <pc:sldMkLst>
          <pc:docMk/>
          <pc:sldMk cId="3767743320" sldId="1263"/>
        </pc:sldMkLst>
      </pc:sldChg>
      <pc:sldChg chg="del">
        <pc:chgData name="Qu, Chengyi" userId="9f02c3db-5b00-4063-9ad4-7cdd84fdd2bb" providerId="ADAL" clId="{B8A68927-8F0D-4FCF-A9AA-7717E2476521}" dt="2024-02-04T20:11:12.269" v="7" actId="47"/>
        <pc:sldMkLst>
          <pc:docMk/>
          <pc:sldMk cId="327016494" sldId="1264"/>
        </pc:sldMkLst>
      </pc:sldChg>
      <pc:sldChg chg="modSp mod">
        <pc:chgData name="Qu, Chengyi" userId="9f02c3db-5b00-4063-9ad4-7cdd84fdd2bb" providerId="ADAL" clId="{B8A68927-8F0D-4FCF-A9AA-7717E2476521}" dt="2024-02-04T20:10:43.130" v="2" actId="207"/>
        <pc:sldMkLst>
          <pc:docMk/>
          <pc:sldMk cId="3507344199" sldId="1265"/>
        </pc:sldMkLst>
      </pc:sldChg>
      <pc:sldChg chg="del">
        <pc:chgData name="Qu, Chengyi" userId="9f02c3db-5b00-4063-9ad4-7cdd84fdd2bb" providerId="ADAL" clId="{B8A68927-8F0D-4FCF-A9AA-7717E2476521}" dt="2024-02-04T20:10:32.345" v="0" actId="47"/>
        <pc:sldMkLst>
          <pc:docMk/>
          <pc:sldMk cId="1835531626" sldId="1266"/>
        </pc:sldMkLst>
      </pc:sldChg>
      <pc:sldChg chg="del">
        <pc:chgData name="Qu, Chengyi" userId="9f02c3db-5b00-4063-9ad4-7cdd84fdd2bb" providerId="ADAL" clId="{B8A68927-8F0D-4FCF-A9AA-7717E2476521}" dt="2024-02-04T20:11:12.269" v="7" actId="47"/>
        <pc:sldMkLst>
          <pc:docMk/>
          <pc:sldMk cId="2897299916" sldId="1267"/>
        </pc:sldMkLst>
      </pc:sldChg>
      <pc:sldChg chg="del">
        <pc:chgData name="Qu, Chengyi" userId="9f02c3db-5b00-4063-9ad4-7cdd84fdd2bb" providerId="ADAL" clId="{B8A68927-8F0D-4FCF-A9AA-7717E2476521}" dt="2024-02-04T20:11:12.269" v="7" actId="47"/>
        <pc:sldMkLst>
          <pc:docMk/>
          <pc:sldMk cId="730941134" sldId="1268"/>
        </pc:sldMkLst>
      </pc:sldChg>
      <pc:sldChg chg="del">
        <pc:chgData name="Qu, Chengyi" userId="9f02c3db-5b00-4063-9ad4-7cdd84fdd2bb" providerId="ADAL" clId="{B8A68927-8F0D-4FCF-A9AA-7717E2476521}" dt="2024-02-04T20:11:12.269" v="7" actId="47"/>
        <pc:sldMkLst>
          <pc:docMk/>
          <pc:sldMk cId="2288592048" sldId="1269"/>
        </pc:sldMkLst>
      </pc:sldChg>
      <pc:sldChg chg="del">
        <pc:chgData name="Qu, Chengyi" userId="9f02c3db-5b00-4063-9ad4-7cdd84fdd2bb" providerId="ADAL" clId="{B8A68927-8F0D-4FCF-A9AA-7717E2476521}" dt="2024-02-04T20:11:12.269" v="7" actId="47"/>
        <pc:sldMkLst>
          <pc:docMk/>
          <pc:sldMk cId="2843450976" sldId="1270"/>
        </pc:sldMkLst>
      </pc:sldChg>
      <pc:sldChg chg="del">
        <pc:chgData name="Qu, Chengyi" userId="9f02c3db-5b00-4063-9ad4-7cdd84fdd2bb" providerId="ADAL" clId="{B8A68927-8F0D-4FCF-A9AA-7717E2476521}" dt="2024-02-04T20:11:12.269" v="7" actId="47"/>
        <pc:sldMkLst>
          <pc:docMk/>
          <pc:sldMk cId="566162244" sldId="1271"/>
        </pc:sldMkLst>
      </pc:sldChg>
      <pc:sldChg chg="del">
        <pc:chgData name="Qu, Chengyi" userId="9f02c3db-5b00-4063-9ad4-7cdd84fdd2bb" providerId="ADAL" clId="{B8A68927-8F0D-4FCF-A9AA-7717E2476521}" dt="2024-02-04T20:11:12.269" v="7" actId="47"/>
        <pc:sldMkLst>
          <pc:docMk/>
          <pc:sldMk cId="605728639" sldId="1272"/>
        </pc:sldMkLst>
      </pc:sldChg>
      <pc:sldChg chg="del">
        <pc:chgData name="Qu, Chengyi" userId="9f02c3db-5b00-4063-9ad4-7cdd84fdd2bb" providerId="ADAL" clId="{B8A68927-8F0D-4FCF-A9AA-7717E2476521}" dt="2024-02-04T20:11:12.269" v="7" actId="47"/>
        <pc:sldMkLst>
          <pc:docMk/>
          <pc:sldMk cId="2574300258" sldId="1273"/>
        </pc:sldMkLst>
      </pc:sldChg>
      <pc:sldMasterChg chg="delSldLayout">
        <pc:chgData name="Qu, Chengyi" userId="9f02c3db-5b00-4063-9ad4-7cdd84fdd2bb" providerId="ADAL" clId="{B8A68927-8F0D-4FCF-A9AA-7717E2476521}" dt="2024-02-04T20:11:12.269" v="7" actId="47"/>
        <pc:sldMasterMkLst>
          <pc:docMk/>
          <pc:sldMasterMk cId="2807116942" sldId="2147483648"/>
        </pc:sldMasterMkLst>
        <pc:sldLayoutChg chg="del">
          <pc:chgData name="Qu, Chengyi" userId="9f02c3db-5b00-4063-9ad4-7cdd84fdd2bb" providerId="ADAL" clId="{B8A68927-8F0D-4FCF-A9AA-7717E2476521}" dt="2024-02-04T20:11:12.269" v="7" actId="47"/>
          <pc:sldLayoutMkLst>
            <pc:docMk/>
            <pc:sldMasterMk cId="2807116942" sldId="2147483648"/>
            <pc:sldLayoutMk cId="3178452526" sldId="2147483681"/>
          </pc:sldLayoutMkLst>
        </pc:sldLayoutChg>
      </pc:sldMasterChg>
      <pc:sldMasterChg chg="del delSldLayout">
        <pc:chgData name="Qu, Chengyi" userId="9f02c3db-5b00-4063-9ad4-7cdd84fdd2bb" providerId="ADAL" clId="{B8A68927-8F0D-4FCF-A9AA-7717E2476521}" dt="2024-02-04T20:11:12.269" v="7" actId="47"/>
        <pc:sldMasterMkLst>
          <pc:docMk/>
          <pc:sldMasterMk cId="3786389625" sldId="2147483683"/>
        </pc:sldMasterMkLst>
        <pc:sldLayoutChg chg="del">
          <pc:chgData name="Qu, Chengyi" userId="9f02c3db-5b00-4063-9ad4-7cdd84fdd2bb" providerId="ADAL" clId="{B8A68927-8F0D-4FCF-A9AA-7717E2476521}" dt="2024-02-04T20:11:12.269" v="7" actId="47"/>
          <pc:sldLayoutMkLst>
            <pc:docMk/>
            <pc:sldMasterMk cId="3786389625" sldId="2147483683"/>
            <pc:sldLayoutMk cId="1259363603" sldId="2147483684"/>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3471717181" sldId="2147483685"/>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2586057541" sldId="2147483686"/>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4246278388" sldId="2147483687"/>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3941270850" sldId="2147483688"/>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4273289796" sldId="2147483689"/>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2323698036" sldId="2147483690"/>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1475924351" sldId="2147483691"/>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1967705870" sldId="2147483692"/>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3989082028" sldId="2147483693"/>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2148730976" sldId="2147483694"/>
          </pc:sldLayoutMkLst>
        </pc:sldLayoutChg>
        <pc:sldLayoutChg chg="del">
          <pc:chgData name="Qu, Chengyi" userId="9f02c3db-5b00-4063-9ad4-7cdd84fdd2bb" providerId="ADAL" clId="{B8A68927-8F0D-4FCF-A9AA-7717E2476521}" dt="2024-02-04T20:11:12.269" v="7" actId="47"/>
          <pc:sldLayoutMkLst>
            <pc:docMk/>
            <pc:sldMasterMk cId="3786389625" sldId="2147483683"/>
            <pc:sldLayoutMk cId="2908134823" sldId="2147483695"/>
          </pc:sldLayoutMkLst>
        </pc:sldLayoutChg>
      </pc:sldMasterChg>
    </pc:docChg>
  </pc:docChgLst>
  <pc:docChgLst>
    <pc:chgData name="Qu, Chengyi" userId="9f02c3db-5b00-4063-9ad4-7cdd84fdd2bb" providerId="ADAL" clId="{54A67444-F441-4145-B7B7-0BC8ED328209}"/>
    <pc:docChg chg="undo custSel addSld delSld modSld delMainMaster">
      <pc:chgData name="Qu, Chengyi" userId="9f02c3db-5b00-4063-9ad4-7cdd84fdd2bb" providerId="ADAL" clId="{54A67444-F441-4145-B7B7-0BC8ED328209}" dt="2024-01-23T16:11:02.586" v="47" actId="14100"/>
      <pc:docMkLst>
        <pc:docMk/>
      </pc:docMkLst>
      <pc:sldChg chg="modSp mod">
        <pc:chgData name="Qu, Chengyi" userId="9f02c3db-5b00-4063-9ad4-7cdd84fdd2bb" providerId="ADAL" clId="{54A67444-F441-4145-B7B7-0BC8ED328209}" dt="2024-01-23T16:02:39.941" v="9" actId="20577"/>
        <pc:sldMkLst>
          <pc:docMk/>
          <pc:sldMk cId="553553694" sldId="258"/>
        </pc:sldMkLst>
      </pc:sldChg>
      <pc:sldChg chg="add modNotes">
        <pc:chgData name="Qu, Chengyi" userId="9f02c3db-5b00-4063-9ad4-7cdd84fdd2bb" providerId="ADAL" clId="{54A67444-F441-4145-B7B7-0BC8ED328209}" dt="2024-01-23T16:06:18.819" v="43"/>
        <pc:sldMkLst>
          <pc:docMk/>
          <pc:sldMk cId="1990146364" sldId="259"/>
        </pc:sldMkLst>
      </pc:sldChg>
      <pc:sldChg chg="del">
        <pc:chgData name="Qu, Chengyi" userId="9f02c3db-5b00-4063-9ad4-7cdd84fdd2bb" providerId="ADAL" clId="{54A67444-F441-4145-B7B7-0BC8ED328209}" dt="2024-01-23T16:04:34.681" v="21" actId="47"/>
        <pc:sldMkLst>
          <pc:docMk/>
          <pc:sldMk cId="0" sldId="261"/>
        </pc:sldMkLst>
      </pc:sldChg>
      <pc:sldChg chg="add del">
        <pc:chgData name="Qu, Chengyi" userId="9f02c3db-5b00-4063-9ad4-7cdd84fdd2bb" providerId="ADAL" clId="{54A67444-F441-4145-B7B7-0BC8ED328209}" dt="2024-01-23T16:06:18.819" v="43"/>
        <pc:sldMkLst>
          <pc:docMk/>
          <pc:sldMk cId="3379956012" sldId="261"/>
        </pc:sldMkLst>
      </pc:sldChg>
      <pc:sldChg chg="del">
        <pc:chgData name="Qu, Chengyi" userId="9f02c3db-5b00-4063-9ad4-7cdd84fdd2bb" providerId="ADAL" clId="{54A67444-F441-4145-B7B7-0BC8ED328209}" dt="2024-01-23T16:04:34.681" v="21" actId="47"/>
        <pc:sldMkLst>
          <pc:docMk/>
          <pc:sldMk cId="0" sldId="262"/>
        </pc:sldMkLst>
      </pc:sldChg>
      <pc:sldChg chg="add del">
        <pc:chgData name="Qu, Chengyi" userId="9f02c3db-5b00-4063-9ad4-7cdd84fdd2bb" providerId="ADAL" clId="{54A67444-F441-4145-B7B7-0BC8ED328209}" dt="2024-01-23T16:06:18.819" v="43"/>
        <pc:sldMkLst>
          <pc:docMk/>
          <pc:sldMk cId="1685846870" sldId="262"/>
        </pc:sldMkLst>
      </pc:sldChg>
      <pc:sldChg chg="del">
        <pc:chgData name="Qu, Chengyi" userId="9f02c3db-5b00-4063-9ad4-7cdd84fdd2bb" providerId="ADAL" clId="{54A67444-F441-4145-B7B7-0BC8ED328209}" dt="2024-01-23T16:04:34.681" v="21" actId="47"/>
        <pc:sldMkLst>
          <pc:docMk/>
          <pc:sldMk cId="0" sldId="263"/>
        </pc:sldMkLst>
      </pc:sldChg>
      <pc:sldChg chg="add del">
        <pc:chgData name="Qu, Chengyi" userId="9f02c3db-5b00-4063-9ad4-7cdd84fdd2bb" providerId="ADAL" clId="{54A67444-F441-4145-B7B7-0BC8ED328209}" dt="2024-01-23T16:06:18.819" v="43"/>
        <pc:sldMkLst>
          <pc:docMk/>
          <pc:sldMk cId="106735833" sldId="263"/>
        </pc:sldMkLst>
      </pc:sldChg>
      <pc:sldChg chg="del">
        <pc:chgData name="Qu, Chengyi" userId="9f02c3db-5b00-4063-9ad4-7cdd84fdd2bb" providerId="ADAL" clId="{54A67444-F441-4145-B7B7-0BC8ED328209}" dt="2024-01-23T16:04:34.681" v="21" actId="47"/>
        <pc:sldMkLst>
          <pc:docMk/>
          <pc:sldMk cId="0" sldId="264"/>
        </pc:sldMkLst>
      </pc:sldChg>
      <pc:sldChg chg="add del">
        <pc:chgData name="Qu, Chengyi" userId="9f02c3db-5b00-4063-9ad4-7cdd84fdd2bb" providerId="ADAL" clId="{54A67444-F441-4145-B7B7-0BC8ED328209}" dt="2024-01-23T16:06:18.819" v="43"/>
        <pc:sldMkLst>
          <pc:docMk/>
          <pc:sldMk cId="3374817821" sldId="264"/>
        </pc:sldMkLst>
      </pc:sldChg>
      <pc:sldChg chg="del">
        <pc:chgData name="Qu, Chengyi" userId="9f02c3db-5b00-4063-9ad4-7cdd84fdd2bb" providerId="ADAL" clId="{54A67444-F441-4145-B7B7-0BC8ED328209}" dt="2024-01-23T16:04:34.681" v="21" actId="47"/>
        <pc:sldMkLst>
          <pc:docMk/>
          <pc:sldMk cId="0" sldId="265"/>
        </pc:sldMkLst>
      </pc:sldChg>
      <pc:sldChg chg="add del">
        <pc:chgData name="Qu, Chengyi" userId="9f02c3db-5b00-4063-9ad4-7cdd84fdd2bb" providerId="ADAL" clId="{54A67444-F441-4145-B7B7-0BC8ED328209}" dt="2024-01-23T16:06:18.819" v="43"/>
        <pc:sldMkLst>
          <pc:docMk/>
          <pc:sldMk cId="617169351" sldId="265"/>
        </pc:sldMkLst>
      </pc:sldChg>
      <pc:sldChg chg="modSp add mod modNotes">
        <pc:chgData name="Qu, Chengyi" userId="9f02c3db-5b00-4063-9ad4-7cdd84fdd2bb" providerId="ADAL" clId="{54A67444-F441-4145-B7B7-0BC8ED328209}" dt="2024-01-23T16:11:02.586" v="47" actId="14100"/>
        <pc:sldMkLst>
          <pc:docMk/>
          <pc:sldMk cId="4236835058" sldId="266"/>
        </pc:sldMkLst>
      </pc:sldChg>
      <pc:sldChg chg="add modNotes">
        <pc:chgData name="Qu, Chengyi" userId="9f02c3db-5b00-4063-9ad4-7cdd84fdd2bb" providerId="ADAL" clId="{54A67444-F441-4145-B7B7-0BC8ED328209}" dt="2024-01-23T16:06:18.819" v="43"/>
        <pc:sldMkLst>
          <pc:docMk/>
          <pc:sldMk cId="2712866180" sldId="267"/>
        </pc:sldMkLst>
      </pc:sldChg>
      <pc:sldChg chg="add modNotes">
        <pc:chgData name="Qu, Chengyi" userId="9f02c3db-5b00-4063-9ad4-7cdd84fdd2bb" providerId="ADAL" clId="{54A67444-F441-4145-B7B7-0BC8ED328209}" dt="2024-01-23T16:06:18.819" v="43"/>
        <pc:sldMkLst>
          <pc:docMk/>
          <pc:sldMk cId="1180261676" sldId="268"/>
        </pc:sldMkLst>
      </pc:sldChg>
      <pc:sldChg chg="del">
        <pc:chgData name="Qu, Chengyi" userId="9f02c3db-5b00-4063-9ad4-7cdd84fdd2bb" providerId="ADAL" clId="{54A67444-F441-4145-B7B7-0BC8ED328209}" dt="2024-01-23T16:04:34.681" v="21" actId="47"/>
        <pc:sldMkLst>
          <pc:docMk/>
          <pc:sldMk cId="1283235496" sldId="270"/>
        </pc:sldMkLst>
      </pc:sldChg>
      <pc:sldChg chg="del">
        <pc:chgData name="Qu, Chengyi" userId="9f02c3db-5b00-4063-9ad4-7cdd84fdd2bb" providerId="ADAL" clId="{54A67444-F441-4145-B7B7-0BC8ED328209}" dt="2024-01-23T16:04:34.681" v="21" actId="47"/>
        <pc:sldMkLst>
          <pc:docMk/>
          <pc:sldMk cId="1976470243" sldId="271"/>
        </pc:sldMkLst>
      </pc:sldChg>
      <pc:sldChg chg="del">
        <pc:chgData name="Qu, Chengyi" userId="9f02c3db-5b00-4063-9ad4-7cdd84fdd2bb" providerId="ADAL" clId="{54A67444-F441-4145-B7B7-0BC8ED328209}" dt="2024-01-23T16:04:34.681" v="21" actId="47"/>
        <pc:sldMkLst>
          <pc:docMk/>
          <pc:sldMk cId="2385946305" sldId="272"/>
        </pc:sldMkLst>
      </pc:sldChg>
      <pc:sldChg chg="del">
        <pc:chgData name="Qu, Chengyi" userId="9f02c3db-5b00-4063-9ad4-7cdd84fdd2bb" providerId="ADAL" clId="{54A67444-F441-4145-B7B7-0BC8ED328209}" dt="2024-01-23T16:04:34.681" v="21" actId="47"/>
        <pc:sldMkLst>
          <pc:docMk/>
          <pc:sldMk cId="834100436" sldId="273"/>
        </pc:sldMkLst>
      </pc:sldChg>
      <pc:sldChg chg="del">
        <pc:chgData name="Qu, Chengyi" userId="9f02c3db-5b00-4063-9ad4-7cdd84fdd2bb" providerId="ADAL" clId="{54A67444-F441-4145-B7B7-0BC8ED328209}" dt="2024-01-23T16:04:34.681" v="21" actId="47"/>
        <pc:sldMkLst>
          <pc:docMk/>
          <pc:sldMk cId="2242056526" sldId="276"/>
        </pc:sldMkLst>
      </pc:sldChg>
      <pc:sldChg chg="del">
        <pc:chgData name="Qu, Chengyi" userId="9f02c3db-5b00-4063-9ad4-7cdd84fdd2bb" providerId="ADAL" clId="{54A67444-F441-4145-B7B7-0BC8ED328209}" dt="2024-01-23T16:04:34.681" v="21" actId="47"/>
        <pc:sldMkLst>
          <pc:docMk/>
          <pc:sldMk cId="3925861337" sldId="280"/>
        </pc:sldMkLst>
      </pc:sldChg>
      <pc:sldChg chg="del">
        <pc:chgData name="Qu, Chengyi" userId="9f02c3db-5b00-4063-9ad4-7cdd84fdd2bb" providerId="ADAL" clId="{54A67444-F441-4145-B7B7-0BC8ED328209}" dt="2024-01-23T16:04:34.681" v="21" actId="47"/>
        <pc:sldMkLst>
          <pc:docMk/>
          <pc:sldMk cId="1986486448" sldId="281"/>
        </pc:sldMkLst>
      </pc:sldChg>
      <pc:sldChg chg="del">
        <pc:chgData name="Qu, Chengyi" userId="9f02c3db-5b00-4063-9ad4-7cdd84fdd2bb" providerId="ADAL" clId="{54A67444-F441-4145-B7B7-0BC8ED328209}" dt="2024-01-23T16:04:34.681" v="21" actId="47"/>
        <pc:sldMkLst>
          <pc:docMk/>
          <pc:sldMk cId="2836295078" sldId="282"/>
        </pc:sldMkLst>
      </pc:sldChg>
      <pc:sldChg chg="add modNotes">
        <pc:chgData name="Qu, Chengyi" userId="9f02c3db-5b00-4063-9ad4-7cdd84fdd2bb" providerId="ADAL" clId="{54A67444-F441-4145-B7B7-0BC8ED328209}" dt="2024-01-23T16:06:18.819" v="43"/>
        <pc:sldMkLst>
          <pc:docMk/>
          <pc:sldMk cId="3696353953" sldId="303"/>
        </pc:sldMkLst>
      </pc:sldChg>
      <pc:sldChg chg="add modNotes">
        <pc:chgData name="Qu, Chengyi" userId="9f02c3db-5b00-4063-9ad4-7cdd84fdd2bb" providerId="ADAL" clId="{54A67444-F441-4145-B7B7-0BC8ED328209}" dt="2024-01-23T16:06:18.819" v="43"/>
        <pc:sldMkLst>
          <pc:docMk/>
          <pc:sldMk cId="2713426596" sldId="304"/>
        </pc:sldMkLst>
      </pc:sldChg>
      <pc:sldChg chg="add modNotes">
        <pc:chgData name="Qu, Chengyi" userId="9f02c3db-5b00-4063-9ad4-7cdd84fdd2bb" providerId="ADAL" clId="{54A67444-F441-4145-B7B7-0BC8ED328209}" dt="2024-01-23T16:06:18.819" v="43"/>
        <pc:sldMkLst>
          <pc:docMk/>
          <pc:sldMk cId="2387288212" sldId="305"/>
        </pc:sldMkLst>
      </pc:sldChg>
      <pc:sldChg chg="add modNotes">
        <pc:chgData name="Qu, Chengyi" userId="9f02c3db-5b00-4063-9ad4-7cdd84fdd2bb" providerId="ADAL" clId="{54A67444-F441-4145-B7B7-0BC8ED328209}" dt="2024-01-23T16:06:18.819" v="43"/>
        <pc:sldMkLst>
          <pc:docMk/>
          <pc:sldMk cId="3887296429" sldId="306"/>
        </pc:sldMkLst>
      </pc:sldChg>
      <pc:sldChg chg="del">
        <pc:chgData name="Qu, Chengyi" userId="9f02c3db-5b00-4063-9ad4-7cdd84fdd2bb" providerId="ADAL" clId="{54A67444-F441-4145-B7B7-0BC8ED328209}" dt="2024-01-23T16:04:34.681" v="21" actId="47"/>
        <pc:sldMkLst>
          <pc:docMk/>
          <pc:sldMk cId="996191177" sldId="332"/>
        </pc:sldMkLst>
      </pc:sldChg>
      <pc:sldChg chg="del">
        <pc:chgData name="Qu, Chengyi" userId="9f02c3db-5b00-4063-9ad4-7cdd84fdd2bb" providerId="ADAL" clId="{54A67444-F441-4145-B7B7-0BC8ED328209}" dt="2024-01-23T16:04:34.681" v="21" actId="47"/>
        <pc:sldMkLst>
          <pc:docMk/>
          <pc:sldMk cId="2088431158" sldId="333"/>
        </pc:sldMkLst>
      </pc:sldChg>
      <pc:sldChg chg="del">
        <pc:chgData name="Qu, Chengyi" userId="9f02c3db-5b00-4063-9ad4-7cdd84fdd2bb" providerId="ADAL" clId="{54A67444-F441-4145-B7B7-0BC8ED328209}" dt="2024-01-23T16:04:34.681" v="21" actId="47"/>
        <pc:sldMkLst>
          <pc:docMk/>
          <pc:sldMk cId="3190255653" sldId="334"/>
        </pc:sldMkLst>
      </pc:sldChg>
      <pc:sldChg chg="del">
        <pc:chgData name="Qu, Chengyi" userId="9f02c3db-5b00-4063-9ad4-7cdd84fdd2bb" providerId="ADAL" clId="{54A67444-F441-4145-B7B7-0BC8ED328209}" dt="2024-01-23T16:04:34.681" v="21" actId="47"/>
        <pc:sldMkLst>
          <pc:docMk/>
          <pc:sldMk cId="4015059804" sldId="335"/>
        </pc:sldMkLst>
      </pc:sldChg>
      <pc:sldChg chg="del">
        <pc:chgData name="Qu, Chengyi" userId="9f02c3db-5b00-4063-9ad4-7cdd84fdd2bb" providerId="ADAL" clId="{54A67444-F441-4145-B7B7-0BC8ED328209}" dt="2024-01-23T16:04:34.681" v="21" actId="47"/>
        <pc:sldMkLst>
          <pc:docMk/>
          <pc:sldMk cId="4242966397" sldId="390"/>
        </pc:sldMkLst>
      </pc:sldChg>
      <pc:sldChg chg="del">
        <pc:chgData name="Qu, Chengyi" userId="9f02c3db-5b00-4063-9ad4-7cdd84fdd2bb" providerId="ADAL" clId="{54A67444-F441-4145-B7B7-0BC8ED328209}" dt="2024-01-23T16:04:34.681" v="21" actId="47"/>
        <pc:sldMkLst>
          <pc:docMk/>
          <pc:sldMk cId="2319081198" sldId="446"/>
        </pc:sldMkLst>
      </pc:sldChg>
      <pc:sldChg chg="del">
        <pc:chgData name="Qu, Chengyi" userId="9f02c3db-5b00-4063-9ad4-7cdd84fdd2bb" providerId="ADAL" clId="{54A67444-F441-4145-B7B7-0BC8ED328209}" dt="2024-01-23T16:04:34.681" v="21" actId="47"/>
        <pc:sldMkLst>
          <pc:docMk/>
          <pc:sldMk cId="626454371" sldId="504"/>
        </pc:sldMkLst>
      </pc:sldChg>
      <pc:sldChg chg="del">
        <pc:chgData name="Qu, Chengyi" userId="9f02c3db-5b00-4063-9ad4-7cdd84fdd2bb" providerId="ADAL" clId="{54A67444-F441-4145-B7B7-0BC8ED328209}" dt="2024-01-23T16:04:34.681" v="21" actId="47"/>
        <pc:sldMkLst>
          <pc:docMk/>
          <pc:sldMk cId="1508545327" sldId="522"/>
        </pc:sldMkLst>
      </pc:sldChg>
      <pc:sldChg chg="del">
        <pc:chgData name="Qu, Chengyi" userId="9f02c3db-5b00-4063-9ad4-7cdd84fdd2bb" providerId="ADAL" clId="{54A67444-F441-4145-B7B7-0BC8ED328209}" dt="2024-01-23T16:04:34.681" v="21" actId="47"/>
        <pc:sldMkLst>
          <pc:docMk/>
          <pc:sldMk cId="854743546" sldId="526"/>
        </pc:sldMkLst>
      </pc:sldChg>
      <pc:sldChg chg="del">
        <pc:chgData name="Qu, Chengyi" userId="9f02c3db-5b00-4063-9ad4-7cdd84fdd2bb" providerId="ADAL" clId="{54A67444-F441-4145-B7B7-0BC8ED328209}" dt="2024-01-23T16:04:34.681" v="21" actId="47"/>
        <pc:sldMkLst>
          <pc:docMk/>
          <pc:sldMk cId="4168855840" sldId="533"/>
        </pc:sldMkLst>
      </pc:sldChg>
      <pc:sldChg chg="del">
        <pc:chgData name="Qu, Chengyi" userId="9f02c3db-5b00-4063-9ad4-7cdd84fdd2bb" providerId="ADAL" clId="{54A67444-F441-4145-B7B7-0BC8ED328209}" dt="2024-01-23T16:04:34.681" v="21" actId="47"/>
        <pc:sldMkLst>
          <pc:docMk/>
          <pc:sldMk cId="1949189601" sldId="573"/>
        </pc:sldMkLst>
      </pc:sldChg>
      <pc:sldChg chg="addSp delSp modSp mod">
        <pc:chgData name="Qu, Chengyi" userId="9f02c3db-5b00-4063-9ad4-7cdd84fdd2bb" providerId="ADAL" clId="{54A67444-F441-4145-B7B7-0BC8ED328209}" dt="2024-01-23T16:06:18.819" v="43"/>
        <pc:sldMkLst>
          <pc:docMk/>
          <pc:sldMk cId="1987998376" sldId="964"/>
        </pc:sldMkLst>
      </pc:sldChg>
      <pc:sldChg chg="del">
        <pc:chgData name="Qu, Chengyi" userId="9f02c3db-5b00-4063-9ad4-7cdd84fdd2bb" providerId="ADAL" clId="{54A67444-F441-4145-B7B7-0BC8ED328209}" dt="2024-01-23T16:04:34.681" v="21" actId="47"/>
        <pc:sldMkLst>
          <pc:docMk/>
          <pc:sldMk cId="3628008649" sldId="971"/>
        </pc:sldMkLst>
      </pc:sldChg>
      <pc:sldChg chg="del">
        <pc:chgData name="Qu, Chengyi" userId="9f02c3db-5b00-4063-9ad4-7cdd84fdd2bb" providerId="ADAL" clId="{54A67444-F441-4145-B7B7-0BC8ED328209}" dt="2024-01-23T16:04:34.681" v="21" actId="47"/>
        <pc:sldMkLst>
          <pc:docMk/>
          <pc:sldMk cId="3445340925" sldId="972"/>
        </pc:sldMkLst>
      </pc:sldChg>
      <pc:sldChg chg="del">
        <pc:chgData name="Qu, Chengyi" userId="9f02c3db-5b00-4063-9ad4-7cdd84fdd2bb" providerId="ADAL" clId="{54A67444-F441-4145-B7B7-0BC8ED328209}" dt="2024-01-23T16:04:34.681" v="21" actId="47"/>
        <pc:sldMkLst>
          <pc:docMk/>
          <pc:sldMk cId="1883330637" sldId="1261"/>
        </pc:sldMkLst>
      </pc:sldChg>
      <pc:sldChg chg="del">
        <pc:chgData name="Qu, Chengyi" userId="9f02c3db-5b00-4063-9ad4-7cdd84fdd2bb" providerId="ADAL" clId="{54A67444-F441-4145-B7B7-0BC8ED328209}" dt="2024-01-23T16:04:34.681" v="21" actId="47"/>
        <pc:sldMkLst>
          <pc:docMk/>
          <pc:sldMk cId="2506038731" sldId="1262"/>
        </pc:sldMkLst>
      </pc:sldChg>
      <pc:sldChg chg="del">
        <pc:chgData name="Qu, Chengyi" userId="9f02c3db-5b00-4063-9ad4-7cdd84fdd2bb" providerId="ADAL" clId="{54A67444-F441-4145-B7B7-0BC8ED328209}" dt="2024-01-23T16:04:34.681" v="21" actId="47"/>
        <pc:sldMkLst>
          <pc:docMk/>
          <pc:sldMk cId="612722790" sldId="1263"/>
        </pc:sldMkLst>
      </pc:sldChg>
      <pc:sldChg chg="del">
        <pc:chgData name="Qu, Chengyi" userId="9f02c3db-5b00-4063-9ad4-7cdd84fdd2bb" providerId="ADAL" clId="{54A67444-F441-4145-B7B7-0BC8ED328209}" dt="2024-01-23T16:04:34.681" v="21" actId="47"/>
        <pc:sldMkLst>
          <pc:docMk/>
          <pc:sldMk cId="84850273" sldId="1264"/>
        </pc:sldMkLst>
      </pc:sldChg>
      <pc:sldChg chg="del">
        <pc:chgData name="Qu, Chengyi" userId="9f02c3db-5b00-4063-9ad4-7cdd84fdd2bb" providerId="ADAL" clId="{54A67444-F441-4145-B7B7-0BC8ED328209}" dt="2024-01-23T16:04:34.681" v="21" actId="47"/>
        <pc:sldMkLst>
          <pc:docMk/>
          <pc:sldMk cId="1835531626" sldId="1266"/>
        </pc:sldMkLst>
      </pc:sldChg>
      <pc:sldChg chg="add modNotes">
        <pc:chgData name="Qu, Chengyi" userId="9f02c3db-5b00-4063-9ad4-7cdd84fdd2bb" providerId="ADAL" clId="{54A67444-F441-4145-B7B7-0BC8ED328209}" dt="2024-01-23T16:06:18.819" v="43"/>
        <pc:sldMkLst>
          <pc:docMk/>
          <pc:sldMk cId="2793842598" sldId="1267"/>
        </pc:sldMkLst>
      </pc:sldChg>
      <pc:sldChg chg="add modNotes">
        <pc:chgData name="Qu, Chengyi" userId="9f02c3db-5b00-4063-9ad4-7cdd84fdd2bb" providerId="ADAL" clId="{54A67444-F441-4145-B7B7-0BC8ED328209}" dt="2024-01-23T16:06:18.819" v="43"/>
        <pc:sldMkLst>
          <pc:docMk/>
          <pc:sldMk cId="3532468293" sldId="1268"/>
        </pc:sldMkLst>
      </pc:sldChg>
      <pc:sldChg chg="add modNotes">
        <pc:chgData name="Qu, Chengyi" userId="9f02c3db-5b00-4063-9ad4-7cdd84fdd2bb" providerId="ADAL" clId="{54A67444-F441-4145-B7B7-0BC8ED328209}" dt="2024-01-23T16:06:18.819" v="43"/>
        <pc:sldMkLst>
          <pc:docMk/>
          <pc:sldMk cId="912014593" sldId="1269"/>
        </pc:sldMkLst>
      </pc:sldChg>
      <pc:sldChg chg="add modNotes">
        <pc:chgData name="Qu, Chengyi" userId="9f02c3db-5b00-4063-9ad4-7cdd84fdd2bb" providerId="ADAL" clId="{54A67444-F441-4145-B7B7-0BC8ED328209}" dt="2024-01-23T16:06:18.819" v="43"/>
        <pc:sldMkLst>
          <pc:docMk/>
          <pc:sldMk cId="3645425597" sldId="1270"/>
        </pc:sldMkLst>
      </pc:sldChg>
      <pc:sldChg chg="add modNotes">
        <pc:chgData name="Qu, Chengyi" userId="9f02c3db-5b00-4063-9ad4-7cdd84fdd2bb" providerId="ADAL" clId="{54A67444-F441-4145-B7B7-0BC8ED328209}" dt="2024-01-23T16:06:18.819" v="43"/>
        <pc:sldMkLst>
          <pc:docMk/>
          <pc:sldMk cId="1358948776" sldId="1271"/>
        </pc:sldMkLst>
      </pc:sldChg>
      <pc:sldChg chg="add modNotes">
        <pc:chgData name="Qu, Chengyi" userId="9f02c3db-5b00-4063-9ad4-7cdd84fdd2bb" providerId="ADAL" clId="{54A67444-F441-4145-B7B7-0BC8ED328209}" dt="2024-01-23T16:06:18.819" v="43"/>
        <pc:sldMkLst>
          <pc:docMk/>
          <pc:sldMk cId="1825207080" sldId="1272"/>
        </pc:sldMkLst>
      </pc:sldChg>
      <pc:sldChg chg="modSp add mod">
        <pc:chgData name="Qu, Chengyi" userId="9f02c3db-5b00-4063-9ad4-7cdd84fdd2bb" providerId="ADAL" clId="{54A67444-F441-4145-B7B7-0BC8ED328209}" dt="2024-01-23T16:06:27.837" v="45" actId="207"/>
        <pc:sldMkLst>
          <pc:docMk/>
          <pc:sldMk cId="1950225687" sldId="1273"/>
        </pc:sldMkLst>
      </pc:sldChg>
      <pc:sldChg chg="add del">
        <pc:chgData name="Qu, Chengyi" userId="9f02c3db-5b00-4063-9ad4-7cdd84fdd2bb" providerId="ADAL" clId="{54A67444-F441-4145-B7B7-0BC8ED328209}" dt="2024-01-23T16:06:18.819" v="43"/>
        <pc:sldMkLst>
          <pc:docMk/>
          <pc:sldMk cId="4245466408" sldId="1273"/>
        </pc:sldMkLst>
      </pc:sldChg>
      <pc:sldChg chg="add del">
        <pc:chgData name="Qu, Chengyi" userId="9f02c3db-5b00-4063-9ad4-7cdd84fdd2bb" providerId="ADAL" clId="{54A67444-F441-4145-B7B7-0BC8ED328209}" dt="2024-01-23T16:06:18.819" v="43"/>
        <pc:sldMkLst>
          <pc:docMk/>
          <pc:sldMk cId="3408189992" sldId="1274"/>
        </pc:sldMkLst>
      </pc:sldChg>
      <pc:sldChg chg="add del">
        <pc:chgData name="Qu, Chengyi" userId="9f02c3db-5b00-4063-9ad4-7cdd84fdd2bb" providerId="ADAL" clId="{54A67444-F441-4145-B7B7-0BC8ED328209}" dt="2024-01-23T16:06:18.819" v="43"/>
        <pc:sldMkLst>
          <pc:docMk/>
          <pc:sldMk cId="498325649" sldId="1275"/>
        </pc:sldMkLst>
      </pc:sldChg>
      <pc:sldChg chg="add del">
        <pc:chgData name="Qu, Chengyi" userId="9f02c3db-5b00-4063-9ad4-7cdd84fdd2bb" providerId="ADAL" clId="{54A67444-F441-4145-B7B7-0BC8ED328209}" dt="2024-01-23T16:06:18.819" v="43"/>
        <pc:sldMkLst>
          <pc:docMk/>
          <pc:sldMk cId="2847344630" sldId="1276"/>
        </pc:sldMkLst>
      </pc:sldChg>
      <pc:sldChg chg="add del">
        <pc:chgData name="Qu, Chengyi" userId="9f02c3db-5b00-4063-9ad4-7cdd84fdd2bb" providerId="ADAL" clId="{54A67444-F441-4145-B7B7-0BC8ED328209}" dt="2024-01-23T16:06:18.819" v="43"/>
        <pc:sldMkLst>
          <pc:docMk/>
          <pc:sldMk cId="1548890303" sldId="1277"/>
        </pc:sldMkLst>
      </pc:sldChg>
      <pc:sldChg chg="add del">
        <pc:chgData name="Qu, Chengyi" userId="9f02c3db-5b00-4063-9ad4-7cdd84fdd2bb" providerId="ADAL" clId="{54A67444-F441-4145-B7B7-0BC8ED328209}" dt="2024-01-23T16:06:18.819" v="43"/>
        <pc:sldMkLst>
          <pc:docMk/>
          <pc:sldMk cId="3014670757" sldId="1278"/>
        </pc:sldMkLst>
      </pc:sldChg>
      <pc:sldChg chg="add del">
        <pc:chgData name="Qu, Chengyi" userId="9f02c3db-5b00-4063-9ad4-7cdd84fdd2bb" providerId="ADAL" clId="{54A67444-F441-4145-B7B7-0BC8ED328209}" dt="2024-01-23T16:06:18.819" v="43"/>
        <pc:sldMkLst>
          <pc:docMk/>
          <pc:sldMk cId="375507717" sldId="1279"/>
        </pc:sldMkLst>
      </pc:sldChg>
      <pc:sldChg chg="add del">
        <pc:chgData name="Qu, Chengyi" userId="9f02c3db-5b00-4063-9ad4-7cdd84fdd2bb" providerId="ADAL" clId="{54A67444-F441-4145-B7B7-0BC8ED328209}" dt="2024-01-23T16:06:18.819" v="43"/>
        <pc:sldMkLst>
          <pc:docMk/>
          <pc:sldMk cId="3565386033" sldId="1280"/>
        </pc:sldMkLst>
      </pc:sldChg>
      <pc:sldChg chg="add del">
        <pc:chgData name="Qu, Chengyi" userId="9f02c3db-5b00-4063-9ad4-7cdd84fdd2bb" providerId="ADAL" clId="{54A67444-F441-4145-B7B7-0BC8ED328209}" dt="2024-01-23T16:06:18.819" v="43"/>
        <pc:sldMkLst>
          <pc:docMk/>
          <pc:sldMk cId="3047513738" sldId="1281"/>
        </pc:sldMkLst>
      </pc:sldChg>
      <pc:sldMasterChg chg="del delSldLayout">
        <pc:chgData name="Qu, Chengyi" userId="9f02c3db-5b00-4063-9ad4-7cdd84fdd2bb" providerId="ADAL" clId="{54A67444-F441-4145-B7B7-0BC8ED328209}" dt="2024-01-23T16:04:34.681" v="21" actId="47"/>
        <pc:sldMasterMkLst>
          <pc:docMk/>
          <pc:sldMasterMk cId="481874104" sldId="2147483667"/>
        </pc:sldMasterMkLst>
        <pc:sldLayoutChg chg="del">
          <pc:chgData name="Qu, Chengyi" userId="9f02c3db-5b00-4063-9ad4-7cdd84fdd2bb" providerId="ADAL" clId="{54A67444-F441-4145-B7B7-0BC8ED328209}" dt="2024-01-23T16:04:34.681" v="21" actId="47"/>
          <pc:sldLayoutMkLst>
            <pc:docMk/>
            <pc:sldMasterMk cId="481874104" sldId="2147483667"/>
            <pc:sldLayoutMk cId="3790666592" sldId="2147483668"/>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3974852885" sldId="2147483669"/>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365228270" sldId="2147483670"/>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32629846" sldId="2147483671"/>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866846496" sldId="2147483672"/>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608458951" sldId="2147483673"/>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44881848" sldId="2147483674"/>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555211856" sldId="2147483675"/>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098067528" sldId="2147483676"/>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926623382" sldId="2147483677"/>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049911616" sldId="2147483678"/>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8227722" sldId="2147483679"/>
          </pc:sldLayoutMkLst>
        </pc:sldLayoutChg>
      </pc:sldMasterChg>
    </pc:docChg>
  </pc:docChgLst>
  <pc:docChgLst>
    <pc:chgData name="Qu, Chengyi" userId="9f02c3db-5b00-4063-9ad4-7cdd84fdd2bb" providerId="ADAL" clId="{71EBC684-37BE-40AE-943F-85B359DFBCAD}"/>
    <pc:docChg chg="undo custSel addSld delSld modSld sldOrd">
      <pc:chgData name="Qu, Chengyi" userId="9f02c3db-5b00-4063-9ad4-7cdd84fdd2bb" providerId="ADAL" clId="{71EBC684-37BE-40AE-943F-85B359DFBCAD}" dt="2024-01-09T16:40:24.173" v="390"/>
      <pc:docMkLst>
        <pc:docMk/>
      </pc:docMkLst>
      <pc:sldChg chg="modSp">
        <pc:chgData name="Qu, Chengyi" userId="9f02c3db-5b00-4063-9ad4-7cdd84fdd2bb" providerId="ADAL" clId="{71EBC684-37BE-40AE-943F-85B359DFBCAD}" dt="2024-01-09T16:03:38.752" v="43" actId="20577"/>
        <pc:sldMkLst>
          <pc:docMk/>
          <pc:sldMk cId="553553694" sldId="258"/>
        </pc:sldMkLst>
      </pc:sldChg>
      <pc:sldChg chg="modSp add del">
        <pc:chgData name="Qu, Chengyi" userId="9f02c3db-5b00-4063-9ad4-7cdd84fdd2bb" providerId="ADAL" clId="{71EBC684-37BE-40AE-943F-85B359DFBCAD}" dt="2024-01-09T16:33:06.416" v="367" actId="207"/>
        <pc:sldMkLst>
          <pc:docMk/>
          <pc:sldMk cId="0" sldId="261"/>
        </pc:sldMkLst>
      </pc:sldChg>
      <pc:sldChg chg="modSp add del">
        <pc:chgData name="Qu, Chengyi" userId="9f02c3db-5b00-4063-9ad4-7cdd84fdd2bb" providerId="ADAL" clId="{71EBC684-37BE-40AE-943F-85B359DFBCAD}" dt="2024-01-09T16:33:13.542" v="368" actId="207"/>
        <pc:sldMkLst>
          <pc:docMk/>
          <pc:sldMk cId="0" sldId="262"/>
        </pc:sldMkLst>
      </pc:sldChg>
      <pc:sldChg chg="modSp add del">
        <pc:chgData name="Qu, Chengyi" userId="9f02c3db-5b00-4063-9ad4-7cdd84fdd2bb" providerId="ADAL" clId="{71EBC684-37BE-40AE-943F-85B359DFBCAD}" dt="2024-01-09T16:33:21.854" v="369" actId="207"/>
        <pc:sldMkLst>
          <pc:docMk/>
          <pc:sldMk cId="0" sldId="263"/>
        </pc:sldMkLst>
      </pc:sldChg>
      <pc:sldChg chg="modSp add del">
        <pc:chgData name="Qu, Chengyi" userId="9f02c3db-5b00-4063-9ad4-7cdd84fdd2bb" providerId="ADAL" clId="{71EBC684-37BE-40AE-943F-85B359DFBCAD}" dt="2024-01-09T16:33:33.053" v="370" actId="207"/>
        <pc:sldMkLst>
          <pc:docMk/>
          <pc:sldMk cId="0" sldId="264"/>
        </pc:sldMkLst>
      </pc:sldChg>
      <pc:sldChg chg="modSp add del">
        <pc:chgData name="Qu, Chengyi" userId="9f02c3db-5b00-4063-9ad4-7cdd84fdd2bb" providerId="ADAL" clId="{71EBC684-37BE-40AE-943F-85B359DFBCAD}" dt="2024-01-09T16:33:57.054" v="371" actId="207"/>
        <pc:sldMkLst>
          <pc:docMk/>
          <pc:sldMk cId="0" sldId="265"/>
        </pc:sldMkLst>
      </pc:sldChg>
      <pc:sldChg chg="add">
        <pc:chgData name="Qu, Chengyi" userId="9f02c3db-5b00-4063-9ad4-7cdd84fdd2bb" providerId="ADAL" clId="{71EBC684-37BE-40AE-943F-85B359DFBCAD}" dt="2024-01-09T16:08:22.221" v="86"/>
        <pc:sldMkLst>
          <pc:docMk/>
          <pc:sldMk cId="1283235496" sldId="270"/>
        </pc:sldMkLst>
      </pc:sldChg>
      <pc:sldChg chg="add">
        <pc:chgData name="Qu, Chengyi" userId="9f02c3db-5b00-4063-9ad4-7cdd84fdd2bb" providerId="ADAL" clId="{71EBC684-37BE-40AE-943F-85B359DFBCAD}" dt="2024-01-09T16:08:22.221" v="86"/>
        <pc:sldMkLst>
          <pc:docMk/>
          <pc:sldMk cId="1976470243" sldId="271"/>
        </pc:sldMkLst>
      </pc:sldChg>
      <pc:sldChg chg="add">
        <pc:chgData name="Qu, Chengyi" userId="9f02c3db-5b00-4063-9ad4-7cdd84fdd2bb" providerId="ADAL" clId="{71EBC684-37BE-40AE-943F-85B359DFBCAD}" dt="2024-01-09T16:08:22.221" v="86"/>
        <pc:sldMkLst>
          <pc:docMk/>
          <pc:sldMk cId="2385946305" sldId="272"/>
        </pc:sldMkLst>
      </pc:sldChg>
      <pc:sldChg chg="add">
        <pc:chgData name="Qu, Chengyi" userId="9f02c3db-5b00-4063-9ad4-7cdd84fdd2bb" providerId="ADAL" clId="{71EBC684-37BE-40AE-943F-85B359DFBCAD}" dt="2024-01-09T16:08:22.221" v="86"/>
        <pc:sldMkLst>
          <pc:docMk/>
          <pc:sldMk cId="834100436" sldId="273"/>
        </pc:sldMkLst>
      </pc:sldChg>
      <pc:sldChg chg="del">
        <pc:chgData name="Qu, Chengyi" userId="9f02c3db-5b00-4063-9ad4-7cdd84fdd2bb" providerId="ADAL" clId="{71EBC684-37BE-40AE-943F-85B359DFBCAD}" dt="2024-01-09T16:08:30.571" v="104" actId="2696"/>
        <pc:sldMkLst>
          <pc:docMk/>
          <pc:sldMk cId="1167962290" sldId="274"/>
        </pc:sldMkLst>
      </pc:sldChg>
      <pc:sldChg chg="del">
        <pc:chgData name="Qu, Chengyi" userId="9f02c3db-5b00-4063-9ad4-7cdd84fdd2bb" providerId="ADAL" clId="{71EBC684-37BE-40AE-943F-85B359DFBCAD}" dt="2024-01-09T16:08:30.494" v="90" actId="2696"/>
        <pc:sldMkLst>
          <pc:docMk/>
          <pc:sldMk cId="506940129" sldId="275"/>
        </pc:sldMkLst>
      </pc:sldChg>
      <pc:sldChg chg="modSp add del">
        <pc:chgData name="Qu, Chengyi" userId="9f02c3db-5b00-4063-9ad4-7cdd84fdd2bb" providerId="ADAL" clId="{71EBC684-37BE-40AE-943F-85B359DFBCAD}" dt="2024-01-09T16:12:26.136" v="116" actId="207"/>
        <pc:sldMkLst>
          <pc:docMk/>
          <pc:sldMk cId="2242056526" sldId="276"/>
        </pc:sldMkLst>
      </pc:sldChg>
      <pc:sldChg chg="add">
        <pc:chgData name="Qu, Chengyi" userId="9f02c3db-5b00-4063-9ad4-7cdd84fdd2bb" providerId="ADAL" clId="{71EBC684-37BE-40AE-943F-85B359DFBCAD}" dt="2024-01-09T16:08:22.221" v="86"/>
        <pc:sldMkLst>
          <pc:docMk/>
          <pc:sldMk cId="3925861337" sldId="280"/>
        </pc:sldMkLst>
      </pc:sldChg>
      <pc:sldChg chg="add">
        <pc:chgData name="Qu, Chengyi" userId="9f02c3db-5b00-4063-9ad4-7cdd84fdd2bb" providerId="ADAL" clId="{71EBC684-37BE-40AE-943F-85B359DFBCAD}" dt="2024-01-09T16:08:22.221" v="86"/>
        <pc:sldMkLst>
          <pc:docMk/>
          <pc:sldMk cId="1986486448" sldId="281"/>
        </pc:sldMkLst>
      </pc:sldChg>
      <pc:sldChg chg="add">
        <pc:chgData name="Qu, Chengyi" userId="9f02c3db-5b00-4063-9ad4-7cdd84fdd2bb" providerId="ADAL" clId="{71EBC684-37BE-40AE-943F-85B359DFBCAD}" dt="2024-01-09T16:08:22.221" v="86"/>
        <pc:sldMkLst>
          <pc:docMk/>
          <pc:sldMk cId="2836295078" sldId="282"/>
        </pc:sldMkLst>
      </pc:sldChg>
      <pc:sldChg chg="del">
        <pc:chgData name="Qu, Chengyi" userId="9f02c3db-5b00-4063-9ad4-7cdd84fdd2bb" providerId="ADAL" clId="{71EBC684-37BE-40AE-943F-85B359DFBCAD}" dt="2024-01-09T16:08:30.581" v="106" actId="2696"/>
        <pc:sldMkLst>
          <pc:docMk/>
          <pc:sldMk cId="2263096639" sldId="284"/>
        </pc:sldMkLst>
      </pc:sldChg>
      <pc:sldChg chg="del">
        <pc:chgData name="Qu, Chengyi" userId="9f02c3db-5b00-4063-9ad4-7cdd84fdd2bb" providerId="ADAL" clId="{71EBC684-37BE-40AE-943F-85B359DFBCAD}" dt="2024-01-09T16:08:30.607" v="110" actId="2696"/>
        <pc:sldMkLst>
          <pc:docMk/>
          <pc:sldMk cId="3164840039" sldId="290"/>
        </pc:sldMkLst>
      </pc:sldChg>
      <pc:sldChg chg="del">
        <pc:chgData name="Qu, Chengyi" userId="9f02c3db-5b00-4063-9ad4-7cdd84fdd2bb" providerId="ADAL" clId="{71EBC684-37BE-40AE-943F-85B359DFBCAD}" dt="2024-01-09T16:08:30.577" v="105" actId="2696"/>
        <pc:sldMkLst>
          <pc:docMk/>
          <pc:sldMk cId="828849643" sldId="292"/>
        </pc:sldMkLst>
      </pc:sldChg>
      <pc:sldChg chg="add">
        <pc:chgData name="Qu, Chengyi" userId="9f02c3db-5b00-4063-9ad4-7cdd84fdd2bb" providerId="ADAL" clId="{71EBC684-37BE-40AE-943F-85B359DFBCAD}" dt="2024-01-09T16:08:22.221" v="86"/>
        <pc:sldMkLst>
          <pc:docMk/>
          <pc:sldMk cId="4015059804" sldId="335"/>
        </pc:sldMkLst>
      </pc:sldChg>
      <pc:sldChg chg="del">
        <pc:chgData name="Qu, Chengyi" userId="9f02c3db-5b00-4063-9ad4-7cdd84fdd2bb" providerId="ADAL" clId="{71EBC684-37BE-40AE-943F-85B359DFBCAD}" dt="2024-01-09T16:08:30.488" v="89" actId="2696"/>
        <pc:sldMkLst>
          <pc:docMk/>
          <pc:sldMk cId="3586452947" sldId="385"/>
        </pc:sldMkLst>
      </pc:sldChg>
      <pc:sldChg chg="del">
        <pc:chgData name="Qu, Chengyi" userId="9f02c3db-5b00-4063-9ad4-7cdd84fdd2bb" providerId="ADAL" clId="{71EBC684-37BE-40AE-943F-85B359DFBCAD}" dt="2024-01-09T16:08:30.557" v="101" actId="2696"/>
        <pc:sldMkLst>
          <pc:docMk/>
          <pc:sldMk cId="2297114513" sldId="386"/>
        </pc:sldMkLst>
      </pc:sldChg>
      <pc:sldChg chg="del">
        <pc:chgData name="Qu, Chengyi" userId="9f02c3db-5b00-4063-9ad4-7cdd84fdd2bb" providerId="ADAL" clId="{71EBC684-37BE-40AE-943F-85B359DFBCAD}" dt="2024-01-09T16:08:30.542" v="98" actId="2696"/>
        <pc:sldMkLst>
          <pc:docMk/>
          <pc:sldMk cId="57844262" sldId="389"/>
        </pc:sldMkLst>
      </pc:sldChg>
      <pc:sldChg chg="add">
        <pc:chgData name="Qu, Chengyi" userId="9f02c3db-5b00-4063-9ad4-7cdd84fdd2bb" providerId="ADAL" clId="{71EBC684-37BE-40AE-943F-85B359DFBCAD}" dt="2024-01-09T16:08:22.221" v="86"/>
        <pc:sldMkLst>
          <pc:docMk/>
          <pc:sldMk cId="4242966397" sldId="390"/>
        </pc:sldMkLst>
      </pc:sldChg>
      <pc:sldChg chg="del">
        <pc:chgData name="Qu, Chengyi" userId="9f02c3db-5b00-4063-9ad4-7cdd84fdd2bb" providerId="ADAL" clId="{71EBC684-37BE-40AE-943F-85B359DFBCAD}" dt="2024-01-09T16:08:30.500" v="91" actId="2696"/>
        <pc:sldMkLst>
          <pc:docMk/>
          <pc:sldMk cId="313756204" sldId="392"/>
        </pc:sldMkLst>
      </pc:sldChg>
      <pc:sldChg chg="add">
        <pc:chgData name="Qu, Chengyi" userId="9f02c3db-5b00-4063-9ad4-7cdd84fdd2bb" providerId="ADAL" clId="{71EBC684-37BE-40AE-943F-85B359DFBCAD}" dt="2024-01-09T16:08:22.221" v="86"/>
        <pc:sldMkLst>
          <pc:docMk/>
          <pc:sldMk cId="2319081198" sldId="446"/>
        </pc:sldMkLst>
      </pc:sldChg>
      <pc:sldChg chg="add">
        <pc:chgData name="Qu, Chengyi" userId="9f02c3db-5b00-4063-9ad4-7cdd84fdd2bb" providerId="ADAL" clId="{71EBC684-37BE-40AE-943F-85B359DFBCAD}" dt="2024-01-09T16:07:30.569" v="85"/>
        <pc:sldMkLst>
          <pc:docMk/>
          <pc:sldMk cId="626454371" sldId="504"/>
        </pc:sldMkLst>
      </pc:sldChg>
      <pc:sldChg chg="del">
        <pc:chgData name="Qu, Chengyi" userId="9f02c3db-5b00-4063-9ad4-7cdd84fdd2bb" providerId="ADAL" clId="{71EBC684-37BE-40AE-943F-85B359DFBCAD}" dt="2024-01-09T16:08:30.505" v="92" actId="2696"/>
        <pc:sldMkLst>
          <pc:docMk/>
          <pc:sldMk cId="2570994425" sldId="505"/>
        </pc:sldMkLst>
      </pc:sldChg>
      <pc:sldChg chg="del">
        <pc:chgData name="Qu, Chengyi" userId="9f02c3db-5b00-4063-9ad4-7cdd84fdd2bb" providerId="ADAL" clId="{71EBC684-37BE-40AE-943F-85B359DFBCAD}" dt="2024-01-09T16:08:30.510" v="93" actId="2696"/>
        <pc:sldMkLst>
          <pc:docMk/>
          <pc:sldMk cId="951130442" sldId="506"/>
        </pc:sldMkLst>
      </pc:sldChg>
      <pc:sldChg chg="del">
        <pc:chgData name="Qu, Chengyi" userId="9f02c3db-5b00-4063-9ad4-7cdd84fdd2bb" providerId="ADAL" clId="{71EBC684-37BE-40AE-943F-85B359DFBCAD}" dt="2024-01-09T16:08:30.567" v="103" actId="2696"/>
        <pc:sldMkLst>
          <pc:docMk/>
          <pc:sldMk cId="735510040" sldId="509"/>
        </pc:sldMkLst>
      </pc:sldChg>
      <pc:sldChg chg="add">
        <pc:chgData name="Qu, Chengyi" userId="9f02c3db-5b00-4063-9ad4-7cdd84fdd2bb" providerId="ADAL" clId="{71EBC684-37BE-40AE-943F-85B359DFBCAD}" dt="2024-01-09T16:08:22.221" v="86"/>
        <pc:sldMkLst>
          <pc:docMk/>
          <pc:sldMk cId="1508545327" sldId="522"/>
        </pc:sldMkLst>
      </pc:sldChg>
      <pc:sldChg chg="add ord">
        <pc:chgData name="Qu, Chengyi" userId="9f02c3db-5b00-4063-9ad4-7cdd84fdd2bb" providerId="ADAL" clId="{71EBC684-37BE-40AE-943F-85B359DFBCAD}" dt="2024-01-09T16:40:24.173" v="390"/>
        <pc:sldMkLst>
          <pc:docMk/>
          <pc:sldMk cId="854743546" sldId="526"/>
        </pc:sldMkLst>
      </pc:sldChg>
      <pc:sldChg chg="add del">
        <pc:chgData name="Qu, Chengyi" userId="9f02c3db-5b00-4063-9ad4-7cdd84fdd2bb" providerId="ADAL" clId="{71EBC684-37BE-40AE-943F-85B359DFBCAD}" dt="2024-01-09T16:06:51.507" v="84"/>
        <pc:sldMkLst>
          <pc:docMk/>
          <pc:sldMk cId="4168855840" sldId="533"/>
        </pc:sldMkLst>
      </pc:sldChg>
      <pc:sldChg chg="addSp delSp modSp add">
        <pc:chgData name="Qu, Chengyi" userId="9f02c3db-5b00-4063-9ad4-7cdd84fdd2bb" providerId="ADAL" clId="{71EBC684-37BE-40AE-943F-85B359DFBCAD}" dt="2024-01-09T16:37:53.443" v="386" actId="1076"/>
        <pc:sldMkLst>
          <pc:docMk/>
          <pc:sldMk cId="1949189601" sldId="573"/>
        </pc:sldMkLst>
      </pc:sldChg>
      <pc:sldChg chg="del">
        <pc:chgData name="Qu, Chengyi" userId="9f02c3db-5b00-4063-9ad4-7cdd84fdd2bb" providerId="ADAL" clId="{71EBC684-37BE-40AE-943F-85B359DFBCAD}" dt="2024-01-09T16:08:30.522" v="95" actId="2696"/>
        <pc:sldMkLst>
          <pc:docMk/>
          <pc:sldMk cId="2316705036" sldId="603"/>
        </pc:sldMkLst>
      </pc:sldChg>
      <pc:sldChg chg="del">
        <pc:chgData name="Qu, Chengyi" userId="9f02c3db-5b00-4063-9ad4-7cdd84fdd2bb" providerId="ADAL" clId="{71EBC684-37BE-40AE-943F-85B359DFBCAD}" dt="2024-01-09T16:08:30.526" v="96" actId="2696"/>
        <pc:sldMkLst>
          <pc:docMk/>
          <pc:sldMk cId="2915450618" sldId="604"/>
        </pc:sldMkLst>
      </pc:sldChg>
      <pc:sldChg chg="del">
        <pc:chgData name="Qu, Chengyi" userId="9f02c3db-5b00-4063-9ad4-7cdd84fdd2bb" providerId="ADAL" clId="{71EBC684-37BE-40AE-943F-85B359DFBCAD}" dt="2024-01-09T16:08:30.551" v="99" actId="2696"/>
        <pc:sldMkLst>
          <pc:docMk/>
          <pc:sldMk cId="562797420" sldId="608"/>
        </pc:sldMkLst>
      </pc:sldChg>
      <pc:sldChg chg="del">
        <pc:chgData name="Qu, Chengyi" userId="9f02c3db-5b00-4063-9ad4-7cdd84fdd2bb" providerId="ADAL" clId="{71EBC684-37BE-40AE-943F-85B359DFBCAD}" dt="2024-01-09T16:08:30.517" v="94" actId="2696"/>
        <pc:sldMkLst>
          <pc:docMk/>
          <pc:sldMk cId="3938647246" sldId="867"/>
        </pc:sldMkLst>
      </pc:sldChg>
      <pc:sldChg chg="del">
        <pc:chgData name="Qu, Chengyi" userId="9f02c3db-5b00-4063-9ad4-7cdd84fdd2bb" providerId="ADAL" clId="{71EBC684-37BE-40AE-943F-85B359DFBCAD}" dt="2024-01-09T16:08:30.482" v="88" actId="2696"/>
        <pc:sldMkLst>
          <pc:docMk/>
          <pc:sldMk cId="1165219369" sldId="919"/>
        </pc:sldMkLst>
      </pc:sldChg>
      <pc:sldChg chg="addSp delSp modSp">
        <pc:chgData name="Qu, Chengyi" userId="9f02c3db-5b00-4063-9ad4-7cdd84fdd2bb" providerId="ADAL" clId="{71EBC684-37BE-40AE-943F-85B359DFBCAD}" dt="2024-01-09T16:04:58.638" v="77" actId="20577"/>
        <pc:sldMkLst>
          <pc:docMk/>
          <pc:sldMk cId="1987998376" sldId="964"/>
        </pc:sldMkLst>
      </pc:sldChg>
      <pc:sldChg chg="del">
        <pc:chgData name="Qu, Chengyi" userId="9f02c3db-5b00-4063-9ad4-7cdd84fdd2bb" providerId="ADAL" clId="{71EBC684-37BE-40AE-943F-85B359DFBCAD}" dt="2024-01-09T16:08:30.535" v="97" actId="2696"/>
        <pc:sldMkLst>
          <pc:docMk/>
          <pc:sldMk cId="3956557252" sldId="965"/>
        </pc:sldMkLst>
      </pc:sldChg>
      <pc:sldChg chg="add ord">
        <pc:chgData name="Qu, Chengyi" userId="9f02c3db-5b00-4063-9ad4-7cdd84fdd2bb" providerId="ADAL" clId="{71EBC684-37BE-40AE-943F-85B359DFBCAD}" dt="2024-01-09T16:40:24.173" v="390"/>
        <pc:sldMkLst>
          <pc:docMk/>
          <pc:sldMk cId="3628008649" sldId="971"/>
        </pc:sldMkLst>
      </pc:sldChg>
      <pc:sldChg chg="add ord">
        <pc:chgData name="Qu, Chengyi" userId="9f02c3db-5b00-4063-9ad4-7cdd84fdd2bb" providerId="ADAL" clId="{71EBC684-37BE-40AE-943F-85B359DFBCAD}" dt="2024-01-09T16:40:24.173" v="390"/>
        <pc:sldMkLst>
          <pc:docMk/>
          <pc:sldMk cId="3445340925" sldId="972"/>
        </pc:sldMkLst>
      </pc:sldChg>
      <pc:sldChg chg="del">
        <pc:chgData name="Qu, Chengyi" userId="9f02c3db-5b00-4063-9ad4-7cdd84fdd2bb" providerId="ADAL" clId="{71EBC684-37BE-40AE-943F-85B359DFBCAD}" dt="2024-01-09T16:08:30.473" v="87" actId="2696"/>
        <pc:sldMkLst>
          <pc:docMk/>
          <pc:sldMk cId="56815972" sldId="1257"/>
        </pc:sldMkLst>
      </pc:sldChg>
      <pc:sldChg chg="del">
        <pc:chgData name="Qu, Chengyi" userId="9f02c3db-5b00-4063-9ad4-7cdd84fdd2bb" providerId="ADAL" clId="{71EBC684-37BE-40AE-943F-85B359DFBCAD}" dt="2024-01-09T16:08:30.561" v="102" actId="2696"/>
        <pc:sldMkLst>
          <pc:docMk/>
          <pc:sldMk cId="2835061460" sldId="1258"/>
        </pc:sldMkLst>
      </pc:sldChg>
      <pc:sldChg chg="del">
        <pc:chgData name="Qu, Chengyi" userId="9f02c3db-5b00-4063-9ad4-7cdd84fdd2bb" providerId="ADAL" clId="{71EBC684-37BE-40AE-943F-85B359DFBCAD}" dt="2024-01-09T16:08:30.603" v="109" actId="2696"/>
        <pc:sldMkLst>
          <pc:docMk/>
          <pc:sldMk cId="1307588251" sldId="1259"/>
        </pc:sldMkLst>
      </pc:sldChg>
      <pc:sldChg chg="del">
        <pc:chgData name="Qu, Chengyi" userId="9f02c3db-5b00-4063-9ad4-7cdd84fdd2bb" providerId="ADAL" clId="{71EBC684-37BE-40AE-943F-85B359DFBCAD}" dt="2024-01-09T16:08:30.594" v="107" actId="2696"/>
        <pc:sldMkLst>
          <pc:docMk/>
          <pc:sldMk cId="1694100107" sldId="1260"/>
        </pc:sldMkLst>
      </pc:sldChg>
      <pc:sldChg chg="modSp add">
        <pc:chgData name="Qu, Chengyi" userId="9f02c3db-5b00-4063-9ad4-7cdd84fdd2bb" providerId="ADAL" clId="{71EBC684-37BE-40AE-943F-85B359DFBCAD}" dt="2024-01-09T16:05:16.829" v="79" actId="207"/>
        <pc:sldMkLst>
          <pc:docMk/>
          <pc:sldMk cId="1883330637" sldId="1261"/>
        </pc:sldMkLst>
      </pc:sldChg>
      <pc:sldChg chg="add del">
        <pc:chgData name="Qu, Chengyi" userId="9f02c3db-5b00-4063-9ad4-7cdd84fdd2bb" providerId="ADAL" clId="{71EBC684-37BE-40AE-943F-85B359DFBCAD}" dt="2024-01-09T16:06:51.178" v="83"/>
        <pc:sldMkLst>
          <pc:docMk/>
          <pc:sldMk cId="764943190" sldId="1262"/>
        </pc:sldMkLst>
      </pc:sldChg>
      <pc:sldChg chg="add">
        <pc:chgData name="Qu, Chengyi" userId="9f02c3db-5b00-4063-9ad4-7cdd84fdd2bb" providerId="ADAL" clId="{71EBC684-37BE-40AE-943F-85B359DFBCAD}" dt="2024-01-09T16:07:30.569" v="85"/>
        <pc:sldMkLst>
          <pc:docMk/>
          <pc:sldMk cId="2506038731" sldId="1262"/>
        </pc:sldMkLst>
      </pc:sldChg>
      <pc:sldChg chg="add">
        <pc:chgData name="Qu, Chengyi" userId="9f02c3db-5b00-4063-9ad4-7cdd84fdd2bb" providerId="ADAL" clId="{71EBC684-37BE-40AE-943F-85B359DFBCAD}" dt="2024-01-09T16:08:22.221" v="86"/>
        <pc:sldMkLst>
          <pc:docMk/>
          <pc:sldMk cId="612722790" sldId="1263"/>
        </pc:sldMkLst>
      </pc:sldChg>
      <pc:sldChg chg="modSp add">
        <pc:chgData name="Qu, Chengyi" userId="9f02c3db-5b00-4063-9ad4-7cdd84fdd2bb" providerId="ADAL" clId="{71EBC684-37BE-40AE-943F-85B359DFBCAD}" dt="2024-01-09T16:25:59.529" v="362" actId="20577"/>
        <pc:sldMkLst>
          <pc:docMk/>
          <pc:sldMk cId="84850273" sldId="1264"/>
        </pc:sldMkLst>
      </pc:sldChg>
      <pc:sldChg chg="modSp add del">
        <pc:chgData name="Qu, Chengyi" userId="9f02c3db-5b00-4063-9ad4-7cdd84fdd2bb" providerId="ADAL" clId="{71EBC684-37BE-40AE-943F-85B359DFBCAD}" dt="2024-01-09T16:37:16.482" v="376" actId="2696"/>
        <pc:sldMkLst>
          <pc:docMk/>
          <pc:sldMk cId="3507344199" sldId="1265"/>
        </pc:sldMkLst>
      </pc:sldChg>
      <pc:sldChg chg="modSp add del">
        <pc:chgData name="Qu, Chengyi" userId="9f02c3db-5b00-4063-9ad4-7cdd84fdd2bb" providerId="ADAL" clId="{71EBC684-37BE-40AE-943F-85B359DFBCAD}" dt="2024-01-09T16:38:21.366" v="389" actId="20577"/>
        <pc:sldMkLst>
          <pc:docMk/>
          <pc:sldMk cId="1835531626" sldId="1266"/>
        </pc:sldMkLst>
      </pc:sldChg>
      <pc:sldMasterChg chg="delSldLayout">
        <pc:chgData name="Qu, Chengyi" userId="9f02c3db-5b00-4063-9ad4-7cdd84fdd2bb" providerId="ADAL" clId="{71EBC684-37BE-40AE-943F-85B359DFBCAD}" dt="2024-01-09T16:08:30.595" v="108" actId="2696"/>
        <pc:sldMasterMkLst>
          <pc:docMk/>
          <pc:sldMasterMk cId="481874104" sldId="2147483667"/>
        </pc:sldMasterMkLst>
        <pc:sldLayoutChg chg="del">
          <pc:chgData name="Qu, Chengyi" userId="9f02c3db-5b00-4063-9ad4-7cdd84fdd2bb" providerId="ADAL" clId="{71EBC684-37BE-40AE-943F-85B359DFBCAD}" dt="2024-01-09T16:08:30.553" v="100" actId="2696"/>
          <pc:sldLayoutMkLst>
            <pc:docMk/>
            <pc:sldMasterMk cId="481874104" sldId="2147483667"/>
            <pc:sldLayoutMk cId="1386336603" sldId="2147483679"/>
          </pc:sldLayoutMkLst>
        </pc:sldLayoutChg>
        <pc:sldLayoutChg chg="del">
          <pc:chgData name="Qu, Chengyi" userId="9f02c3db-5b00-4063-9ad4-7cdd84fdd2bb" providerId="ADAL" clId="{71EBC684-37BE-40AE-943F-85B359DFBCAD}" dt="2024-01-09T16:08:30.595" v="108" actId="2696"/>
          <pc:sldLayoutMkLst>
            <pc:docMk/>
            <pc:sldMasterMk cId="481874104" sldId="2147483667"/>
            <pc:sldLayoutMk cId="1457830139" sldId="2147483680"/>
          </pc:sldLayoutMkLst>
        </pc:sldLayoutChg>
      </pc:sldMasterChg>
    </pc:docChg>
  </pc:docChgLst>
  <pc:docChgLst>
    <pc:chgData name="Qu, Chengyi" userId="9f02c3db-5b00-4063-9ad4-7cdd84fdd2bb" providerId="ADAL" clId="{FD31D919-629D-4132-B9BD-403978D3AF56}"/>
    <pc:docChg chg="undo custSel addSld delSld modSld sldOrd">
      <pc:chgData name="Qu, Chengyi" userId="9f02c3db-5b00-4063-9ad4-7cdd84fdd2bb" providerId="ADAL" clId="{FD31D919-629D-4132-B9BD-403978D3AF56}" dt="2024-01-07T03:10:15.486" v="754" actId="20577"/>
      <pc:docMkLst>
        <pc:docMk/>
      </pc:docMkLst>
      <pc:sldChg chg="modSp mod">
        <pc:chgData name="Qu, Chengyi" userId="9f02c3db-5b00-4063-9ad4-7cdd84fdd2bb" providerId="ADAL" clId="{FD31D919-629D-4132-B9BD-403978D3AF56}" dt="2024-01-07T02:39:26.106" v="54" actId="20577"/>
        <pc:sldMkLst>
          <pc:docMk/>
          <pc:sldMk cId="553553694" sldId="258"/>
        </pc:sldMkLst>
      </pc:sldChg>
      <pc:sldChg chg="modSp mod">
        <pc:chgData name="Qu, Chengyi" userId="9f02c3db-5b00-4063-9ad4-7cdd84fdd2bb" providerId="ADAL" clId="{FD31D919-629D-4132-B9BD-403978D3AF56}" dt="2024-01-07T02:40:45.867" v="77" actId="20577"/>
        <pc:sldMkLst>
          <pc:docMk/>
          <pc:sldMk cId="4038715374" sldId="1255"/>
        </pc:sldMkLst>
      </pc:sldChg>
      <pc:sldChg chg="modSp mod">
        <pc:chgData name="Qu, Chengyi" userId="9f02c3db-5b00-4063-9ad4-7cdd84fdd2bb" providerId="ADAL" clId="{FD31D919-629D-4132-B9BD-403978D3AF56}" dt="2024-01-07T02:57:46.055" v="320" actId="20577"/>
        <pc:sldMkLst>
          <pc:docMk/>
          <pc:sldMk cId="239755599" sldId="1256"/>
        </pc:sldMkLst>
      </pc:sldChg>
      <pc:sldMasterChg chg="delSldLayout">
        <pc:chgData name="Qu, Chengyi" userId="9f02c3db-5b00-4063-9ad4-7cdd84fdd2bb" providerId="ADAL" clId="{FD31D919-629D-4132-B9BD-403978D3AF56}" dt="2024-01-07T02:40:28.652" v="55" actId="47"/>
        <pc:sldMasterMkLst>
          <pc:docMk/>
          <pc:sldMasterMk cId="2807116942" sldId="2147483648"/>
        </pc:sldMasterMkLst>
      </pc:sldMasterChg>
    </pc:docChg>
  </pc:docChgLst>
  <pc:docChgLst>
    <pc:chgData name="Qu, Chengyi" userId="9f02c3db-5b00-4063-9ad4-7cdd84fdd2bb" providerId="ADAL" clId="{397B8C19-8C06-4BDE-A892-FDAC9BE24FA4}"/>
    <pc:docChg chg="undo custSel addSld delSld modSld delMainMaster">
      <pc:chgData name="Qu, Chengyi" userId="9f02c3db-5b00-4063-9ad4-7cdd84fdd2bb" providerId="ADAL" clId="{397B8C19-8C06-4BDE-A892-FDAC9BE24FA4}" dt="2024-02-12T02:06:05.828" v="155" actId="207"/>
      <pc:docMkLst>
        <pc:docMk/>
      </pc:docMkLst>
      <pc:sldChg chg="del">
        <pc:chgData name="Qu, Chengyi" userId="9f02c3db-5b00-4063-9ad4-7cdd84fdd2bb" providerId="ADAL" clId="{397B8C19-8C06-4BDE-A892-FDAC9BE24FA4}" dt="2024-02-11T21:50:24.593" v="3" actId="47"/>
        <pc:sldMkLst>
          <pc:docMk/>
          <pc:sldMk cId="1672428454" sldId="260"/>
        </pc:sldMkLst>
      </pc:sldChg>
      <pc:sldChg chg="del">
        <pc:chgData name="Qu, Chengyi" userId="9f02c3db-5b00-4063-9ad4-7cdd84fdd2bb" providerId="ADAL" clId="{397B8C19-8C06-4BDE-A892-FDAC9BE24FA4}" dt="2024-02-11T21:50:24.593" v="3" actId="47"/>
        <pc:sldMkLst>
          <pc:docMk/>
          <pc:sldMk cId="3926442091" sldId="278"/>
        </pc:sldMkLst>
      </pc:sldChg>
      <pc:sldChg chg="del">
        <pc:chgData name="Qu, Chengyi" userId="9f02c3db-5b00-4063-9ad4-7cdd84fdd2bb" providerId="ADAL" clId="{397B8C19-8C06-4BDE-A892-FDAC9BE24FA4}" dt="2024-02-11T21:50:24.593" v="3" actId="47"/>
        <pc:sldMkLst>
          <pc:docMk/>
          <pc:sldMk cId="31746736" sldId="392"/>
        </pc:sldMkLst>
      </pc:sldChg>
      <pc:sldChg chg="del">
        <pc:chgData name="Qu, Chengyi" userId="9f02c3db-5b00-4063-9ad4-7cdd84fdd2bb" providerId="ADAL" clId="{397B8C19-8C06-4BDE-A892-FDAC9BE24FA4}" dt="2024-02-11T21:50:24.593" v="3" actId="47"/>
        <pc:sldMkLst>
          <pc:docMk/>
          <pc:sldMk cId="3184566003" sldId="393"/>
        </pc:sldMkLst>
      </pc:sldChg>
      <pc:sldChg chg="del">
        <pc:chgData name="Qu, Chengyi" userId="9f02c3db-5b00-4063-9ad4-7cdd84fdd2bb" providerId="ADAL" clId="{397B8C19-8C06-4BDE-A892-FDAC9BE24FA4}" dt="2024-02-11T21:50:24.593" v="3" actId="47"/>
        <pc:sldMkLst>
          <pc:docMk/>
          <pc:sldMk cId="1671043101" sldId="394"/>
        </pc:sldMkLst>
      </pc:sldChg>
      <pc:sldChg chg="del">
        <pc:chgData name="Qu, Chengyi" userId="9f02c3db-5b00-4063-9ad4-7cdd84fdd2bb" providerId="ADAL" clId="{397B8C19-8C06-4BDE-A892-FDAC9BE24FA4}" dt="2024-02-11T21:50:24.593" v="3" actId="47"/>
        <pc:sldMkLst>
          <pc:docMk/>
          <pc:sldMk cId="4219989565" sldId="395"/>
        </pc:sldMkLst>
      </pc:sldChg>
      <pc:sldChg chg="del">
        <pc:chgData name="Qu, Chengyi" userId="9f02c3db-5b00-4063-9ad4-7cdd84fdd2bb" providerId="ADAL" clId="{397B8C19-8C06-4BDE-A892-FDAC9BE24FA4}" dt="2024-02-11T21:50:24.593" v="3" actId="47"/>
        <pc:sldMkLst>
          <pc:docMk/>
          <pc:sldMk cId="1790099490" sldId="396"/>
        </pc:sldMkLst>
      </pc:sldChg>
      <pc:sldChg chg="del">
        <pc:chgData name="Qu, Chengyi" userId="9f02c3db-5b00-4063-9ad4-7cdd84fdd2bb" providerId="ADAL" clId="{397B8C19-8C06-4BDE-A892-FDAC9BE24FA4}" dt="2024-02-11T21:50:24.593" v="3" actId="47"/>
        <pc:sldMkLst>
          <pc:docMk/>
          <pc:sldMk cId="3002205896" sldId="398"/>
        </pc:sldMkLst>
      </pc:sldChg>
      <pc:sldChg chg="del">
        <pc:chgData name="Qu, Chengyi" userId="9f02c3db-5b00-4063-9ad4-7cdd84fdd2bb" providerId="ADAL" clId="{397B8C19-8C06-4BDE-A892-FDAC9BE24FA4}" dt="2024-02-11T21:50:24.593" v="3" actId="47"/>
        <pc:sldMkLst>
          <pc:docMk/>
          <pc:sldMk cId="1342671193" sldId="399"/>
        </pc:sldMkLst>
      </pc:sldChg>
      <pc:sldChg chg="del">
        <pc:chgData name="Qu, Chengyi" userId="9f02c3db-5b00-4063-9ad4-7cdd84fdd2bb" providerId="ADAL" clId="{397B8C19-8C06-4BDE-A892-FDAC9BE24FA4}" dt="2024-02-11T21:50:24.593" v="3" actId="47"/>
        <pc:sldMkLst>
          <pc:docMk/>
          <pc:sldMk cId="646371862" sldId="400"/>
        </pc:sldMkLst>
      </pc:sldChg>
      <pc:sldChg chg="del">
        <pc:chgData name="Qu, Chengyi" userId="9f02c3db-5b00-4063-9ad4-7cdd84fdd2bb" providerId="ADAL" clId="{397B8C19-8C06-4BDE-A892-FDAC9BE24FA4}" dt="2024-02-11T21:50:24.593" v="3" actId="47"/>
        <pc:sldMkLst>
          <pc:docMk/>
          <pc:sldMk cId="3946897576" sldId="401"/>
        </pc:sldMkLst>
      </pc:sldChg>
      <pc:sldChg chg="del">
        <pc:chgData name="Qu, Chengyi" userId="9f02c3db-5b00-4063-9ad4-7cdd84fdd2bb" providerId="ADAL" clId="{397B8C19-8C06-4BDE-A892-FDAC9BE24FA4}" dt="2024-02-11T21:50:24.593" v="3" actId="47"/>
        <pc:sldMkLst>
          <pc:docMk/>
          <pc:sldMk cId="3446725777" sldId="418"/>
        </pc:sldMkLst>
      </pc:sldChg>
      <pc:sldChg chg="del">
        <pc:chgData name="Qu, Chengyi" userId="9f02c3db-5b00-4063-9ad4-7cdd84fdd2bb" providerId="ADAL" clId="{397B8C19-8C06-4BDE-A892-FDAC9BE24FA4}" dt="2024-02-11T21:50:24.593" v="3" actId="47"/>
        <pc:sldMkLst>
          <pc:docMk/>
          <pc:sldMk cId="928474287" sldId="419"/>
        </pc:sldMkLst>
      </pc:sldChg>
      <pc:sldChg chg="del">
        <pc:chgData name="Qu, Chengyi" userId="9f02c3db-5b00-4063-9ad4-7cdd84fdd2bb" providerId="ADAL" clId="{397B8C19-8C06-4BDE-A892-FDAC9BE24FA4}" dt="2024-02-11T21:50:24.593" v="3" actId="47"/>
        <pc:sldMkLst>
          <pc:docMk/>
          <pc:sldMk cId="3460760720" sldId="421"/>
        </pc:sldMkLst>
      </pc:sldChg>
      <pc:sldChg chg="del">
        <pc:chgData name="Qu, Chengyi" userId="9f02c3db-5b00-4063-9ad4-7cdd84fdd2bb" providerId="ADAL" clId="{397B8C19-8C06-4BDE-A892-FDAC9BE24FA4}" dt="2024-02-11T21:50:24.593" v="3" actId="47"/>
        <pc:sldMkLst>
          <pc:docMk/>
          <pc:sldMk cId="2216415802" sldId="422"/>
        </pc:sldMkLst>
      </pc:sldChg>
      <pc:sldChg chg="delSp modSp add del mod delAnim">
        <pc:chgData name="Qu, Chengyi" userId="9f02c3db-5b00-4063-9ad4-7cdd84fdd2bb" providerId="ADAL" clId="{397B8C19-8C06-4BDE-A892-FDAC9BE24FA4}" dt="2024-02-11T21:53:37.163" v="13" actId="478"/>
        <pc:sldMkLst>
          <pc:docMk/>
          <pc:sldMk cId="1927004406" sldId="633"/>
        </pc:sldMkLst>
      </pc:sldChg>
      <pc:sldChg chg="modSp add del">
        <pc:chgData name="Qu, Chengyi" userId="9f02c3db-5b00-4063-9ad4-7cdd84fdd2bb" providerId="ADAL" clId="{397B8C19-8C06-4BDE-A892-FDAC9BE24FA4}" dt="2024-02-11T21:51:32.163" v="9"/>
        <pc:sldMkLst>
          <pc:docMk/>
          <pc:sldMk cId="3327658120" sldId="634"/>
        </pc:sldMkLst>
      </pc:sldChg>
      <pc:sldChg chg="modSp add del">
        <pc:chgData name="Qu, Chengyi" userId="9f02c3db-5b00-4063-9ad4-7cdd84fdd2bb" providerId="ADAL" clId="{397B8C19-8C06-4BDE-A892-FDAC9BE24FA4}" dt="2024-02-11T21:51:32.163" v="9"/>
        <pc:sldMkLst>
          <pc:docMk/>
          <pc:sldMk cId="2072688855" sldId="635"/>
        </pc:sldMkLst>
      </pc:sldChg>
      <pc:sldChg chg="modSp add del">
        <pc:chgData name="Qu, Chengyi" userId="9f02c3db-5b00-4063-9ad4-7cdd84fdd2bb" providerId="ADAL" clId="{397B8C19-8C06-4BDE-A892-FDAC9BE24FA4}" dt="2024-02-11T21:51:32.163" v="9"/>
        <pc:sldMkLst>
          <pc:docMk/>
          <pc:sldMk cId="1581542834" sldId="636"/>
        </pc:sldMkLst>
      </pc:sldChg>
      <pc:sldChg chg="modSp add del">
        <pc:chgData name="Qu, Chengyi" userId="9f02c3db-5b00-4063-9ad4-7cdd84fdd2bb" providerId="ADAL" clId="{397B8C19-8C06-4BDE-A892-FDAC9BE24FA4}" dt="2024-02-11T21:51:32.163" v="9"/>
        <pc:sldMkLst>
          <pc:docMk/>
          <pc:sldMk cId="3334244613" sldId="637"/>
        </pc:sldMkLst>
      </pc:sldChg>
      <pc:sldChg chg="add del">
        <pc:chgData name="Qu, Chengyi" userId="9f02c3db-5b00-4063-9ad4-7cdd84fdd2bb" providerId="ADAL" clId="{397B8C19-8C06-4BDE-A892-FDAC9BE24FA4}" dt="2024-02-11T21:51:32.163" v="9"/>
        <pc:sldMkLst>
          <pc:docMk/>
          <pc:sldMk cId="2570886114" sldId="638"/>
        </pc:sldMkLst>
      </pc:sldChg>
      <pc:sldChg chg="add del">
        <pc:chgData name="Qu, Chengyi" userId="9f02c3db-5b00-4063-9ad4-7cdd84fdd2bb" providerId="ADAL" clId="{397B8C19-8C06-4BDE-A892-FDAC9BE24FA4}" dt="2024-02-11T21:51:32.163" v="9"/>
        <pc:sldMkLst>
          <pc:docMk/>
          <pc:sldMk cId="1039379895" sldId="639"/>
        </pc:sldMkLst>
      </pc:sldChg>
      <pc:sldChg chg="add del">
        <pc:chgData name="Qu, Chengyi" userId="9f02c3db-5b00-4063-9ad4-7cdd84fdd2bb" providerId="ADAL" clId="{397B8C19-8C06-4BDE-A892-FDAC9BE24FA4}" dt="2024-02-11T21:51:32.163" v="9"/>
        <pc:sldMkLst>
          <pc:docMk/>
          <pc:sldMk cId="1913390666" sldId="640"/>
        </pc:sldMkLst>
      </pc:sldChg>
      <pc:sldChg chg="addSp modSp add del mod">
        <pc:chgData name="Qu, Chengyi" userId="9f02c3db-5b00-4063-9ad4-7cdd84fdd2bb" providerId="ADAL" clId="{397B8C19-8C06-4BDE-A892-FDAC9BE24FA4}" dt="2024-02-11T22:10:58.364" v="96" actId="20577"/>
        <pc:sldMkLst>
          <pc:docMk/>
          <pc:sldMk cId="3742767098" sldId="641"/>
        </pc:sldMkLst>
      </pc:sldChg>
      <pc:sldChg chg="modSp add del mod">
        <pc:chgData name="Qu, Chengyi" userId="9f02c3db-5b00-4063-9ad4-7cdd84fdd2bb" providerId="ADAL" clId="{397B8C19-8C06-4BDE-A892-FDAC9BE24FA4}" dt="2024-02-11T21:51:32.163" v="9"/>
        <pc:sldMkLst>
          <pc:docMk/>
          <pc:sldMk cId="1210879731" sldId="643"/>
        </pc:sldMkLst>
      </pc:sldChg>
      <pc:sldChg chg="modSp add del mod modNotesTx">
        <pc:chgData name="Qu, Chengyi" userId="9f02c3db-5b00-4063-9ad4-7cdd84fdd2bb" providerId="ADAL" clId="{397B8C19-8C06-4BDE-A892-FDAC9BE24FA4}" dt="2024-02-11T22:29:31.245" v="149"/>
        <pc:sldMkLst>
          <pc:docMk/>
          <pc:sldMk cId="3403893922" sldId="644"/>
        </pc:sldMkLst>
      </pc:sldChg>
      <pc:sldChg chg="add del">
        <pc:chgData name="Qu, Chengyi" userId="9f02c3db-5b00-4063-9ad4-7cdd84fdd2bb" providerId="ADAL" clId="{397B8C19-8C06-4BDE-A892-FDAC9BE24FA4}" dt="2024-02-11T21:51:32.163" v="9"/>
        <pc:sldMkLst>
          <pc:docMk/>
          <pc:sldMk cId="1668754033" sldId="645"/>
        </pc:sldMkLst>
      </pc:sldChg>
      <pc:sldChg chg="add del">
        <pc:chgData name="Qu, Chengyi" userId="9f02c3db-5b00-4063-9ad4-7cdd84fdd2bb" providerId="ADAL" clId="{397B8C19-8C06-4BDE-A892-FDAC9BE24FA4}" dt="2024-02-11T21:51:32.163" v="9"/>
        <pc:sldMkLst>
          <pc:docMk/>
          <pc:sldMk cId="1881150535" sldId="646"/>
        </pc:sldMkLst>
      </pc:sldChg>
      <pc:sldChg chg="add del">
        <pc:chgData name="Qu, Chengyi" userId="9f02c3db-5b00-4063-9ad4-7cdd84fdd2bb" providerId="ADAL" clId="{397B8C19-8C06-4BDE-A892-FDAC9BE24FA4}" dt="2024-02-11T21:52:26.671" v="11"/>
        <pc:sldMkLst>
          <pc:docMk/>
          <pc:sldMk cId="456788748" sldId="672"/>
        </pc:sldMkLst>
      </pc:sldChg>
      <pc:sldChg chg="add del">
        <pc:chgData name="Qu, Chengyi" userId="9f02c3db-5b00-4063-9ad4-7cdd84fdd2bb" providerId="ADAL" clId="{397B8C19-8C06-4BDE-A892-FDAC9BE24FA4}" dt="2024-02-11T21:52:26.671" v="11"/>
        <pc:sldMkLst>
          <pc:docMk/>
          <pc:sldMk cId="96406873" sldId="673"/>
        </pc:sldMkLst>
      </pc:sldChg>
      <pc:sldChg chg="add del">
        <pc:chgData name="Qu, Chengyi" userId="9f02c3db-5b00-4063-9ad4-7cdd84fdd2bb" providerId="ADAL" clId="{397B8C19-8C06-4BDE-A892-FDAC9BE24FA4}" dt="2024-02-11T21:52:26.671" v="11"/>
        <pc:sldMkLst>
          <pc:docMk/>
          <pc:sldMk cId="4154517867" sldId="674"/>
        </pc:sldMkLst>
      </pc:sldChg>
      <pc:sldChg chg="add del">
        <pc:chgData name="Qu, Chengyi" userId="9f02c3db-5b00-4063-9ad4-7cdd84fdd2bb" providerId="ADAL" clId="{397B8C19-8C06-4BDE-A892-FDAC9BE24FA4}" dt="2024-02-11T21:52:26.671" v="11"/>
        <pc:sldMkLst>
          <pc:docMk/>
          <pc:sldMk cId="3333933496" sldId="675"/>
        </pc:sldMkLst>
      </pc:sldChg>
      <pc:sldChg chg="add del">
        <pc:chgData name="Qu, Chengyi" userId="9f02c3db-5b00-4063-9ad4-7cdd84fdd2bb" providerId="ADAL" clId="{397B8C19-8C06-4BDE-A892-FDAC9BE24FA4}" dt="2024-02-11T21:52:26.671" v="11"/>
        <pc:sldMkLst>
          <pc:docMk/>
          <pc:sldMk cId="715274724" sldId="676"/>
        </pc:sldMkLst>
      </pc:sldChg>
      <pc:sldChg chg="add del">
        <pc:chgData name="Qu, Chengyi" userId="9f02c3db-5b00-4063-9ad4-7cdd84fdd2bb" providerId="ADAL" clId="{397B8C19-8C06-4BDE-A892-FDAC9BE24FA4}" dt="2024-02-11T21:52:26.671" v="11"/>
        <pc:sldMkLst>
          <pc:docMk/>
          <pc:sldMk cId="257868271" sldId="677"/>
        </pc:sldMkLst>
      </pc:sldChg>
      <pc:sldChg chg="add del">
        <pc:chgData name="Qu, Chengyi" userId="9f02c3db-5b00-4063-9ad4-7cdd84fdd2bb" providerId="ADAL" clId="{397B8C19-8C06-4BDE-A892-FDAC9BE24FA4}" dt="2024-02-11T21:52:26.671" v="11"/>
        <pc:sldMkLst>
          <pc:docMk/>
          <pc:sldMk cId="3746342220" sldId="678"/>
        </pc:sldMkLst>
      </pc:sldChg>
      <pc:sldChg chg="add del">
        <pc:chgData name="Qu, Chengyi" userId="9f02c3db-5b00-4063-9ad4-7cdd84fdd2bb" providerId="ADAL" clId="{397B8C19-8C06-4BDE-A892-FDAC9BE24FA4}" dt="2024-02-11T21:52:26.671" v="11"/>
        <pc:sldMkLst>
          <pc:docMk/>
          <pc:sldMk cId="3589473169" sldId="679"/>
        </pc:sldMkLst>
      </pc:sldChg>
      <pc:sldChg chg="add del">
        <pc:chgData name="Qu, Chengyi" userId="9f02c3db-5b00-4063-9ad4-7cdd84fdd2bb" providerId="ADAL" clId="{397B8C19-8C06-4BDE-A892-FDAC9BE24FA4}" dt="2024-02-11T21:52:26.671" v="11"/>
        <pc:sldMkLst>
          <pc:docMk/>
          <pc:sldMk cId="3560384563" sldId="680"/>
        </pc:sldMkLst>
      </pc:sldChg>
      <pc:sldChg chg="add del modNotes modNotesTx">
        <pc:chgData name="Qu, Chengyi" userId="9f02c3db-5b00-4063-9ad4-7cdd84fdd2bb" providerId="ADAL" clId="{397B8C19-8C06-4BDE-A892-FDAC9BE24FA4}" dt="2024-02-11T22:38:27.540" v="151"/>
        <pc:sldMkLst>
          <pc:docMk/>
          <pc:sldMk cId="2417826034" sldId="681"/>
        </pc:sldMkLst>
      </pc:sldChg>
      <pc:sldChg chg="add del">
        <pc:chgData name="Qu, Chengyi" userId="9f02c3db-5b00-4063-9ad4-7cdd84fdd2bb" providerId="ADAL" clId="{397B8C19-8C06-4BDE-A892-FDAC9BE24FA4}" dt="2024-02-11T21:52:26.671" v="11"/>
        <pc:sldMkLst>
          <pc:docMk/>
          <pc:sldMk cId="1487987344" sldId="682"/>
        </pc:sldMkLst>
      </pc:sldChg>
      <pc:sldChg chg="add del">
        <pc:chgData name="Qu, Chengyi" userId="9f02c3db-5b00-4063-9ad4-7cdd84fdd2bb" providerId="ADAL" clId="{397B8C19-8C06-4BDE-A892-FDAC9BE24FA4}" dt="2024-02-11T21:52:26.671" v="11"/>
        <pc:sldMkLst>
          <pc:docMk/>
          <pc:sldMk cId="2453424196" sldId="683"/>
        </pc:sldMkLst>
      </pc:sldChg>
      <pc:sldChg chg="add del">
        <pc:chgData name="Qu, Chengyi" userId="9f02c3db-5b00-4063-9ad4-7cdd84fdd2bb" providerId="ADAL" clId="{397B8C19-8C06-4BDE-A892-FDAC9BE24FA4}" dt="2024-02-11T21:52:26.671" v="11"/>
        <pc:sldMkLst>
          <pc:docMk/>
          <pc:sldMk cId="2152457748" sldId="684"/>
        </pc:sldMkLst>
      </pc:sldChg>
      <pc:sldChg chg="add del">
        <pc:chgData name="Qu, Chengyi" userId="9f02c3db-5b00-4063-9ad4-7cdd84fdd2bb" providerId="ADAL" clId="{397B8C19-8C06-4BDE-A892-FDAC9BE24FA4}" dt="2024-02-11T21:52:26.671" v="11"/>
        <pc:sldMkLst>
          <pc:docMk/>
          <pc:sldMk cId="2108412039" sldId="685"/>
        </pc:sldMkLst>
      </pc:sldChg>
      <pc:sldChg chg="add del">
        <pc:chgData name="Qu, Chengyi" userId="9f02c3db-5b00-4063-9ad4-7cdd84fdd2bb" providerId="ADAL" clId="{397B8C19-8C06-4BDE-A892-FDAC9BE24FA4}" dt="2024-02-11T21:52:26.671" v="11"/>
        <pc:sldMkLst>
          <pc:docMk/>
          <pc:sldMk cId="3783357540" sldId="686"/>
        </pc:sldMkLst>
      </pc:sldChg>
      <pc:sldChg chg="add del">
        <pc:chgData name="Qu, Chengyi" userId="9f02c3db-5b00-4063-9ad4-7cdd84fdd2bb" providerId="ADAL" clId="{397B8C19-8C06-4BDE-A892-FDAC9BE24FA4}" dt="2024-02-11T21:52:26.671" v="11"/>
        <pc:sldMkLst>
          <pc:docMk/>
          <pc:sldMk cId="1311487720" sldId="687"/>
        </pc:sldMkLst>
      </pc:sldChg>
      <pc:sldChg chg="add del">
        <pc:chgData name="Qu, Chengyi" userId="9f02c3db-5b00-4063-9ad4-7cdd84fdd2bb" providerId="ADAL" clId="{397B8C19-8C06-4BDE-A892-FDAC9BE24FA4}" dt="2024-02-11T21:52:26.671" v="11"/>
        <pc:sldMkLst>
          <pc:docMk/>
          <pc:sldMk cId="1498789726" sldId="688"/>
        </pc:sldMkLst>
      </pc:sldChg>
      <pc:sldChg chg="add del">
        <pc:chgData name="Qu, Chengyi" userId="9f02c3db-5b00-4063-9ad4-7cdd84fdd2bb" providerId="ADAL" clId="{397B8C19-8C06-4BDE-A892-FDAC9BE24FA4}" dt="2024-02-11T21:52:26.671" v="11"/>
        <pc:sldMkLst>
          <pc:docMk/>
          <pc:sldMk cId="777063748" sldId="689"/>
        </pc:sldMkLst>
      </pc:sldChg>
      <pc:sldChg chg="add del">
        <pc:chgData name="Qu, Chengyi" userId="9f02c3db-5b00-4063-9ad4-7cdd84fdd2bb" providerId="ADAL" clId="{397B8C19-8C06-4BDE-A892-FDAC9BE24FA4}" dt="2024-02-12T00:48:33.795" v="152" actId="47"/>
        <pc:sldMkLst>
          <pc:docMk/>
          <pc:sldMk cId="4116137758" sldId="690"/>
        </pc:sldMkLst>
      </pc:sldChg>
      <pc:sldChg chg="add del">
        <pc:chgData name="Qu, Chengyi" userId="9f02c3db-5b00-4063-9ad4-7cdd84fdd2bb" providerId="ADAL" clId="{397B8C19-8C06-4BDE-A892-FDAC9BE24FA4}" dt="2024-02-12T00:48:33.795" v="152" actId="47"/>
        <pc:sldMkLst>
          <pc:docMk/>
          <pc:sldMk cId="474055754" sldId="691"/>
        </pc:sldMkLst>
      </pc:sldChg>
      <pc:sldChg chg="add del">
        <pc:chgData name="Qu, Chengyi" userId="9f02c3db-5b00-4063-9ad4-7cdd84fdd2bb" providerId="ADAL" clId="{397B8C19-8C06-4BDE-A892-FDAC9BE24FA4}" dt="2024-02-12T00:48:33.795" v="152" actId="47"/>
        <pc:sldMkLst>
          <pc:docMk/>
          <pc:sldMk cId="460341792" sldId="692"/>
        </pc:sldMkLst>
      </pc:sldChg>
      <pc:sldChg chg="add del">
        <pc:chgData name="Qu, Chengyi" userId="9f02c3db-5b00-4063-9ad4-7cdd84fdd2bb" providerId="ADAL" clId="{397B8C19-8C06-4BDE-A892-FDAC9BE24FA4}" dt="2024-02-11T21:52:26.671" v="11"/>
        <pc:sldMkLst>
          <pc:docMk/>
          <pc:sldMk cId="1989709339" sldId="693"/>
        </pc:sldMkLst>
      </pc:sldChg>
      <pc:sldChg chg="add del">
        <pc:chgData name="Qu, Chengyi" userId="9f02c3db-5b00-4063-9ad4-7cdd84fdd2bb" providerId="ADAL" clId="{397B8C19-8C06-4BDE-A892-FDAC9BE24FA4}" dt="2024-02-11T21:52:26.671" v="11"/>
        <pc:sldMkLst>
          <pc:docMk/>
          <pc:sldMk cId="1913387589" sldId="694"/>
        </pc:sldMkLst>
      </pc:sldChg>
      <pc:sldChg chg="add del">
        <pc:chgData name="Qu, Chengyi" userId="9f02c3db-5b00-4063-9ad4-7cdd84fdd2bb" providerId="ADAL" clId="{397B8C19-8C06-4BDE-A892-FDAC9BE24FA4}" dt="2024-02-11T21:52:26.671" v="11"/>
        <pc:sldMkLst>
          <pc:docMk/>
          <pc:sldMk cId="3744046807" sldId="695"/>
        </pc:sldMkLst>
      </pc:sldChg>
      <pc:sldChg chg="add del">
        <pc:chgData name="Qu, Chengyi" userId="9f02c3db-5b00-4063-9ad4-7cdd84fdd2bb" providerId="ADAL" clId="{397B8C19-8C06-4BDE-A892-FDAC9BE24FA4}" dt="2024-02-12T00:48:33.795" v="152" actId="47"/>
        <pc:sldMkLst>
          <pc:docMk/>
          <pc:sldMk cId="2377650407" sldId="696"/>
        </pc:sldMkLst>
      </pc:sldChg>
      <pc:sldChg chg="add del">
        <pc:chgData name="Qu, Chengyi" userId="9f02c3db-5b00-4063-9ad4-7cdd84fdd2bb" providerId="ADAL" clId="{397B8C19-8C06-4BDE-A892-FDAC9BE24FA4}" dt="2024-02-12T00:48:33.795" v="152" actId="47"/>
        <pc:sldMkLst>
          <pc:docMk/>
          <pc:sldMk cId="1774760496" sldId="697"/>
        </pc:sldMkLst>
      </pc:sldChg>
      <pc:sldChg chg="add del">
        <pc:chgData name="Qu, Chengyi" userId="9f02c3db-5b00-4063-9ad4-7cdd84fdd2bb" providerId="ADAL" clId="{397B8C19-8C06-4BDE-A892-FDAC9BE24FA4}" dt="2024-02-11T21:52:36.183" v="12" actId="47"/>
        <pc:sldMkLst>
          <pc:docMk/>
          <pc:sldMk cId="1361360619" sldId="698"/>
        </pc:sldMkLst>
      </pc:sldChg>
      <pc:sldChg chg="del">
        <pc:chgData name="Qu, Chengyi" userId="9f02c3db-5b00-4063-9ad4-7cdd84fdd2bb" providerId="ADAL" clId="{397B8C19-8C06-4BDE-A892-FDAC9BE24FA4}" dt="2024-02-11T21:50:24.593" v="3" actId="47"/>
        <pc:sldMkLst>
          <pc:docMk/>
          <pc:sldMk cId="684431789" sldId="701"/>
        </pc:sldMkLst>
      </pc:sldChg>
      <pc:sldChg chg="del">
        <pc:chgData name="Qu, Chengyi" userId="9f02c3db-5b00-4063-9ad4-7cdd84fdd2bb" providerId="ADAL" clId="{397B8C19-8C06-4BDE-A892-FDAC9BE24FA4}" dt="2024-02-11T21:50:24.593" v="3" actId="47"/>
        <pc:sldMkLst>
          <pc:docMk/>
          <pc:sldMk cId="2889163335" sldId="702"/>
        </pc:sldMkLst>
      </pc:sldChg>
      <pc:sldChg chg="del">
        <pc:chgData name="Qu, Chengyi" userId="9f02c3db-5b00-4063-9ad4-7cdd84fdd2bb" providerId="ADAL" clId="{397B8C19-8C06-4BDE-A892-FDAC9BE24FA4}" dt="2024-02-11T21:50:24.593" v="3" actId="47"/>
        <pc:sldMkLst>
          <pc:docMk/>
          <pc:sldMk cId="3651479284" sldId="703"/>
        </pc:sldMkLst>
      </pc:sldChg>
      <pc:sldChg chg="modSp mod">
        <pc:chgData name="Qu, Chengyi" userId="9f02c3db-5b00-4063-9ad4-7cdd84fdd2bb" providerId="ADAL" clId="{397B8C19-8C06-4BDE-A892-FDAC9BE24FA4}" dt="2024-02-11T21:50:20.772" v="2" actId="207"/>
        <pc:sldMkLst>
          <pc:docMk/>
          <pc:sldMk cId="3507344199" sldId="1265"/>
        </pc:sldMkLst>
      </pc:sldChg>
      <pc:sldChg chg="del">
        <pc:chgData name="Qu, Chengyi" userId="9f02c3db-5b00-4063-9ad4-7cdd84fdd2bb" providerId="ADAL" clId="{397B8C19-8C06-4BDE-A892-FDAC9BE24FA4}" dt="2024-02-11T21:50:24.593" v="3" actId="47"/>
        <pc:sldMkLst>
          <pc:docMk/>
          <pc:sldMk cId="1996591682" sldId="1266"/>
        </pc:sldMkLst>
      </pc:sldChg>
      <pc:sldChg chg="modSp add mod">
        <pc:chgData name="Qu, Chengyi" userId="9f02c3db-5b00-4063-9ad4-7cdd84fdd2bb" providerId="ADAL" clId="{397B8C19-8C06-4BDE-A892-FDAC9BE24FA4}" dt="2024-02-12T02:06:05.828" v="155" actId="207"/>
        <pc:sldMkLst>
          <pc:docMk/>
          <pc:sldMk cId="3209912214" sldId="1266"/>
        </pc:sldMkLst>
      </pc:sldChg>
      <pc:sldChg chg="del">
        <pc:chgData name="Qu, Chengyi" userId="9f02c3db-5b00-4063-9ad4-7cdd84fdd2bb" providerId="ADAL" clId="{397B8C19-8C06-4BDE-A892-FDAC9BE24FA4}" dt="2024-02-11T21:50:24.593" v="3" actId="47"/>
        <pc:sldMkLst>
          <pc:docMk/>
          <pc:sldMk cId="1438909993" sldId="1267"/>
        </pc:sldMkLst>
      </pc:sldChg>
      <pc:sldChg chg="del">
        <pc:chgData name="Qu, Chengyi" userId="9f02c3db-5b00-4063-9ad4-7cdd84fdd2bb" providerId="ADAL" clId="{397B8C19-8C06-4BDE-A892-FDAC9BE24FA4}" dt="2024-02-11T21:50:24.593" v="3" actId="47"/>
        <pc:sldMkLst>
          <pc:docMk/>
          <pc:sldMk cId="3416110985" sldId="1268"/>
        </pc:sldMkLst>
      </pc:sldChg>
      <pc:sldChg chg="del">
        <pc:chgData name="Qu, Chengyi" userId="9f02c3db-5b00-4063-9ad4-7cdd84fdd2bb" providerId="ADAL" clId="{397B8C19-8C06-4BDE-A892-FDAC9BE24FA4}" dt="2024-02-11T21:50:24.593" v="3" actId="47"/>
        <pc:sldMkLst>
          <pc:docMk/>
          <pc:sldMk cId="2561194058" sldId="1269"/>
        </pc:sldMkLst>
      </pc:sldChg>
      <pc:sldChg chg="del">
        <pc:chgData name="Qu, Chengyi" userId="9f02c3db-5b00-4063-9ad4-7cdd84fdd2bb" providerId="ADAL" clId="{397B8C19-8C06-4BDE-A892-FDAC9BE24FA4}" dt="2024-02-11T21:50:24.593" v="3" actId="47"/>
        <pc:sldMkLst>
          <pc:docMk/>
          <pc:sldMk cId="2354105606" sldId="1270"/>
        </pc:sldMkLst>
      </pc:sldChg>
      <pc:sldChg chg="del">
        <pc:chgData name="Qu, Chengyi" userId="9f02c3db-5b00-4063-9ad4-7cdd84fdd2bb" providerId="ADAL" clId="{397B8C19-8C06-4BDE-A892-FDAC9BE24FA4}" dt="2024-02-11T21:50:24.593" v="3" actId="47"/>
        <pc:sldMkLst>
          <pc:docMk/>
          <pc:sldMk cId="1052560923" sldId="1271"/>
        </pc:sldMkLst>
      </pc:sldChg>
      <pc:sldChg chg="del">
        <pc:chgData name="Qu, Chengyi" userId="9f02c3db-5b00-4063-9ad4-7cdd84fdd2bb" providerId="ADAL" clId="{397B8C19-8C06-4BDE-A892-FDAC9BE24FA4}" dt="2024-02-11T21:50:24.593" v="3" actId="47"/>
        <pc:sldMkLst>
          <pc:docMk/>
          <pc:sldMk cId="1187497349" sldId="1272"/>
        </pc:sldMkLst>
      </pc:sldChg>
      <pc:sldChg chg="del">
        <pc:chgData name="Qu, Chengyi" userId="9f02c3db-5b00-4063-9ad4-7cdd84fdd2bb" providerId="ADAL" clId="{397B8C19-8C06-4BDE-A892-FDAC9BE24FA4}" dt="2024-02-11T21:50:24.593" v="3" actId="47"/>
        <pc:sldMkLst>
          <pc:docMk/>
          <pc:sldMk cId="1285252224" sldId="1273"/>
        </pc:sldMkLst>
      </pc:sldChg>
      <pc:sldMasterChg chg="del delSldLayout">
        <pc:chgData name="Qu, Chengyi" userId="9f02c3db-5b00-4063-9ad4-7cdd84fdd2bb" providerId="ADAL" clId="{397B8C19-8C06-4BDE-A892-FDAC9BE24FA4}" dt="2024-02-11T21:50:24.593" v="3" actId="47"/>
        <pc:sldMasterMkLst>
          <pc:docMk/>
          <pc:sldMasterMk cId="3956959006" sldId="2147483683"/>
        </pc:sldMasterMkLst>
        <pc:sldLayoutChg chg="del">
          <pc:chgData name="Qu, Chengyi" userId="9f02c3db-5b00-4063-9ad4-7cdd84fdd2bb" providerId="ADAL" clId="{397B8C19-8C06-4BDE-A892-FDAC9BE24FA4}" dt="2024-02-11T21:50:24.593" v="3" actId="47"/>
          <pc:sldLayoutMkLst>
            <pc:docMk/>
            <pc:sldMasterMk cId="3956959006" sldId="2147483683"/>
            <pc:sldLayoutMk cId="124677316" sldId="2147483684"/>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2258750162" sldId="2147483685"/>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974488293" sldId="2147483686"/>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3891729509" sldId="2147483687"/>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2437564073" sldId="2147483688"/>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2655653278" sldId="2147483689"/>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3132126416" sldId="2147483690"/>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1157330065" sldId="2147483691"/>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1914932427" sldId="2147483692"/>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683540054" sldId="2147483693"/>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1556580992" sldId="2147483694"/>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146637938" sldId="2147483695"/>
          </pc:sldLayoutMkLst>
        </pc:sldLayoutChg>
        <pc:sldLayoutChg chg="del">
          <pc:chgData name="Qu, Chengyi" userId="9f02c3db-5b00-4063-9ad4-7cdd84fdd2bb" providerId="ADAL" clId="{397B8C19-8C06-4BDE-A892-FDAC9BE24FA4}" dt="2024-02-11T21:50:24.593" v="3" actId="47"/>
          <pc:sldLayoutMkLst>
            <pc:docMk/>
            <pc:sldMasterMk cId="3956959006" sldId="2147483683"/>
            <pc:sldLayoutMk cId="1434463460" sldId="214748369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428F37-533E-4A41-8655-F9D8B96EFA90}" type="doc">
      <dgm:prSet loTypeId="urn:microsoft.com/office/officeart/2005/8/layout/process1" loCatId="process" qsTypeId="urn:microsoft.com/office/officeart/2005/8/quickstyle/simple4" qsCatId="simple" csTypeId="urn:microsoft.com/office/officeart/2005/8/colors/accent1_2" csCatId="accent1" phldr="1"/>
      <dgm:spPr/>
    </dgm:pt>
    <dgm:pt modelId="{DECDBDB4-7F34-AC41-9B0E-FBD22DFC83E7}">
      <dgm:prSet/>
      <dgm:spPr>
        <a:solidFill>
          <a:schemeClr val="accent3">
            <a:lumMod val="75000"/>
          </a:schemeClr>
        </a:solidFill>
        <a:ln>
          <a:solidFill>
            <a:schemeClr val="accent3">
              <a:lumMod val="50000"/>
            </a:schemeClr>
          </a:solidFill>
        </a:ln>
      </dgm:spPr>
      <dgm:t>
        <a:bodyPr/>
        <a:lstStyle/>
        <a:p>
          <a:r>
            <a:rPr lang="en-US" dirty="0">
              <a:solidFill>
                <a:schemeClr val="bg1"/>
              </a:solidFill>
              <a:latin typeface="Arial" panose="020B0604020202020204" pitchFamily="34" charset="0"/>
              <a:cs typeface="Arial" panose="020B0604020202020204" pitchFamily="34" charset="0"/>
            </a:rPr>
            <a:t>What assets need to be protected</a:t>
          </a:r>
        </a:p>
      </dgm:t>
    </dgm:pt>
    <dgm:pt modelId="{159A8D0F-CD40-074D-936C-230D0A413289}" type="parTrans" cxnId="{47EB3D10-AE49-A44E-8A44-79BDE5BCAF7C}">
      <dgm:prSet/>
      <dgm:spPr/>
      <dgm:t>
        <a:bodyPr/>
        <a:lstStyle/>
        <a:p>
          <a:endParaRPr lang="en-US">
            <a:latin typeface="Arial" panose="020B0604020202020204" pitchFamily="34" charset="0"/>
            <a:cs typeface="Arial" panose="020B0604020202020204" pitchFamily="34" charset="0"/>
          </a:endParaRPr>
        </a:p>
      </dgm:t>
    </dgm:pt>
    <dgm:pt modelId="{B7FE86E5-213C-9043-840B-3A79513B2496}" type="sibTrans" cxnId="{47EB3D10-AE49-A44E-8A44-79BDE5BCAF7C}">
      <dgm:prSet/>
      <dgm:spPr>
        <a:solidFill>
          <a:schemeClr val="tx1"/>
        </a:solidFill>
        <a:ln>
          <a:solidFill>
            <a:schemeClr val="accent3">
              <a:lumMod val="50000"/>
            </a:schemeClr>
          </a:solidFill>
        </a:ln>
      </dgm:spPr>
      <dgm:t>
        <a:bodyPr/>
        <a:lstStyle/>
        <a:p>
          <a:endParaRPr lang="en-US">
            <a:latin typeface="Arial" panose="020B0604020202020204" pitchFamily="34" charset="0"/>
            <a:cs typeface="Arial" panose="020B0604020202020204" pitchFamily="34" charset="0"/>
          </a:endParaRPr>
        </a:p>
      </dgm:t>
    </dgm:pt>
    <dgm:pt modelId="{A2D4077F-A238-DA4C-89E9-11B6DEDADADC}">
      <dgm:prSet/>
      <dgm:spPr>
        <a:solidFill>
          <a:schemeClr val="accent4">
            <a:lumMod val="60000"/>
            <a:lumOff val="40000"/>
          </a:schemeClr>
        </a:solidFill>
        <a:ln>
          <a:solidFill>
            <a:schemeClr val="accent4">
              <a:lumMod val="75000"/>
            </a:schemeClr>
          </a:solidFill>
        </a:ln>
      </dgm:spPr>
      <dgm:t>
        <a:bodyPr/>
        <a:lstStyle/>
        <a:p>
          <a:r>
            <a:rPr lang="en-US" dirty="0">
              <a:solidFill>
                <a:schemeClr val="bg1"/>
              </a:solidFill>
              <a:latin typeface="Arial" panose="020B0604020202020204" pitchFamily="34" charset="0"/>
              <a:cs typeface="Arial" panose="020B0604020202020204" pitchFamily="34" charset="0"/>
            </a:rPr>
            <a:t>How are those assets threatened</a:t>
          </a:r>
        </a:p>
      </dgm:t>
    </dgm:pt>
    <dgm:pt modelId="{4669B165-5BD5-5A4B-988C-6183B95E4737}" type="parTrans" cxnId="{C1F07A67-8D17-3A40-ADD9-2C8CB8CF4B88}">
      <dgm:prSet/>
      <dgm:spPr/>
      <dgm:t>
        <a:bodyPr/>
        <a:lstStyle/>
        <a:p>
          <a:endParaRPr lang="en-US">
            <a:latin typeface="Arial" panose="020B0604020202020204" pitchFamily="34" charset="0"/>
            <a:cs typeface="Arial" panose="020B0604020202020204" pitchFamily="34" charset="0"/>
          </a:endParaRPr>
        </a:p>
      </dgm:t>
    </dgm:pt>
    <dgm:pt modelId="{6F960B14-ECD0-5748-A4CF-769860A75338}" type="sibTrans" cxnId="{C1F07A67-8D17-3A40-ADD9-2C8CB8CF4B88}">
      <dgm:prSet/>
      <dgm:spPr>
        <a:solidFill>
          <a:schemeClr val="tx1"/>
        </a:solidFill>
        <a:ln>
          <a:solidFill>
            <a:schemeClr val="accent4">
              <a:lumMod val="75000"/>
            </a:schemeClr>
          </a:solidFill>
        </a:ln>
      </dgm:spPr>
      <dgm:t>
        <a:bodyPr/>
        <a:lstStyle/>
        <a:p>
          <a:endParaRPr lang="en-US">
            <a:latin typeface="Arial" panose="020B0604020202020204" pitchFamily="34" charset="0"/>
            <a:cs typeface="Arial" panose="020B0604020202020204" pitchFamily="34" charset="0"/>
          </a:endParaRPr>
        </a:p>
      </dgm:t>
    </dgm:pt>
    <dgm:pt modelId="{91E1F51B-B71D-164E-BF59-4AF797A37CFF}">
      <dgm:prSet/>
      <dgm:spPr>
        <a:solidFill>
          <a:schemeClr val="accent5">
            <a:lumMod val="75000"/>
          </a:schemeClr>
        </a:solidFill>
        <a:ln>
          <a:solidFill>
            <a:schemeClr val="accent5">
              <a:lumMod val="50000"/>
            </a:schemeClr>
          </a:solidFill>
        </a:ln>
      </dgm:spPr>
      <dgm:t>
        <a:bodyPr/>
        <a:lstStyle/>
        <a:p>
          <a:r>
            <a:rPr lang="en-US" dirty="0">
              <a:solidFill>
                <a:schemeClr val="bg1"/>
              </a:solidFill>
              <a:latin typeface="Arial" panose="020B0604020202020204" pitchFamily="34" charset="0"/>
              <a:cs typeface="Arial" panose="020B0604020202020204" pitchFamily="34" charset="0"/>
            </a:rPr>
            <a:t>What can be done to counter those threats</a:t>
          </a:r>
        </a:p>
      </dgm:t>
    </dgm:pt>
    <dgm:pt modelId="{D467CD87-D97B-E343-9183-C2C48D365099}" type="parTrans" cxnId="{7A98AA3E-2E05-9546-8D7D-79AED40249CE}">
      <dgm:prSet/>
      <dgm:spPr/>
      <dgm:t>
        <a:bodyPr/>
        <a:lstStyle/>
        <a:p>
          <a:endParaRPr lang="en-US">
            <a:latin typeface="Arial" panose="020B0604020202020204" pitchFamily="34" charset="0"/>
            <a:cs typeface="Arial" panose="020B0604020202020204" pitchFamily="34" charset="0"/>
          </a:endParaRPr>
        </a:p>
      </dgm:t>
    </dgm:pt>
    <dgm:pt modelId="{283F4503-9CC7-7E4D-AD40-9C1A276F9DBF}" type="sibTrans" cxnId="{7A98AA3E-2E05-9546-8D7D-79AED40249CE}">
      <dgm:prSet/>
      <dgm:spPr/>
      <dgm:t>
        <a:bodyPr/>
        <a:lstStyle/>
        <a:p>
          <a:endParaRPr lang="en-US">
            <a:latin typeface="Arial" panose="020B0604020202020204" pitchFamily="34" charset="0"/>
            <a:cs typeface="Arial" panose="020B0604020202020204" pitchFamily="34" charset="0"/>
          </a:endParaRPr>
        </a:p>
      </dgm:t>
    </dgm:pt>
    <dgm:pt modelId="{699A0DD0-679B-964C-9581-E92EEC901E77}" type="pres">
      <dgm:prSet presAssocID="{18428F37-533E-4A41-8655-F9D8B96EFA90}" presName="Name0" presStyleCnt="0">
        <dgm:presLayoutVars>
          <dgm:dir/>
          <dgm:resizeHandles val="exact"/>
        </dgm:presLayoutVars>
      </dgm:prSet>
      <dgm:spPr/>
    </dgm:pt>
    <dgm:pt modelId="{8746285E-8FC2-304D-B8D6-1F4764C439BB}" type="pres">
      <dgm:prSet presAssocID="{DECDBDB4-7F34-AC41-9B0E-FBD22DFC83E7}" presName="node" presStyleLbl="node1" presStyleIdx="0" presStyleCnt="3">
        <dgm:presLayoutVars>
          <dgm:bulletEnabled val="1"/>
        </dgm:presLayoutVars>
      </dgm:prSet>
      <dgm:spPr/>
    </dgm:pt>
    <dgm:pt modelId="{29C810DC-3DD5-5349-B6C4-53BFAF5170C0}" type="pres">
      <dgm:prSet presAssocID="{B7FE86E5-213C-9043-840B-3A79513B2496}" presName="sibTrans" presStyleLbl="sibTrans2D1" presStyleIdx="0" presStyleCnt="2"/>
      <dgm:spPr/>
    </dgm:pt>
    <dgm:pt modelId="{4B385FA7-9B74-D249-965C-31E168F31A37}" type="pres">
      <dgm:prSet presAssocID="{B7FE86E5-213C-9043-840B-3A79513B2496}" presName="connectorText" presStyleLbl="sibTrans2D1" presStyleIdx="0" presStyleCnt="2"/>
      <dgm:spPr/>
    </dgm:pt>
    <dgm:pt modelId="{F0EE840A-6A6A-8C4E-BD43-645284D74784}" type="pres">
      <dgm:prSet presAssocID="{A2D4077F-A238-DA4C-89E9-11B6DEDADADC}" presName="node" presStyleLbl="node1" presStyleIdx="1" presStyleCnt="3">
        <dgm:presLayoutVars>
          <dgm:bulletEnabled val="1"/>
        </dgm:presLayoutVars>
      </dgm:prSet>
      <dgm:spPr/>
    </dgm:pt>
    <dgm:pt modelId="{106A60B2-E17B-6846-A742-BD11872B615E}" type="pres">
      <dgm:prSet presAssocID="{6F960B14-ECD0-5748-A4CF-769860A75338}" presName="sibTrans" presStyleLbl="sibTrans2D1" presStyleIdx="1" presStyleCnt="2"/>
      <dgm:spPr/>
    </dgm:pt>
    <dgm:pt modelId="{158BB950-FF0F-D44F-BC57-D0FFDA67D69B}" type="pres">
      <dgm:prSet presAssocID="{6F960B14-ECD0-5748-A4CF-769860A75338}" presName="connectorText" presStyleLbl="sibTrans2D1" presStyleIdx="1" presStyleCnt="2"/>
      <dgm:spPr/>
    </dgm:pt>
    <dgm:pt modelId="{5E945862-EF2F-A845-884B-12FE5750CF76}" type="pres">
      <dgm:prSet presAssocID="{91E1F51B-B71D-164E-BF59-4AF797A37CFF}" presName="node" presStyleLbl="node1" presStyleIdx="2" presStyleCnt="3">
        <dgm:presLayoutVars>
          <dgm:bulletEnabled val="1"/>
        </dgm:presLayoutVars>
      </dgm:prSet>
      <dgm:spPr/>
    </dgm:pt>
  </dgm:ptLst>
  <dgm:cxnLst>
    <dgm:cxn modelId="{47EB3D10-AE49-A44E-8A44-79BDE5BCAF7C}" srcId="{18428F37-533E-4A41-8655-F9D8B96EFA90}" destId="{DECDBDB4-7F34-AC41-9B0E-FBD22DFC83E7}" srcOrd="0" destOrd="0" parTransId="{159A8D0F-CD40-074D-936C-230D0A413289}" sibTransId="{B7FE86E5-213C-9043-840B-3A79513B2496}"/>
    <dgm:cxn modelId="{7A98AA3E-2E05-9546-8D7D-79AED40249CE}" srcId="{18428F37-533E-4A41-8655-F9D8B96EFA90}" destId="{91E1F51B-B71D-164E-BF59-4AF797A37CFF}" srcOrd="2" destOrd="0" parTransId="{D467CD87-D97B-E343-9183-C2C48D365099}" sibTransId="{283F4503-9CC7-7E4D-AD40-9C1A276F9DBF}"/>
    <dgm:cxn modelId="{361CE03F-8CF9-144B-8114-D4F2624F0422}" type="presOf" srcId="{B7FE86E5-213C-9043-840B-3A79513B2496}" destId="{4B385FA7-9B74-D249-965C-31E168F31A37}" srcOrd="1" destOrd="0" presId="urn:microsoft.com/office/officeart/2005/8/layout/process1"/>
    <dgm:cxn modelId="{4909C241-D23A-E94D-B07E-662333D69C1D}" type="presOf" srcId="{91E1F51B-B71D-164E-BF59-4AF797A37CFF}" destId="{5E945862-EF2F-A845-884B-12FE5750CF76}" srcOrd="0" destOrd="0" presId="urn:microsoft.com/office/officeart/2005/8/layout/process1"/>
    <dgm:cxn modelId="{47FFFF42-0D16-0541-8BAA-951AC7E3A980}" type="presOf" srcId="{DECDBDB4-7F34-AC41-9B0E-FBD22DFC83E7}" destId="{8746285E-8FC2-304D-B8D6-1F4764C439BB}" srcOrd="0" destOrd="0" presId="urn:microsoft.com/office/officeart/2005/8/layout/process1"/>
    <dgm:cxn modelId="{C1F07A67-8D17-3A40-ADD9-2C8CB8CF4B88}" srcId="{18428F37-533E-4A41-8655-F9D8B96EFA90}" destId="{A2D4077F-A238-DA4C-89E9-11B6DEDADADC}" srcOrd="1" destOrd="0" parTransId="{4669B165-5BD5-5A4B-988C-6183B95E4737}" sibTransId="{6F960B14-ECD0-5748-A4CF-769860A75338}"/>
    <dgm:cxn modelId="{3DD78A6A-484A-EC4B-B928-53987188C1BF}" type="presOf" srcId="{B7FE86E5-213C-9043-840B-3A79513B2496}" destId="{29C810DC-3DD5-5349-B6C4-53BFAF5170C0}" srcOrd="0" destOrd="0" presId="urn:microsoft.com/office/officeart/2005/8/layout/process1"/>
    <dgm:cxn modelId="{5BD6B26C-20DD-C842-A512-635844E307CA}" type="presOf" srcId="{6F960B14-ECD0-5748-A4CF-769860A75338}" destId="{158BB950-FF0F-D44F-BC57-D0FFDA67D69B}" srcOrd="1" destOrd="0" presId="urn:microsoft.com/office/officeart/2005/8/layout/process1"/>
    <dgm:cxn modelId="{F5BB7E58-3B50-444F-A028-E70A8323EA1F}" type="presOf" srcId="{6F960B14-ECD0-5748-A4CF-769860A75338}" destId="{106A60B2-E17B-6846-A742-BD11872B615E}" srcOrd="0" destOrd="0" presId="urn:microsoft.com/office/officeart/2005/8/layout/process1"/>
    <dgm:cxn modelId="{2FFEF4D0-49AC-CE4F-948B-3FB1D75F3FE1}" type="presOf" srcId="{A2D4077F-A238-DA4C-89E9-11B6DEDADADC}" destId="{F0EE840A-6A6A-8C4E-BD43-645284D74784}" srcOrd="0" destOrd="0" presId="urn:microsoft.com/office/officeart/2005/8/layout/process1"/>
    <dgm:cxn modelId="{98C2BADF-B650-D342-9963-134225CDE30A}" type="presOf" srcId="{18428F37-533E-4A41-8655-F9D8B96EFA90}" destId="{699A0DD0-679B-964C-9581-E92EEC901E77}" srcOrd="0" destOrd="0" presId="urn:microsoft.com/office/officeart/2005/8/layout/process1"/>
    <dgm:cxn modelId="{BACD36BD-864E-3741-97B9-7C310B42BC09}" type="presParOf" srcId="{699A0DD0-679B-964C-9581-E92EEC901E77}" destId="{8746285E-8FC2-304D-B8D6-1F4764C439BB}" srcOrd="0" destOrd="0" presId="urn:microsoft.com/office/officeart/2005/8/layout/process1"/>
    <dgm:cxn modelId="{FFA0DD57-BE88-AF49-911C-A940AA6D7BA2}" type="presParOf" srcId="{699A0DD0-679B-964C-9581-E92EEC901E77}" destId="{29C810DC-3DD5-5349-B6C4-53BFAF5170C0}" srcOrd="1" destOrd="0" presId="urn:microsoft.com/office/officeart/2005/8/layout/process1"/>
    <dgm:cxn modelId="{4E533893-AD51-A445-9B3D-B03B3CDFE941}" type="presParOf" srcId="{29C810DC-3DD5-5349-B6C4-53BFAF5170C0}" destId="{4B385FA7-9B74-D249-965C-31E168F31A37}" srcOrd="0" destOrd="0" presId="urn:microsoft.com/office/officeart/2005/8/layout/process1"/>
    <dgm:cxn modelId="{583C19DB-F092-FC40-86F4-EADD4AC245DF}" type="presParOf" srcId="{699A0DD0-679B-964C-9581-E92EEC901E77}" destId="{F0EE840A-6A6A-8C4E-BD43-645284D74784}" srcOrd="2" destOrd="0" presId="urn:microsoft.com/office/officeart/2005/8/layout/process1"/>
    <dgm:cxn modelId="{16392C56-480E-0C4D-A2CF-4FC813A1C802}" type="presParOf" srcId="{699A0DD0-679B-964C-9581-E92EEC901E77}" destId="{106A60B2-E17B-6846-A742-BD11872B615E}" srcOrd="3" destOrd="0" presId="urn:microsoft.com/office/officeart/2005/8/layout/process1"/>
    <dgm:cxn modelId="{A361325D-C60D-A040-B34C-0942C75D7B5C}" type="presParOf" srcId="{106A60B2-E17B-6846-A742-BD11872B615E}" destId="{158BB950-FF0F-D44F-BC57-D0FFDA67D69B}" srcOrd="0" destOrd="0" presId="urn:microsoft.com/office/officeart/2005/8/layout/process1"/>
    <dgm:cxn modelId="{016DC2CC-B745-0349-A580-600120FBED2A}" type="presParOf" srcId="{699A0DD0-679B-964C-9581-E92EEC901E77}" destId="{5E945862-EF2F-A845-884B-12FE5750CF76}"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97AEB5-64FC-9049-8D19-6C64190AB5B2}" type="doc">
      <dgm:prSet loTypeId="urn:microsoft.com/office/officeart/2005/8/layout/hList3" loCatId="list" qsTypeId="urn:microsoft.com/office/officeart/2005/8/quickstyle/simple3" qsCatId="simple" csTypeId="urn:microsoft.com/office/officeart/2005/8/colors/accent1_2" csCatId="accent1" phldr="1"/>
      <dgm:spPr/>
      <dgm:t>
        <a:bodyPr/>
        <a:lstStyle/>
        <a:p>
          <a:endParaRPr lang="en-US"/>
        </a:p>
      </dgm:t>
    </dgm:pt>
    <dgm:pt modelId="{C2662F73-5FA3-6243-B313-15777013349E}">
      <dgm:prSet/>
      <dgm:spPr>
        <a:solidFill>
          <a:schemeClr val="accent3">
            <a:lumMod val="75000"/>
          </a:schemeClr>
        </a:solidFill>
      </dgm:spPr>
      <dgm:t>
        <a:bodyPr/>
        <a:lstStyle/>
        <a:p>
          <a:pPr rtl="0"/>
          <a:r>
            <a:rPr lang="en-US" b="0" dirty="0">
              <a:latin typeface="Arial" panose="020B0604020202020204" pitchFamily="34" charset="0"/>
              <a:cs typeface="Arial" panose="020B0604020202020204" pitchFamily="34" charset="0"/>
            </a:rPr>
            <a:t>Helps to achieve and maintain appropriate levels of </a:t>
          </a:r>
          <a:r>
            <a:rPr lang="en-US" b="0" dirty="0">
              <a:solidFill>
                <a:srgbClr val="C00000"/>
              </a:solidFill>
              <a:latin typeface="Arial" panose="020B0604020202020204" pitchFamily="34" charset="0"/>
              <a:cs typeface="Arial" panose="020B0604020202020204" pitchFamily="34" charset="0"/>
            </a:rPr>
            <a:t>confidentiality, integrity, availability, accountability, authenticity, and reliability </a:t>
          </a:r>
          <a:r>
            <a:rPr lang="en-US" b="0" dirty="0">
              <a:latin typeface="Arial" panose="020B0604020202020204" pitchFamily="34" charset="0"/>
              <a:cs typeface="Arial" panose="020B0604020202020204" pitchFamily="34" charset="0"/>
            </a:rPr>
            <a:t>and involves functions such as:</a:t>
          </a:r>
        </a:p>
      </dgm:t>
    </dgm:pt>
    <dgm:pt modelId="{B8ED46E1-13DF-E948-86B0-522E40E14D39}" type="parTrans" cxnId="{C7EB33A2-6969-2F4C-8A12-679430FE9632}">
      <dgm:prSet/>
      <dgm:spPr/>
      <dgm:t>
        <a:bodyPr/>
        <a:lstStyle/>
        <a:p>
          <a:endParaRPr lang="en-US" b="0">
            <a:latin typeface="Arial" panose="020B0604020202020204" pitchFamily="34" charset="0"/>
            <a:cs typeface="Arial" panose="020B0604020202020204" pitchFamily="34" charset="0"/>
          </a:endParaRPr>
        </a:p>
      </dgm:t>
    </dgm:pt>
    <dgm:pt modelId="{48097A06-5DC7-0242-B9A3-31104F1A36FA}" type="sibTrans" cxnId="{C7EB33A2-6969-2F4C-8A12-679430FE9632}">
      <dgm:prSet/>
      <dgm:spPr/>
      <dgm:t>
        <a:bodyPr/>
        <a:lstStyle/>
        <a:p>
          <a:endParaRPr lang="en-US" b="0">
            <a:latin typeface="Arial" panose="020B0604020202020204" pitchFamily="34" charset="0"/>
            <a:cs typeface="Arial" panose="020B0604020202020204" pitchFamily="34" charset="0"/>
          </a:endParaRPr>
        </a:p>
      </dgm:t>
    </dgm:pt>
    <dgm:pt modelId="{C1319F7D-2772-5442-A9EB-8D34F6BCA4DC}">
      <dgm:prSet custT="1"/>
      <dgm:spPr>
        <a:solidFill>
          <a:schemeClr val="accent3">
            <a:lumMod val="60000"/>
            <a:lumOff val="40000"/>
          </a:schemeClr>
        </a:solidFill>
      </dgm:spPr>
      <dgm:t>
        <a:bodyPr/>
        <a:lstStyle/>
        <a:p>
          <a:pPr rtl="0"/>
          <a:r>
            <a:rPr lang="en-US" sz="1200" b="0" dirty="0">
              <a:latin typeface="Arial" panose="020B0604020202020204" pitchFamily="34" charset="0"/>
              <a:cs typeface="Arial" panose="020B0604020202020204" pitchFamily="34" charset="0"/>
            </a:rPr>
            <a:t>Determining organizational         IT security objectives, strategies, and policies</a:t>
          </a:r>
        </a:p>
      </dgm:t>
    </dgm:pt>
    <dgm:pt modelId="{71FD92DA-E5F7-7D41-819E-9568F3085AB3}" type="parTrans" cxnId="{D572BF93-CE76-2D47-ACAD-F1B6902F7C78}">
      <dgm:prSet/>
      <dgm:spPr/>
      <dgm:t>
        <a:bodyPr/>
        <a:lstStyle/>
        <a:p>
          <a:endParaRPr lang="en-US" b="0">
            <a:latin typeface="Arial" panose="020B0604020202020204" pitchFamily="34" charset="0"/>
            <a:cs typeface="Arial" panose="020B0604020202020204" pitchFamily="34" charset="0"/>
          </a:endParaRPr>
        </a:p>
      </dgm:t>
    </dgm:pt>
    <dgm:pt modelId="{B02E76F6-7A7E-EC47-8722-2FCDF33493E1}" type="sibTrans" cxnId="{D572BF93-CE76-2D47-ACAD-F1B6902F7C78}">
      <dgm:prSet/>
      <dgm:spPr/>
      <dgm:t>
        <a:bodyPr/>
        <a:lstStyle/>
        <a:p>
          <a:endParaRPr lang="en-US" b="0">
            <a:latin typeface="Arial" panose="020B0604020202020204" pitchFamily="34" charset="0"/>
            <a:cs typeface="Arial" panose="020B0604020202020204" pitchFamily="34" charset="0"/>
          </a:endParaRPr>
        </a:p>
      </dgm:t>
    </dgm:pt>
    <dgm:pt modelId="{07964271-BC91-BE4E-9341-A6241FADBEBC}">
      <dgm:prSet custT="1"/>
      <dgm:spPr>
        <a:solidFill>
          <a:schemeClr val="accent3">
            <a:lumMod val="60000"/>
            <a:lumOff val="40000"/>
          </a:schemeClr>
        </a:solidFill>
      </dgm:spPr>
      <dgm:t>
        <a:bodyPr/>
        <a:lstStyle/>
        <a:p>
          <a:pPr rtl="0"/>
          <a:r>
            <a:rPr lang="en-US" sz="1200" b="0">
              <a:latin typeface="Arial" panose="020B0604020202020204" pitchFamily="34" charset="0"/>
              <a:cs typeface="Arial" panose="020B0604020202020204" pitchFamily="34" charset="0"/>
            </a:rPr>
            <a:t>Determining organizational IT security requirements</a:t>
          </a:r>
          <a:endParaRPr lang="en-US" sz="1200" b="0" dirty="0">
            <a:latin typeface="Arial" panose="020B0604020202020204" pitchFamily="34" charset="0"/>
            <a:cs typeface="Arial" panose="020B0604020202020204" pitchFamily="34" charset="0"/>
          </a:endParaRPr>
        </a:p>
      </dgm:t>
    </dgm:pt>
    <dgm:pt modelId="{46872A7F-FC1B-4D44-ABDB-64FD4FE47AE7}" type="parTrans" cxnId="{B4B618F5-F2C6-C245-9D7B-5652627861D6}">
      <dgm:prSet/>
      <dgm:spPr/>
      <dgm:t>
        <a:bodyPr/>
        <a:lstStyle/>
        <a:p>
          <a:endParaRPr lang="en-US" b="0">
            <a:latin typeface="Arial" panose="020B0604020202020204" pitchFamily="34" charset="0"/>
            <a:cs typeface="Arial" panose="020B0604020202020204" pitchFamily="34" charset="0"/>
          </a:endParaRPr>
        </a:p>
      </dgm:t>
    </dgm:pt>
    <dgm:pt modelId="{77C1581E-C65D-CF42-A670-FEFAC896CF79}" type="sibTrans" cxnId="{B4B618F5-F2C6-C245-9D7B-5652627861D6}">
      <dgm:prSet/>
      <dgm:spPr/>
      <dgm:t>
        <a:bodyPr/>
        <a:lstStyle/>
        <a:p>
          <a:endParaRPr lang="en-US" b="0">
            <a:latin typeface="Arial" panose="020B0604020202020204" pitchFamily="34" charset="0"/>
            <a:cs typeface="Arial" panose="020B0604020202020204" pitchFamily="34" charset="0"/>
          </a:endParaRPr>
        </a:p>
      </dgm:t>
    </dgm:pt>
    <dgm:pt modelId="{64B0967F-9328-2241-818E-56A24D107CCD}">
      <dgm:prSet custT="1"/>
      <dgm:spPr>
        <a:solidFill>
          <a:schemeClr val="accent3">
            <a:lumMod val="60000"/>
            <a:lumOff val="40000"/>
          </a:schemeClr>
        </a:solidFill>
      </dgm:spPr>
      <dgm:t>
        <a:bodyPr/>
        <a:lstStyle/>
        <a:p>
          <a:pPr rtl="0"/>
          <a:r>
            <a:rPr lang="en-US" sz="1200" b="0">
              <a:latin typeface="Arial" panose="020B0604020202020204" pitchFamily="34" charset="0"/>
              <a:cs typeface="Arial" panose="020B0604020202020204" pitchFamily="34" charset="0"/>
            </a:rPr>
            <a:t>Identifying and analyzing security threats to IT assets within the organization</a:t>
          </a:r>
          <a:endParaRPr lang="en-US" sz="1200" b="0" dirty="0">
            <a:latin typeface="Arial" panose="020B0604020202020204" pitchFamily="34" charset="0"/>
            <a:cs typeface="Arial" panose="020B0604020202020204" pitchFamily="34" charset="0"/>
          </a:endParaRPr>
        </a:p>
      </dgm:t>
    </dgm:pt>
    <dgm:pt modelId="{CB9BE6EC-3AF7-954C-A848-AE91D3A10A44}" type="parTrans" cxnId="{5B446151-CB99-7C4A-B00C-3042E99E1FCF}">
      <dgm:prSet/>
      <dgm:spPr/>
      <dgm:t>
        <a:bodyPr/>
        <a:lstStyle/>
        <a:p>
          <a:endParaRPr lang="en-US" b="0">
            <a:latin typeface="Arial" panose="020B0604020202020204" pitchFamily="34" charset="0"/>
            <a:cs typeface="Arial" panose="020B0604020202020204" pitchFamily="34" charset="0"/>
          </a:endParaRPr>
        </a:p>
      </dgm:t>
    </dgm:pt>
    <dgm:pt modelId="{4A79594C-58B8-C64A-A554-3B65F90BD4BD}" type="sibTrans" cxnId="{5B446151-CB99-7C4A-B00C-3042E99E1FCF}">
      <dgm:prSet/>
      <dgm:spPr/>
      <dgm:t>
        <a:bodyPr/>
        <a:lstStyle/>
        <a:p>
          <a:endParaRPr lang="en-US" b="0">
            <a:latin typeface="Arial" panose="020B0604020202020204" pitchFamily="34" charset="0"/>
            <a:cs typeface="Arial" panose="020B0604020202020204" pitchFamily="34" charset="0"/>
          </a:endParaRPr>
        </a:p>
      </dgm:t>
    </dgm:pt>
    <dgm:pt modelId="{7F152174-A6F0-944E-A2AC-F08B504F35A5}">
      <dgm:prSet custT="1"/>
      <dgm:spPr>
        <a:solidFill>
          <a:schemeClr val="accent3">
            <a:lumMod val="60000"/>
            <a:lumOff val="40000"/>
          </a:schemeClr>
        </a:solidFill>
      </dgm:spPr>
      <dgm:t>
        <a:bodyPr/>
        <a:lstStyle/>
        <a:p>
          <a:pPr rtl="0"/>
          <a:r>
            <a:rPr lang="en-US" sz="1200" b="0" dirty="0">
              <a:latin typeface="Arial" panose="020B0604020202020204" pitchFamily="34" charset="0"/>
              <a:cs typeface="Arial" panose="020B0604020202020204" pitchFamily="34" charset="0"/>
            </a:rPr>
            <a:t>Identifying and analyzing risks</a:t>
          </a:r>
        </a:p>
      </dgm:t>
    </dgm:pt>
    <dgm:pt modelId="{4AF68370-4457-BE46-A2BF-F8D3738B9BAC}" type="parTrans" cxnId="{72247B76-853C-1A44-BB4A-B39575F4073D}">
      <dgm:prSet/>
      <dgm:spPr/>
      <dgm:t>
        <a:bodyPr/>
        <a:lstStyle/>
        <a:p>
          <a:endParaRPr lang="en-US" b="0">
            <a:latin typeface="Arial" panose="020B0604020202020204" pitchFamily="34" charset="0"/>
            <a:cs typeface="Arial" panose="020B0604020202020204" pitchFamily="34" charset="0"/>
          </a:endParaRPr>
        </a:p>
      </dgm:t>
    </dgm:pt>
    <dgm:pt modelId="{18189450-6781-4147-8D4E-951B1980E571}" type="sibTrans" cxnId="{72247B76-853C-1A44-BB4A-B39575F4073D}">
      <dgm:prSet/>
      <dgm:spPr/>
      <dgm:t>
        <a:bodyPr/>
        <a:lstStyle/>
        <a:p>
          <a:endParaRPr lang="en-US" b="0">
            <a:latin typeface="Arial" panose="020B0604020202020204" pitchFamily="34" charset="0"/>
            <a:cs typeface="Arial" panose="020B0604020202020204" pitchFamily="34" charset="0"/>
          </a:endParaRPr>
        </a:p>
      </dgm:t>
    </dgm:pt>
    <dgm:pt modelId="{6521B349-BBD2-B247-926A-54D58C284377}">
      <dgm:prSet custT="1"/>
      <dgm:spPr>
        <a:solidFill>
          <a:schemeClr val="accent3">
            <a:lumMod val="60000"/>
            <a:lumOff val="40000"/>
          </a:schemeClr>
        </a:solidFill>
      </dgm:spPr>
      <dgm:t>
        <a:bodyPr/>
        <a:lstStyle/>
        <a:p>
          <a:pPr rtl="0"/>
          <a:r>
            <a:rPr lang="en-US" sz="1200" b="0" dirty="0">
              <a:latin typeface="Arial" panose="020B0604020202020204" pitchFamily="34" charset="0"/>
              <a:cs typeface="Arial" panose="020B0604020202020204" pitchFamily="34" charset="0"/>
            </a:rPr>
            <a:t>Specifying appropriate safeguards</a:t>
          </a:r>
        </a:p>
      </dgm:t>
    </dgm:pt>
    <dgm:pt modelId="{41146512-C72A-3841-A611-97F436C0C129}" type="parTrans" cxnId="{36058DCF-89A4-174A-A122-D9B21D6B4D80}">
      <dgm:prSet/>
      <dgm:spPr/>
      <dgm:t>
        <a:bodyPr/>
        <a:lstStyle/>
        <a:p>
          <a:endParaRPr lang="en-US" b="0">
            <a:latin typeface="Arial" panose="020B0604020202020204" pitchFamily="34" charset="0"/>
            <a:cs typeface="Arial" panose="020B0604020202020204" pitchFamily="34" charset="0"/>
          </a:endParaRPr>
        </a:p>
      </dgm:t>
    </dgm:pt>
    <dgm:pt modelId="{78AB4848-8F53-A041-973D-9F4B5D83549F}" type="sibTrans" cxnId="{36058DCF-89A4-174A-A122-D9B21D6B4D80}">
      <dgm:prSet/>
      <dgm:spPr/>
      <dgm:t>
        <a:bodyPr/>
        <a:lstStyle/>
        <a:p>
          <a:endParaRPr lang="en-US" b="0">
            <a:latin typeface="Arial" panose="020B0604020202020204" pitchFamily="34" charset="0"/>
            <a:cs typeface="Arial" panose="020B0604020202020204" pitchFamily="34" charset="0"/>
          </a:endParaRPr>
        </a:p>
      </dgm:t>
    </dgm:pt>
    <dgm:pt modelId="{B0A0C76C-44FC-8147-B9B9-7FA3D392B8AE}">
      <dgm:prSet custT="1"/>
      <dgm:spPr>
        <a:solidFill>
          <a:schemeClr val="accent3">
            <a:lumMod val="60000"/>
            <a:lumOff val="40000"/>
          </a:schemeClr>
        </a:solidFill>
      </dgm:spPr>
      <dgm:t>
        <a:bodyPr/>
        <a:lstStyle/>
        <a:p>
          <a:pPr rtl="0"/>
          <a:r>
            <a:rPr lang="en-US" sz="1150" b="0" dirty="0">
              <a:latin typeface="Arial" panose="020B0604020202020204" pitchFamily="34" charset="0"/>
              <a:cs typeface="Arial" panose="020B0604020202020204" pitchFamily="34" charset="0"/>
            </a:rPr>
            <a:t>Monitoring the implementation and operation of safeguards that are necessary in order to cost effectively protect the information and services within the organization</a:t>
          </a:r>
        </a:p>
      </dgm:t>
    </dgm:pt>
    <dgm:pt modelId="{979D64CF-08A8-AB40-8883-BDDD13FD92BC}" type="parTrans" cxnId="{F315602C-583C-054F-B1D3-591AFD0BF4DE}">
      <dgm:prSet/>
      <dgm:spPr/>
      <dgm:t>
        <a:bodyPr/>
        <a:lstStyle/>
        <a:p>
          <a:endParaRPr lang="en-US" b="0">
            <a:latin typeface="Arial" panose="020B0604020202020204" pitchFamily="34" charset="0"/>
            <a:cs typeface="Arial" panose="020B0604020202020204" pitchFamily="34" charset="0"/>
          </a:endParaRPr>
        </a:p>
      </dgm:t>
    </dgm:pt>
    <dgm:pt modelId="{F8021F8B-20F4-4842-BADD-DD7863993464}" type="sibTrans" cxnId="{F315602C-583C-054F-B1D3-591AFD0BF4DE}">
      <dgm:prSet/>
      <dgm:spPr/>
      <dgm:t>
        <a:bodyPr/>
        <a:lstStyle/>
        <a:p>
          <a:endParaRPr lang="en-US" b="0">
            <a:latin typeface="Arial" panose="020B0604020202020204" pitchFamily="34" charset="0"/>
            <a:cs typeface="Arial" panose="020B0604020202020204" pitchFamily="34" charset="0"/>
          </a:endParaRPr>
        </a:p>
      </dgm:t>
    </dgm:pt>
    <dgm:pt modelId="{3764561E-D202-4740-B1A1-D0714BA04475}">
      <dgm:prSet custT="1"/>
      <dgm:spPr>
        <a:solidFill>
          <a:schemeClr val="accent3">
            <a:lumMod val="60000"/>
            <a:lumOff val="40000"/>
          </a:schemeClr>
        </a:solidFill>
      </dgm:spPr>
      <dgm:t>
        <a:bodyPr/>
        <a:lstStyle/>
        <a:p>
          <a:pPr rtl="0"/>
          <a:r>
            <a:rPr lang="en-US" sz="1200" b="0" dirty="0">
              <a:latin typeface="Arial" panose="020B0604020202020204" pitchFamily="34" charset="0"/>
              <a:cs typeface="Arial" panose="020B0604020202020204" pitchFamily="34" charset="0"/>
            </a:rPr>
            <a:t>Developing and implementing a security awareness program</a:t>
          </a:r>
        </a:p>
      </dgm:t>
    </dgm:pt>
    <dgm:pt modelId="{121CB0E5-9B6D-EE41-8734-54EF17E45F07}" type="parTrans" cxnId="{F8E60394-8D67-6240-8230-C20797AF3BC2}">
      <dgm:prSet/>
      <dgm:spPr/>
      <dgm:t>
        <a:bodyPr/>
        <a:lstStyle/>
        <a:p>
          <a:endParaRPr lang="en-US" b="0">
            <a:latin typeface="Arial" panose="020B0604020202020204" pitchFamily="34" charset="0"/>
            <a:cs typeface="Arial" panose="020B0604020202020204" pitchFamily="34" charset="0"/>
          </a:endParaRPr>
        </a:p>
      </dgm:t>
    </dgm:pt>
    <dgm:pt modelId="{9BED18E1-B8A2-B040-9DC3-9F4900FC5164}" type="sibTrans" cxnId="{F8E60394-8D67-6240-8230-C20797AF3BC2}">
      <dgm:prSet/>
      <dgm:spPr/>
      <dgm:t>
        <a:bodyPr/>
        <a:lstStyle/>
        <a:p>
          <a:endParaRPr lang="en-US" b="0">
            <a:latin typeface="Arial" panose="020B0604020202020204" pitchFamily="34" charset="0"/>
            <a:cs typeface="Arial" panose="020B0604020202020204" pitchFamily="34" charset="0"/>
          </a:endParaRPr>
        </a:p>
      </dgm:t>
    </dgm:pt>
    <dgm:pt modelId="{BC8EA598-846E-D64D-8C82-FB6F5361618F}">
      <dgm:prSet custT="1"/>
      <dgm:spPr>
        <a:solidFill>
          <a:schemeClr val="accent3">
            <a:lumMod val="60000"/>
            <a:lumOff val="40000"/>
          </a:schemeClr>
        </a:solidFill>
      </dgm:spPr>
      <dgm:t>
        <a:bodyPr/>
        <a:lstStyle/>
        <a:p>
          <a:pPr rtl="0"/>
          <a:r>
            <a:rPr lang="en-US" sz="1200" b="0" dirty="0">
              <a:latin typeface="Arial" panose="020B0604020202020204" pitchFamily="34" charset="0"/>
              <a:cs typeface="Arial" panose="020B0604020202020204" pitchFamily="34" charset="0"/>
            </a:rPr>
            <a:t>Detecting and reacting to incidents</a:t>
          </a:r>
        </a:p>
      </dgm:t>
    </dgm:pt>
    <dgm:pt modelId="{88449A30-7F97-8742-AF6C-AE2B7E66B89E}" type="parTrans" cxnId="{5537F53D-A72E-FD49-AF1E-525041EF4C17}">
      <dgm:prSet/>
      <dgm:spPr/>
      <dgm:t>
        <a:bodyPr/>
        <a:lstStyle/>
        <a:p>
          <a:endParaRPr lang="en-US" b="0">
            <a:latin typeface="Arial" panose="020B0604020202020204" pitchFamily="34" charset="0"/>
            <a:cs typeface="Arial" panose="020B0604020202020204" pitchFamily="34" charset="0"/>
          </a:endParaRPr>
        </a:p>
      </dgm:t>
    </dgm:pt>
    <dgm:pt modelId="{66D0B501-EC25-774B-ADC4-7A67D48862F2}" type="sibTrans" cxnId="{5537F53D-A72E-FD49-AF1E-525041EF4C17}">
      <dgm:prSet/>
      <dgm:spPr/>
      <dgm:t>
        <a:bodyPr/>
        <a:lstStyle/>
        <a:p>
          <a:endParaRPr lang="en-US" b="0">
            <a:latin typeface="Arial" panose="020B0604020202020204" pitchFamily="34" charset="0"/>
            <a:cs typeface="Arial" panose="020B0604020202020204" pitchFamily="34" charset="0"/>
          </a:endParaRPr>
        </a:p>
      </dgm:t>
    </dgm:pt>
    <dgm:pt modelId="{0721F433-CBD3-C142-B1DB-0798D54A32FC}" type="pres">
      <dgm:prSet presAssocID="{9D97AEB5-64FC-9049-8D19-6C64190AB5B2}" presName="composite" presStyleCnt="0">
        <dgm:presLayoutVars>
          <dgm:chMax val="1"/>
          <dgm:dir/>
          <dgm:resizeHandles val="exact"/>
        </dgm:presLayoutVars>
      </dgm:prSet>
      <dgm:spPr/>
    </dgm:pt>
    <dgm:pt modelId="{4DCEBCA9-E0EF-964A-930C-85776AACF547}" type="pres">
      <dgm:prSet presAssocID="{C2662F73-5FA3-6243-B313-15777013349E}" presName="roof" presStyleLbl="dkBgShp" presStyleIdx="0" presStyleCnt="2"/>
      <dgm:spPr/>
    </dgm:pt>
    <dgm:pt modelId="{ABD7BDAE-F0CA-4149-819E-0A510F0C6EBA}" type="pres">
      <dgm:prSet presAssocID="{C2662F73-5FA3-6243-B313-15777013349E}" presName="pillars" presStyleCnt="0"/>
      <dgm:spPr/>
    </dgm:pt>
    <dgm:pt modelId="{1C84FA8C-ED9A-FC43-A391-DDDD79295E98}" type="pres">
      <dgm:prSet presAssocID="{C2662F73-5FA3-6243-B313-15777013349E}" presName="pillar1" presStyleLbl="node1" presStyleIdx="0" presStyleCnt="8" custScaleX="1747949">
        <dgm:presLayoutVars>
          <dgm:bulletEnabled val="1"/>
        </dgm:presLayoutVars>
      </dgm:prSet>
      <dgm:spPr/>
    </dgm:pt>
    <dgm:pt modelId="{133A0DB5-B4DC-EE4F-97ED-465127DA17DB}" type="pres">
      <dgm:prSet presAssocID="{07964271-BC91-BE4E-9341-A6241FADBEBC}" presName="pillarX" presStyleLbl="node1" presStyleIdx="1" presStyleCnt="8" custScaleX="1927582">
        <dgm:presLayoutVars>
          <dgm:bulletEnabled val="1"/>
        </dgm:presLayoutVars>
      </dgm:prSet>
      <dgm:spPr/>
    </dgm:pt>
    <dgm:pt modelId="{91F63209-B40C-294A-A932-B982AEBD2ABF}" type="pres">
      <dgm:prSet presAssocID="{64B0967F-9328-2241-818E-56A24D107CCD}" presName="pillarX" presStyleLbl="node1" presStyleIdx="2" presStyleCnt="8" custScaleX="1749479">
        <dgm:presLayoutVars>
          <dgm:bulletEnabled val="1"/>
        </dgm:presLayoutVars>
      </dgm:prSet>
      <dgm:spPr/>
    </dgm:pt>
    <dgm:pt modelId="{1932F4D9-3099-CD47-A33A-8F7F982E4626}" type="pres">
      <dgm:prSet presAssocID="{7F152174-A6F0-944E-A2AC-F08B504F35A5}" presName="pillarX" presStyleLbl="node1" presStyleIdx="3" presStyleCnt="8" custScaleX="1338107">
        <dgm:presLayoutVars>
          <dgm:bulletEnabled val="1"/>
        </dgm:presLayoutVars>
      </dgm:prSet>
      <dgm:spPr/>
    </dgm:pt>
    <dgm:pt modelId="{32E9282E-07BA-1F46-8BAE-3D761FEF1ED8}" type="pres">
      <dgm:prSet presAssocID="{6521B349-BBD2-B247-926A-54D58C284377}" presName="pillarX" presStyleLbl="node1" presStyleIdx="4" presStyleCnt="8" custScaleX="1489614">
        <dgm:presLayoutVars>
          <dgm:bulletEnabled val="1"/>
        </dgm:presLayoutVars>
      </dgm:prSet>
      <dgm:spPr/>
    </dgm:pt>
    <dgm:pt modelId="{24676DF4-7AD2-B944-AB30-B7D9C5A5000D}" type="pres">
      <dgm:prSet presAssocID="{B0A0C76C-44FC-8147-B9B9-7FA3D392B8AE}" presName="pillarX" presStyleLbl="node1" presStyleIdx="5" presStyleCnt="8" custScaleX="1741404" custScaleY="100474">
        <dgm:presLayoutVars>
          <dgm:bulletEnabled val="1"/>
        </dgm:presLayoutVars>
      </dgm:prSet>
      <dgm:spPr/>
    </dgm:pt>
    <dgm:pt modelId="{28C3CB3C-C7D2-CB49-A95C-0705ACD23DED}" type="pres">
      <dgm:prSet presAssocID="{3764561E-D202-4740-B1A1-D0714BA04475}" presName="pillarX" presStyleLbl="node1" presStyleIdx="6" presStyleCnt="8" custScaleX="1731337">
        <dgm:presLayoutVars>
          <dgm:bulletEnabled val="1"/>
        </dgm:presLayoutVars>
      </dgm:prSet>
      <dgm:spPr/>
    </dgm:pt>
    <dgm:pt modelId="{932EB49E-B7CA-6943-9EE4-2E29970FB7DB}" type="pres">
      <dgm:prSet presAssocID="{BC8EA598-846E-D64D-8C82-FB6F5361618F}" presName="pillarX" presStyleLbl="node1" presStyleIdx="7" presStyleCnt="8" custScaleX="1309690">
        <dgm:presLayoutVars>
          <dgm:bulletEnabled val="1"/>
        </dgm:presLayoutVars>
      </dgm:prSet>
      <dgm:spPr/>
    </dgm:pt>
    <dgm:pt modelId="{FFE7BA93-BDD0-984C-89E5-5B213247846F}" type="pres">
      <dgm:prSet presAssocID="{C2662F73-5FA3-6243-B313-15777013349E}" presName="base" presStyleLbl="dkBgShp" presStyleIdx="1" presStyleCnt="2"/>
      <dgm:spPr>
        <a:solidFill>
          <a:schemeClr val="accent3">
            <a:lumMod val="75000"/>
          </a:schemeClr>
        </a:solidFill>
      </dgm:spPr>
    </dgm:pt>
  </dgm:ptLst>
  <dgm:cxnLst>
    <dgm:cxn modelId="{D6333B05-C962-2640-8A00-13F3B5F0F016}" type="presOf" srcId="{C1319F7D-2772-5442-A9EB-8D34F6BCA4DC}" destId="{1C84FA8C-ED9A-FC43-A391-DDDD79295E98}" srcOrd="0" destOrd="0" presId="urn:microsoft.com/office/officeart/2005/8/layout/hList3"/>
    <dgm:cxn modelId="{DD85770E-F6C9-744E-89A4-3843393DE78F}" type="presOf" srcId="{6521B349-BBD2-B247-926A-54D58C284377}" destId="{32E9282E-07BA-1F46-8BAE-3D761FEF1ED8}" srcOrd="0" destOrd="0" presId="urn:microsoft.com/office/officeart/2005/8/layout/hList3"/>
    <dgm:cxn modelId="{87CE560F-9293-B041-A5DC-863ABDB9CF09}" type="presOf" srcId="{3764561E-D202-4740-B1A1-D0714BA04475}" destId="{28C3CB3C-C7D2-CB49-A95C-0705ACD23DED}" srcOrd="0" destOrd="0" presId="urn:microsoft.com/office/officeart/2005/8/layout/hList3"/>
    <dgm:cxn modelId="{F315602C-583C-054F-B1D3-591AFD0BF4DE}" srcId="{C2662F73-5FA3-6243-B313-15777013349E}" destId="{B0A0C76C-44FC-8147-B9B9-7FA3D392B8AE}" srcOrd="5" destOrd="0" parTransId="{979D64CF-08A8-AB40-8883-BDDD13FD92BC}" sibTransId="{F8021F8B-20F4-4842-BADD-DD7863993464}"/>
    <dgm:cxn modelId="{5537F53D-A72E-FD49-AF1E-525041EF4C17}" srcId="{C2662F73-5FA3-6243-B313-15777013349E}" destId="{BC8EA598-846E-D64D-8C82-FB6F5361618F}" srcOrd="7" destOrd="0" parTransId="{88449A30-7F97-8742-AF6C-AE2B7E66B89E}" sibTransId="{66D0B501-EC25-774B-ADC4-7A67D48862F2}"/>
    <dgm:cxn modelId="{53BAB647-B0AC-CB4C-895A-3FB978578679}" type="presOf" srcId="{9D97AEB5-64FC-9049-8D19-6C64190AB5B2}" destId="{0721F433-CBD3-C142-B1DB-0798D54A32FC}" srcOrd="0" destOrd="0" presId="urn:microsoft.com/office/officeart/2005/8/layout/hList3"/>
    <dgm:cxn modelId="{5B446151-CB99-7C4A-B00C-3042E99E1FCF}" srcId="{C2662F73-5FA3-6243-B313-15777013349E}" destId="{64B0967F-9328-2241-818E-56A24D107CCD}" srcOrd="2" destOrd="0" parTransId="{CB9BE6EC-3AF7-954C-A848-AE91D3A10A44}" sibTransId="{4A79594C-58B8-C64A-A554-3B65F90BD4BD}"/>
    <dgm:cxn modelId="{72247B76-853C-1A44-BB4A-B39575F4073D}" srcId="{C2662F73-5FA3-6243-B313-15777013349E}" destId="{7F152174-A6F0-944E-A2AC-F08B504F35A5}" srcOrd="3" destOrd="0" parTransId="{4AF68370-4457-BE46-A2BF-F8D3738B9BAC}" sibTransId="{18189450-6781-4147-8D4E-951B1980E571}"/>
    <dgm:cxn modelId="{93E19A87-7AEC-884B-8EA7-E60C078810A1}" type="presOf" srcId="{B0A0C76C-44FC-8147-B9B9-7FA3D392B8AE}" destId="{24676DF4-7AD2-B944-AB30-B7D9C5A5000D}" srcOrd="0" destOrd="0" presId="urn:microsoft.com/office/officeart/2005/8/layout/hList3"/>
    <dgm:cxn modelId="{3873448C-FE39-7B42-A261-EEC0B4E2E274}" type="presOf" srcId="{C2662F73-5FA3-6243-B313-15777013349E}" destId="{4DCEBCA9-E0EF-964A-930C-85776AACF547}" srcOrd="0" destOrd="0" presId="urn:microsoft.com/office/officeart/2005/8/layout/hList3"/>
    <dgm:cxn modelId="{D572BF93-CE76-2D47-ACAD-F1B6902F7C78}" srcId="{C2662F73-5FA3-6243-B313-15777013349E}" destId="{C1319F7D-2772-5442-A9EB-8D34F6BCA4DC}" srcOrd="0" destOrd="0" parTransId="{71FD92DA-E5F7-7D41-819E-9568F3085AB3}" sibTransId="{B02E76F6-7A7E-EC47-8722-2FCDF33493E1}"/>
    <dgm:cxn modelId="{F8E60394-8D67-6240-8230-C20797AF3BC2}" srcId="{C2662F73-5FA3-6243-B313-15777013349E}" destId="{3764561E-D202-4740-B1A1-D0714BA04475}" srcOrd="6" destOrd="0" parTransId="{121CB0E5-9B6D-EE41-8734-54EF17E45F07}" sibTransId="{9BED18E1-B8A2-B040-9DC3-9F4900FC5164}"/>
    <dgm:cxn modelId="{88042F99-620A-F942-BFC1-249C96BBA830}" type="presOf" srcId="{07964271-BC91-BE4E-9341-A6241FADBEBC}" destId="{133A0DB5-B4DC-EE4F-97ED-465127DA17DB}" srcOrd="0" destOrd="0" presId="urn:microsoft.com/office/officeart/2005/8/layout/hList3"/>
    <dgm:cxn modelId="{C7EB33A2-6969-2F4C-8A12-679430FE9632}" srcId="{9D97AEB5-64FC-9049-8D19-6C64190AB5B2}" destId="{C2662F73-5FA3-6243-B313-15777013349E}" srcOrd="0" destOrd="0" parTransId="{B8ED46E1-13DF-E948-86B0-522E40E14D39}" sibTransId="{48097A06-5DC7-0242-B9A3-31104F1A36FA}"/>
    <dgm:cxn modelId="{5D8031B3-0DB5-5343-B087-E9BF33456F4D}" type="presOf" srcId="{BC8EA598-846E-D64D-8C82-FB6F5361618F}" destId="{932EB49E-B7CA-6943-9EE4-2E29970FB7DB}" srcOrd="0" destOrd="0" presId="urn:microsoft.com/office/officeart/2005/8/layout/hList3"/>
    <dgm:cxn modelId="{339F58CD-E7CF-D64C-8F54-F62B98E68318}" type="presOf" srcId="{64B0967F-9328-2241-818E-56A24D107CCD}" destId="{91F63209-B40C-294A-A932-B982AEBD2ABF}" srcOrd="0" destOrd="0" presId="urn:microsoft.com/office/officeart/2005/8/layout/hList3"/>
    <dgm:cxn modelId="{36058DCF-89A4-174A-A122-D9B21D6B4D80}" srcId="{C2662F73-5FA3-6243-B313-15777013349E}" destId="{6521B349-BBD2-B247-926A-54D58C284377}" srcOrd="4" destOrd="0" parTransId="{41146512-C72A-3841-A611-97F436C0C129}" sibTransId="{78AB4848-8F53-A041-973D-9F4B5D83549F}"/>
    <dgm:cxn modelId="{ABF1C0F3-858F-6843-852B-1B748D1D9A14}" type="presOf" srcId="{7F152174-A6F0-944E-A2AC-F08B504F35A5}" destId="{1932F4D9-3099-CD47-A33A-8F7F982E4626}" srcOrd="0" destOrd="0" presId="urn:microsoft.com/office/officeart/2005/8/layout/hList3"/>
    <dgm:cxn modelId="{B4B618F5-F2C6-C245-9D7B-5652627861D6}" srcId="{C2662F73-5FA3-6243-B313-15777013349E}" destId="{07964271-BC91-BE4E-9341-A6241FADBEBC}" srcOrd="1" destOrd="0" parTransId="{46872A7F-FC1B-4D44-ABDB-64FD4FE47AE7}" sibTransId="{77C1581E-C65D-CF42-A670-FEFAC896CF79}"/>
    <dgm:cxn modelId="{858FB564-5289-374E-9E73-1FB88B210996}" type="presParOf" srcId="{0721F433-CBD3-C142-B1DB-0798D54A32FC}" destId="{4DCEBCA9-E0EF-964A-930C-85776AACF547}" srcOrd="0" destOrd="0" presId="urn:microsoft.com/office/officeart/2005/8/layout/hList3"/>
    <dgm:cxn modelId="{7FCF96C9-F5F2-4D43-8E26-48039F3493ED}" type="presParOf" srcId="{0721F433-CBD3-C142-B1DB-0798D54A32FC}" destId="{ABD7BDAE-F0CA-4149-819E-0A510F0C6EBA}" srcOrd="1" destOrd="0" presId="urn:microsoft.com/office/officeart/2005/8/layout/hList3"/>
    <dgm:cxn modelId="{0E229C2A-2B13-C645-AA7A-D0BB18667BA5}" type="presParOf" srcId="{ABD7BDAE-F0CA-4149-819E-0A510F0C6EBA}" destId="{1C84FA8C-ED9A-FC43-A391-DDDD79295E98}" srcOrd="0" destOrd="0" presId="urn:microsoft.com/office/officeart/2005/8/layout/hList3"/>
    <dgm:cxn modelId="{B9784D4E-DD0A-F34F-9560-9F524EC5C965}" type="presParOf" srcId="{ABD7BDAE-F0CA-4149-819E-0A510F0C6EBA}" destId="{133A0DB5-B4DC-EE4F-97ED-465127DA17DB}" srcOrd="1" destOrd="0" presId="urn:microsoft.com/office/officeart/2005/8/layout/hList3"/>
    <dgm:cxn modelId="{6A7CFA65-C748-0543-B397-24FB79C83102}" type="presParOf" srcId="{ABD7BDAE-F0CA-4149-819E-0A510F0C6EBA}" destId="{91F63209-B40C-294A-A932-B982AEBD2ABF}" srcOrd="2" destOrd="0" presId="urn:microsoft.com/office/officeart/2005/8/layout/hList3"/>
    <dgm:cxn modelId="{8FCAF77E-D16A-6C47-99EB-5B711BC7836F}" type="presParOf" srcId="{ABD7BDAE-F0CA-4149-819E-0A510F0C6EBA}" destId="{1932F4D9-3099-CD47-A33A-8F7F982E4626}" srcOrd="3" destOrd="0" presId="urn:microsoft.com/office/officeart/2005/8/layout/hList3"/>
    <dgm:cxn modelId="{6C18BF9A-67F3-8246-A4D0-22E10A6968C5}" type="presParOf" srcId="{ABD7BDAE-F0CA-4149-819E-0A510F0C6EBA}" destId="{32E9282E-07BA-1F46-8BAE-3D761FEF1ED8}" srcOrd="4" destOrd="0" presId="urn:microsoft.com/office/officeart/2005/8/layout/hList3"/>
    <dgm:cxn modelId="{376570D2-7635-1949-BEE2-688F74776587}" type="presParOf" srcId="{ABD7BDAE-F0CA-4149-819E-0A510F0C6EBA}" destId="{24676DF4-7AD2-B944-AB30-B7D9C5A5000D}" srcOrd="5" destOrd="0" presId="urn:microsoft.com/office/officeart/2005/8/layout/hList3"/>
    <dgm:cxn modelId="{BDC2E3FE-4255-3645-A478-F9E599345D8C}" type="presParOf" srcId="{ABD7BDAE-F0CA-4149-819E-0A510F0C6EBA}" destId="{28C3CB3C-C7D2-CB49-A95C-0705ACD23DED}" srcOrd="6" destOrd="0" presId="urn:microsoft.com/office/officeart/2005/8/layout/hList3"/>
    <dgm:cxn modelId="{73E59243-4A2B-4344-BB72-8A4E5BCB8AEA}" type="presParOf" srcId="{ABD7BDAE-F0CA-4149-819E-0A510F0C6EBA}" destId="{932EB49E-B7CA-6943-9EE4-2E29970FB7DB}" srcOrd="7" destOrd="0" presId="urn:microsoft.com/office/officeart/2005/8/layout/hList3"/>
    <dgm:cxn modelId="{0150A2AB-D02E-014F-84E5-164025751BB9}" type="presParOf" srcId="{0721F433-CBD3-C142-B1DB-0798D54A32FC}" destId="{FFE7BA93-BDD0-984C-89E5-5B213247846F}"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11FED5-D774-FD47-935B-4A28F502DAC8}" type="doc">
      <dgm:prSet loTypeId="urn:microsoft.com/office/officeart/2005/8/layout/lProcess2" loCatId="list" qsTypeId="urn:microsoft.com/office/officeart/2005/8/quickstyle/3D1" qsCatId="3D" csTypeId="urn:microsoft.com/office/officeart/2005/8/colors/accent1_2" csCatId="accent1" phldr="1"/>
      <dgm:spPr/>
      <dgm:t>
        <a:bodyPr/>
        <a:lstStyle/>
        <a:p>
          <a:endParaRPr lang="en-US"/>
        </a:p>
      </dgm:t>
    </dgm:pt>
    <dgm:pt modelId="{9078888A-A488-A24E-8628-06179AA1EBAB}">
      <dgm:prSet phldrT="[Text]"/>
      <dgm:spPr>
        <a:solidFill>
          <a:schemeClr val="accent5">
            <a:lumMod val="60000"/>
            <a:lumOff val="40000"/>
          </a:schemeClr>
        </a:solidFill>
      </dgm:spPr>
      <dgm:t>
        <a:bodyPr/>
        <a:lstStyle/>
        <a:p>
          <a:r>
            <a:rPr lang="en-US" dirty="0">
              <a:latin typeface="Arial" panose="020B0604020202020204" pitchFamily="34" charset="0"/>
              <a:cs typeface="Arial" panose="020B0604020202020204" pitchFamily="34" charset="0"/>
            </a:rPr>
            <a:t>First examine organization’s IT security:</a:t>
          </a:r>
        </a:p>
      </dgm:t>
    </dgm:pt>
    <dgm:pt modelId="{30E8F623-28FC-D840-BC3C-DA0A627C3AAC}" type="parTrans" cxnId="{F32F1287-4E41-564F-8307-06748A4B54B2}">
      <dgm:prSet/>
      <dgm:spPr/>
      <dgm:t>
        <a:bodyPr/>
        <a:lstStyle/>
        <a:p>
          <a:endParaRPr lang="en-US">
            <a:latin typeface="Arial" panose="020B0604020202020204" pitchFamily="34" charset="0"/>
            <a:cs typeface="Arial" panose="020B0604020202020204" pitchFamily="34" charset="0"/>
          </a:endParaRPr>
        </a:p>
      </dgm:t>
    </dgm:pt>
    <dgm:pt modelId="{71A153A7-CC1C-654B-B021-1562E7DE9665}" type="sibTrans" cxnId="{F32F1287-4E41-564F-8307-06748A4B54B2}">
      <dgm:prSet/>
      <dgm:spPr/>
      <dgm:t>
        <a:bodyPr/>
        <a:lstStyle/>
        <a:p>
          <a:endParaRPr lang="en-US">
            <a:latin typeface="Arial" panose="020B0604020202020204" pitchFamily="34" charset="0"/>
            <a:cs typeface="Arial" panose="020B0604020202020204" pitchFamily="34" charset="0"/>
          </a:endParaRPr>
        </a:p>
      </dgm:t>
    </dgm:pt>
    <dgm:pt modelId="{7B3CBFD4-2EDB-5D47-AEC6-DCD38EA9851C}">
      <dgm:prSet/>
      <dgm:spPr>
        <a:solidFill>
          <a:schemeClr val="accent5">
            <a:lumMod val="50000"/>
          </a:schemeClr>
        </a:solidFill>
      </dgm:spPr>
      <dgm:t>
        <a:bodyPr/>
        <a:lstStyle/>
        <a:p>
          <a:r>
            <a:rPr lang="en-US" b="1" i="0">
              <a:latin typeface="Arial" panose="020B0604020202020204" pitchFamily="34" charset="0"/>
              <a:cs typeface="Arial" panose="020B0604020202020204" pitchFamily="34" charset="0"/>
            </a:rPr>
            <a:t>Objectives</a:t>
          </a:r>
          <a:r>
            <a:rPr lang="en-US">
              <a:latin typeface="Arial" panose="020B0604020202020204" pitchFamily="34" charset="0"/>
              <a:cs typeface="Arial" panose="020B0604020202020204" pitchFamily="34" charset="0"/>
            </a:rPr>
            <a:t> - wanted IT security outcomes</a:t>
          </a:r>
          <a:endParaRPr lang="en-US" dirty="0">
            <a:latin typeface="Arial" panose="020B0604020202020204" pitchFamily="34" charset="0"/>
            <a:cs typeface="Arial" panose="020B0604020202020204" pitchFamily="34" charset="0"/>
          </a:endParaRPr>
        </a:p>
      </dgm:t>
    </dgm:pt>
    <dgm:pt modelId="{95D90AF6-C4A8-504F-8F46-02546CF716C0}" type="parTrans" cxnId="{74B5BABA-92B9-6E40-A5A3-AAFE897E841C}">
      <dgm:prSet/>
      <dgm:spPr/>
      <dgm:t>
        <a:bodyPr/>
        <a:lstStyle/>
        <a:p>
          <a:endParaRPr lang="en-US">
            <a:latin typeface="Arial" panose="020B0604020202020204" pitchFamily="34" charset="0"/>
            <a:cs typeface="Arial" panose="020B0604020202020204" pitchFamily="34" charset="0"/>
          </a:endParaRPr>
        </a:p>
      </dgm:t>
    </dgm:pt>
    <dgm:pt modelId="{CD0E379F-76B0-A84D-9B86-B648E95548F2}" type="sibTrans" cxnId="{74B5BABA-92B9-6E40-A5A3-AAFE897E841C}">
      <dgm:prSet/>
      <dgm:spPr/>
      <dgm:t>
        <a:bodyPr/>
        <a:lstStyle/>
        <a:p>
          <a:endParaRPr lang="en-US">
            <a:latin typeface="Arial" panose="020B0604020202020204" pitchFamily="34" charset="0"/>
            <a:cs typeface="Arial" panose="020B0604020202020204" pitchFamily="34" charset="0"/>
          </a:endParaRPr>
        </a:p>
      </dgm:t>
    </dgm:pt>
    <dgm:pt modelId="{076558A8-A115-B140-9AFD-AD1A9C5153D7}">
      <dgm:prSet/>
      <dgm:spPr>
        <a:solidFill>
          <a:schemeClr val="accent5">
            <a:lumMod val="50000"/>
          </a:schemeClr>
        </a:solidFill>
      </dgm:spPr>
      <dgm:t>
        <a:bodyPr/>
        <a:lstStyle/>
        <a:p>
          <a:r>
            <a:rPr lang="en-US" b="1" i="0" dirty="0">
              <a:latin typeface="Arial" panose="020B0604020202020204" pitchFamily="34" charset="0"/>
              <a:cs typeface="Arial" panose="020B0604020202020204" pitchFamily="34" charset="0"/>
            </a:rPr>
            <a:t>Strategies</a:t>
          </a:r>
          <a:r>
            <a:rPr lang="en-US" dirty="0">
              <a:latin typeface="Arial" panose="020B0604020202020204" pitchFamily="34" charset="0"/>
              <a:cs typeface="Arial" panose="020B0604020202020204" pitchFamily="34" charset="0"/>
            </a:rPr>
            <a:t> - how to meet objectives</a:t>
          </a:r>
        </a:p>
      </dgm:t>
    </dgm:pt>
    <dgm:pt modelId="{F9BFEF24-71C1-D449-A69F-7624BD1F0573}" type="parTrans" cxnId="{D65AB827-4E73-5744-BD80-7662A27C3654}">
      <dgm:prSet/>
      <dgm:spPr/>
      <dgm:t>
        <a:bodyPr/>
        <a:lstStyle/>
        <a:p>
          <a:endParaRPr lang="en-US">
            <a:latin typeface="Arial" panose="020B0604020202020204" pitchFamily="34" charset="0"/>
            <a:cs typeface="Arial" panose="020B0604020202020204" pitchFamily="34" charset="0"/>
          </a:endParaRPr>
        </a:p>
      </dgm:t>
    </dgm:pt>
    <dgm:pt modelId="{9AD057E8-D68D-7E4A-B916-307F96F136CB}" type="sibTrans" cxnId="{D65AB827-4E73-5744-BD80-7662A27C3654}">
      <dgm:prSet/>
      <dgm:spPr/>
      <dgm:t>
        <a:bodyPr/>
        <a:lstStyle/>
        <a:p>
          <a:endParaRPr lang="en-US">
            <a:latin typeface="Arial" panose="020B0604020202020204" pitchFamily="34" charset="0"/>
            <a:cs typeface="Arial" panose="020B0604020202020204" pitchFamily="34" charset="0"/>
          </a:endParaRPr>
        </a:p>
      </dgm:t>
    </dgm:pt>
    <dgm:pt modelId="{C49E309B-1CA8-BF41-90A6-5C036E18BFD4}">
      <dgm:prSet/>
      <dgm:spPr>
        <a:solidFill>
          <a:schemeClr val="accent5">
            <a:lumMod val="50000"/>
          </a:schemeClr>
        </a:solidFill>
      </dgm:spPr>
      <dgm:t>
        <a:bodyPr/>
        <a:lstStyle/>
        <a:p>
          <a:r>
            <a:rPr lang="en-US" b="1" i="0" dirty="0">
              <a:latin typeface="Arial" panose="020B0604020202020204" pitchFamily="34" charset="0"/>
              <a:cs typeface="Arial" panose="020B0604020202020204" pitchFamily="34" charset="0"/>
            </a:rPr>
            <a:t>Policies</a:t>
          </a:r>
          <a:r>
            <a:rPr lang="en-US" dirty="0">
              <a:latin typeface="Arial" panose="020B0604020202020204" pitchFamily="34" charset="0"/>
              <a:cs typeface="Arial" panose="020B0604020202020204" pitchFamily="34" charset="0"/>
            </a:rPr>
            <a:t> - identify what needs to be done</a:t>
          </a:r>
        </a:p>
      </dgm:t>
    </dgm:pt>
    <dgm:pt modelId="{FF306A39-DBF4-354E-B07E-4A960F42282E}" type="parTrans" cxnId="{C48EA4FE-4C67-9645-9943-CA5B8209DA99}">
      <dgm:prSet/>
      <dgm:spPr/>
      <dgm:t>
        <a:bodyPr/>
        <a:lstStyle/>
        <a:p>
          <a:endParaRPr lang="en-US">
            <a:latin typeface="Arial" panose="020B0604020202020204" pitchFamily="34" charset="0"/>
            <a:cs typeface="Arial" panose="020B0604020202020204" pitchFamily="34" charset="0"/>
          </a:endParaRPr>
        </a:p>
      </dgm:t>
    </dgm:pt>
    <dgm:pt modelId="{2A81AC61-AC24-8E4A-B08B-D69C9AA29954}" type="sibTrans" cxnId="{C48EA4FE-4C67-9645-9943-CA5B8209DA99}">
      <dgm:prSet/>
      <dgm:spPr/>
      <dgm:t>
        <a:bodyPr/>
        <a:lstStyle/>
        <a:p>
          <a:endParaRPr lang="en-US">
            <a:latin typeface="Arial" panose="020B0604020202020204" pitchFamily="34" charset="0"/>
            <a:cs typeface="Arial" panose="020B0604020202020204" pitchFamily="34" charset="0"/>
          </a:endParaRPr>
        </a:p>
      </dgm:t>
    </dgm:pt>
    <dgm:pt modelId="{2DFB7598-219B-B94E-AF86-FCC2835BFFC2}" type="pres">
      <dgm:prSet presAssocID="{8711FED5-D774-FD47-935B-4A28F502DAC8}" presName="theList" presStyleCnt="0">
        <dgm:presLayoutVars>
          <dgm:dir/>
          <dgm:animLvl val="lvl"/>
          <dgm:resizeHandles val="exact"/>
        </dgm:presLayoutVars>
      </dgm:prSet>
      <dgm:spPr/>
    </dgm:pt>
    <dgm:pt modelId="{934EDF89-D000-094B-B0E0-AA6F1E72D77A}" type="pres">
      <dgm:prSet presAssocID="{9078888A-A488-A24E-8628-06179AA1EBAB}" presName="compNode" presStyleCnt="0"/>
      <dgm:spPr/>
    </dgm:pt>
    <dgm:pt modelId="{A111F8B2-A2DD-5E42-83BE-338AE56DA0B9}" type="pres">
      <dgm:prSet presAssocID="{9078888A-A488-A24E-8628-06179AA1EBAB}" presName="aNode" presStyleLbl="bgShp" presStyleIdx="0" presStyleCnt="1" custLinFactNeighborX="31429" custLinFactNeighborY="8750"/>
      <dgm:spPr/>
    </dgm:pt>
    <dgm:pt modelId="{39575309-ED3C-8B4F-8639-045579A158F7}" type="pres">
      <dgm:prSet presAssocID="{9078888A-A488-A24E-8628-06179AA1EBAB}" presName="textNode" presStyleLbl="bgShp" presStyleIdx="0" presStyleCnt="1"/>
      <dgm:spPr/>
    </dgm:pt>
    <dgm:pt modelId="{C15CFB94-284C-C448-A094-2BAF7BF04CEB}" type="pres">
      <dgm:prSet presAssocID="{9078888A-A488-A24E-8628-06179AA1EBAB}" presName="compChildNode" presStyleCnt="0"/>
      <dgm:spPr/>
    </dgm:pt>
    <dgm:pt modelId="{DE0171EC-0398-1D41-AD98-31D9D27DA105}" type="pres">
      <dgm:prSet presAssocID="{9078888A-A488-A24E-8628-06179AA1EBAB}" presName="theInnerList" presStyleCnt="0"/>
      <dgm:spPr/>
    </dgm:pt>
    <dgm:pt modelId="{52E71F39-9D61-6744-A980-F4B723FA1F95}" type="pres">
      <dgm:prSet presAssocID="{7B3CBFD4-2EDB-5D47-AEC6-DCD38EA9851C}" presName="childNode" presStyleLbl="node1" presStyleIdx="0" presStyleCnt="3">
        <dgm:presLayoutVars>
          <dgm:bulletEnabled val="1"/>
        </dgm:presLayoutVars>
      </dgm:prSet>
      <dgm:spPr/>
    </dgm:pt>
    <dgm:pt modelId="{BE95C4F0-84BA-3449-BA17-BA3B369AE114}" type="pres">
      <dgm:prSet presAssocID="{7B3CBFD4-2EDB-5D47-AEC6-DCD38EA9851C}" presName="aSpace2" presStyleCnt="0"/>
      <dgm:spPr/>
    </dgm:pt>
    <dgm:pt modelId="{895D45A9-5732-1F49-82EE-95819AA2B3C9}" type="pres">
      <dgm:prSet presAssocID="{076558A8-A115-B140-9AFD-AD1A9C5153D7}" presName="childNode" presStyleLbl="node1" presStyleIdx="1" presStyleCnt="3">
        <dgm:presLayoutVars>
          <dgm:bulletEnabled val="1"/>
        </dgm:presLayoutVars>
      </dgm:prSet>
      <dgm:spPr/>
    </dgm:pt>
    <dgm:pt modelId="{BCF35E71-0C82-104F-9BAF-E2FC9F7D8DFE}" type="pres">
      <dgm:prSet presAssocID="{076558A8-A115-B140-9AFD-AD1A9C5153D7}" presName="aSpace2" presStyleCnt="0"/>
      <dgm:spPr/>
    </dgm:pt>
    <dgm:pt modelId="{C0C6AEA2-1A13-364E-9701-B43766F33FE2}" type="pres">
      <dgm:prSet presAssocID="{C49E309B-1CA8-BF41-90A6-5C036E18BFD4}" presName="childNode" presStyleLbl="node1" presStyleIdx="2" presStyleCnt="3">
        <dgm:presLayoutVars>
          <dgm:bulletEnabled val="1"/>
        </dgm:presLayoutVars>
      </dgm:prSet>
      <dgm:spPr/>
    </dgm:pt>
  </dgm:ptLst>
  <dgm:cxnLst>
    <dgm:cxn modelId="{50E54A10-ADAB-2446-845F-6CFBCBD80FFC}" type="presOf" srcId="{076558A8-A115-B140-9AFD-AD1A9C5153D7}" destId="{895D45A9-5732-1F49-82EE-95819AA2B3C9}" srcOrd="0" destOrd="0" presId="urn:microsoft.com/office/officeart/2005/8/layout/lProcess2"/>
    <dgm:cxn modelId="{BD064F20-206E-4C47-8412-B6750312F1DD}" type="presOf" srcId="{C49E309B-1CA8-BF41-90A6-5C036E18BFD4}" destId="{C0C6AEA2-1A13-364E-9701-B43766F33FE2}" srcOrd="0" destOrd="0" presId="urn:microsoft.com/office/officeart/2005/8/layout/lProcess2"/>
    <dgm:cxn modelId="{D65AB827-4E73-5744-BD80-7662A27C3654}" srcId="{9078888A-A488-A24E-8628-06179AA1EBAB}" destId="{076558A8-A115-B140-9AFD-AD1A9C5153D7}" srcOrd="1" destOrd="0" parTransId="{F9BFEF24-71C1-D449-A69F-7624BD1F0573}" sibTransId="{9AD057E8-D68D-7E4A-B916-307F96F136CB}"/>
    <dgm:cxn modelId="{DC246061-0C55-1A49-B6AF-D2CCD1BF6FD9}" type="presOf" srcId="{7B3CBFD4-2EDB-5D47-AEC6-DCD38EA9851C}" destId="{52E71F39-9D61-6744-A980-F4B723FA1F95}" srcOrd="0" destOrd="0" presId="urn:microsoft.com/office/officeart/2005/8/layout/lProcess2"/>
    <dgm:cxn modelId="{F32F1287-4E41-564F-8307-06748A4B54B2}" srcId="{8711FED5-D774-FD47-935B-4A28F502DAC8}" destId="{9078888A-A488-A24E-8628-06179AA1EBAB}" srcOrd="0" destOrd="0" parTransId="{30E8F623-28FC-D840-BC3C-DA0A627C3AAC}" sibTransId="{71A153A7-CC1C-654B-B021-1562E7DE9665}"/>
    <dgm:cxn modelId="{500742AD-A253-A24C-B8B6-5203690F7C97}" type="presOf" srcId="{8711FED5-D774-FD47-935B-4A28F502DAC8}" destId="{2DFB7598-219B-B94E-AF86-FCC2835BFFC2}" srcOrd="0" destOrd="0" presId="urn:microsoft.com/office/officeart/2005/8/layout/lProcess2"/>
    <dgm:cxn modelId="{74B5BABA-92B9-6E40-A5A3-AAFE897E841C}" srcId="{9078888A-A488-A24E-8628-06179AA1EBAB}" destId="{7B3CBFD4-2EDB-5D47-AEC6-DCD38EA9851C}" srcOrd="0" destOrd="0" parTransId="{95D90AF6-C4A8-504F-8F46-02546CF716C0}" sibTransId="{CD0E379F-76B0-A84D-9B86-B648E95548F2}"/>
    <dgm:cxn modelId="{9DC73ECD-6AAD-A94C-9363-6BE0CE29574F}" type="presOf" srcId="{9078888A-A488-A24E-8628-06179AA1EBAB}" destId="{39575309-ED3C-8B4F-8639-045579A158F7}" srcOrd="1" destOrd="0" presId="urn:microsoft.com/office/officeart/2005/8/layout/lProcess2"/>
    <dgm:cxn modelId="{56648FEA-4433-B742-A95F-0F3CAFB7AD2C}" type="presOf" srcId="{9078888A-A488-A24E-8628-06179AA1EBAB}" destId="{A111F8B2-A2DD-5E42-83BE-338AE56DA0B9}" srcOrd="0" destOrd="0" presId="urn:microsoft.com/office/officeart/2005/8/layout/lProcess2"/>
    <dgm:cxn modelId="{C48EA4FE-4C67-9645-9943-CA5B8209DA99}" srcId="{9078888A-A488-A24E-8628-06179AA1EBAB}" destId="{C49E309B-1CA8-BF41-90A6-5C036E18BFD4}" srcOrd="2" destOrd="0" parTransId="{FF306A39-DBF4-354E-B07E-4A960F42282E}" sibTransId="{2A81AC61-AC24-8E4A-B08B-D69C9AA29954}"/>
    <dgm:cxn modelId="{69A3EA46-4DA9-6A47-8258-9B1EF3EF31AB}" type="presParOf" srcId="{2DFB7598-219B-B94E-AF86-FCC2835BFFC2}" destId="{934EDF89-D000-094B-B0E0-AA6F1E72D77A}" srcOrd="0" destOrd="0" presId="urn:microsoft.com/office/officeart/2005/8/layout/lProcess2"/>
    <dgm:cxn modelId="{D50B3634-BD7F-6647-8D06-B3463F83B1D2}" type="presParOf" srcId="{934EDF89-D000-094B-B0E0-AA6F1E72D77A}" destId="{A111F8B2-A2DD-5E42-83BE-338AE56DA0B9}" srcOrd="0" destOrd="0" presId="urn:microsoft.com/office/officeart/2005/8/layout/lProcess2"/>
    <dgm:cxn modelId="{261A54D9-CDF4-344F-BD90-DA30265C2444}" type="presParOf" srcId="{934EDF89-D000-094B-B0E0-AA6F1E72D77A}" destId="{39575309-ED3C-8B4F-8639-045579A158F7}" srcOrd="1" destOrd="0" presId="urn:microsoft.com/office/officeart/2005/8/layout/lProcess2"/>
    <dgm:cxn modelId="{186693AE-161C-D449-ABB9-9F2603A8AE03}" type="presParOf" srcId="{934EDF89-D000-094B-B0E0-AA6F1E72D77A}" destId="{C15CFB94-284C-C448-A094-2BAF7BF04CEB}" srcOrd="2" destOrd="0" presId="urn:microsoft.com/office/officeart/2005/8/layout/lProcess2"/>
    <dgm:cxn modelId="{DFCC32CA-85D9-E945-A062-7B52F3254FA1}" type="presParOf" srcId="{C15CFB94-284C-C448-A094-2BAF7BF04CEB}" destId="{DE0171EC-0398-1D41-AD98-31D9D27DA105}" srcOrd="0" destOrd="0" presId="urn:microsoft.com/office/officeart/2005/8/layout/lProcess2"/>
    <dgm:cxn modelId="{2A412B22-C2A0-F749-91C0-2D3AC8E65397}" type="presParOf" srcId="{DE0171EC-0398-1D41-AD98-31D9D27DA105}" destId="{52E71F39-9D61-6744-A980-F4B723FA1F95}" srcOrd="0" destOrd="0" presId="urn:microsoft.com/office/officeart/2005/8/layout/lProcess2"/>
    <dgm:cxn modelId="{4D9B75A2-28BE-B54D-9E08-33A913A268D4}" type="presParOf" srcId="{DE0171EC-0398-1D41-AD98-31D9D27DA105}" destId="{BE95C4F0-84BA-3449-BA17-BA3B369AE114}" srcOrd="1" destOrd="0" presId="urn:microsoft.com/office/officeart/2005/8/layout/lProcess2"/>
    <dgm:cxn modelId="{061B72F8-6633-294A-83B4-FB75359BF50F}" type="presParOf" srcId="{DE0171EC-0398-1D41-AD98-31D9D27DA105}" destId="{895D45A9-5732-1F49-82EE-95819AA2B3C9}" srcOrd="2" destOrd="0" presId="urn:microsoft.com/office/officeart/2005/8/layout/lProcess2"/>
    <dgm:cxn modelId="{AF1A40B5-1CCF-AB48-83C9-2414167315BF}" type="presParOf" srcId="{DE0171EC-0398-1D41-AD98-31D9D27DA105}" destId="{BCF35E71-0C82-104F-9BAF-E2FC9F7D8DFE}" srcOrd="3" destOrd="0" presId="urn:microsoft.com/office/officeart/2005/8/layout/lProcess2"/>
    <dgm:cxn modelId="{7977191F-47E4-BA4A-A5CB-EEFC5FCD8590}" type="presParOf" srcId="{DE0171EC-0398-1D41-AD98-31D9D27DA105}" destId="{C0C6AEA2-1A13-364E-9701-B43766F33FE2}"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2C0516C-B13E-1043-A298-33EA116DC4A4}" type="doc">
      <dgm:prSet loTypeId="urn:microsoft.com/office/officeart/2005/8/layout/default#2" loCatId="list" qsTypeId="urn:microsoft.com/office/officeart/2005/8/quickstyle/simple4" qsCatId="simple" csTypeId="urn:microsoft.com/office/officeart/2005/8/colors/accent6_3" csCatId="accent6" phldr="1"/>
      <dgm:spPr/>
      <dgm:t>
        <a:bodyPr/>
        <a:lstStyle/>
        <a:p>
          <a:endParaRPr lang="en-US"/>
        </a:p>
      </dgm:t>
    </dgm:pt>
    <dgm:pt modelId="{2A57858C-2BBE-D04D-8DE0-52EE95C38CA9}">
      <dgm:prSet/>
      <dgm:spPr/>
      <dgm:t>
        <a:bodyPr/>
        <a:lstStyle/>
        <a:p>
          <a:pPr rtl="0"/>
          <a:r>
            <a:rPr lang="en-US" b="0" dirty="0">
              <a:solidFill>
                <a:schemeClr val="tx1"/>
              </a:solidFill>
              <a:latin typeface="Arial" panose="020B0604020202020204" pitchFamily="34" charset="0"/>
              <a:cs typeface="Arial" panose="020B0604020202020204" pitchFamily="34" charset="0"/>
            </a:rPr>
            <a:t>Involves conducting an informal, pragmatic risk analysis on organization’s IT systems</a:t>
          </a:r>
        </a:p>
      </dgm:t>
    </dgm:pt>
    <dgm:pt modelId="{954D84FE-0261-F547-A60E-C1CC82ABA4A1}" type="parTrans" cxnId="{F257D48E-B440-D741-A6F1-453919363048}">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0AE44805-AA6D-FB41-B199-CD942AED48A4}" type="sibTrans" cxnId="{F257D48E-B440-D741-A6F1-453919363048}">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B20EDA8B-8B7B-D948-BF96-9FBBC3FCBD37}">
      <dgm:prSet/>
      <dgm:spPr/>
      <dgm:t>
        <a:bodyPr/>
        <a:lstStyle/>
        <a:p>
          <a:pPr rtl="0"/>
          <a:r>
            <a:rPr lang="en-US" b="0" dirty="0">
              <a:solidFill>
                <a:srgbClr val="C00000"/>
              </a:solidFill>
              <a:latin typeface="Arial" panose="020B0604020202020204" pitchFamily="34" charset="0"/>
              <a:cs typeface="Arial" panose="020B0604020202020204" pitchFamily="34" charset="0"/>
            </a:rPr>
            <a:t>Exploits knowledge and expertise of analyst</a:t>
          </a:r>
        </a:p>
      </dgm:t>
    </dgm:pt>
    <dgm:pt modelId="{7D01EB28-4B62-DC42-9FCF-8F9C33553C34}" type="parTrans" cxnId="{0DAD35D6-E934-9245-B127-F4C87F663B0E}">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8FC57874-0162-4D44-AF0F-AC8A95AA8CD6}" type="sibTrans" cxnId="{0DAD35D6-E934-9245-B127-F4C87F663B0E}">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AA5F80DB-A98D-B74F-A111-A31D3D5CD497}">
      <dgm:prSet/>
      <dgm:spPr/>
      <dgm:t>
        <a:bodyPr/>
        <a:lstStyle/>
        <a:p>
          <a:pPr rtl="0"/>
          <a:r>
            <a:rPr lang="en-US" b="0">
              <a:solidFill>
                <a:schemeClr val="tx1"/>
              </a:solidFill>
              <a:latin typeface="Arial" panose="020B0604020202020204" pitchFamily="34" charset="0"/>
              <a:cs typeface="Arial" panose="020B0604020202020204" pitchFamily="34" charset="0"/>
            </a:rPr>
            <a:t>Fairly quick and cheap</a:t>
          </a:r>
        </a:p>
      </dgm:t>
    </dgm:pt>
    <dgm:pt modelId="{8FE328AD-1C02-8D4E-9E71-02BFA60C30A4}" type="parTrans" cxnId="{CFA9F622-D78E-2540-9006-FB009C9BAF34}">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78CB8566-7A5F-2644-9887-08120592FBF7}" type="sibTrans" cxnId="{CFA9F622-D78E-2540-9006-FB009C9BAF34}">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15FAB895-8CB9-9B49-8125-44D98B42A690}">
      <dgm:prSet/>
      <dgm:spPr>
        <a:gradFill rotWithShape="0">
          <a:gsLst>
            <a:gs pos="63000">
              <a:srgbClr val="FF0000"/>
            </a:gs>
            <a:gs pos="0">
              <a:schemeClr val="accent6">
                <a:shade val="80000"/>
                <a:hueOff val="-190846"/>
                <a:satOff val="8505"/>
                <a:lumOff val="11889"/>
                <a:alphaOff val="0"/>
                <a:tint val="100000"/>
                <a:shade val="100000"/>
                <a:satMod val="130000"/>
              </a:schemeClr>
            </a:gs>
            <a:gs pos="100000">
              <a:schemeClr val="accent6">
                <a:shade val="80000"/>
                <a:hueOff val="-190846"/>
                <a:satOff val="8505"/>
                <a:lumOff val="11889"/>
                <a:alphaOff val="0"/>
                <a:tint val="50000"/>
                <a:shade val="100000"/>
                <a:satMod val="350000"/>
              </a:schemeClr>
            </a:gs>
          </a:gsLst>
        </a:gradFill>
      </dgm:spPr>
      <dgm:t>
        <a:bodyPr/>
        <a:lstStyle/>
        <a:p>
          <a:pPr rtl="0"/>
          <a:r>
            <a:rPr lang="en-US" b="0" dirty="0">
              <a:solidFill>
                <a:schemeClr val="tx1"/>
              </a:solidFill>
              <a:latin typeface="Arial" panose="020B0604020202020204" pitchFamily="34" charset="0"/>
              <a:cs typeface="Arial" panose="020B0604020202020204" pitchFamily="34" charset="0"/>
            </a:rPr>
            <a:t>Judgments can be made about vulnerabilities and risks that baseline approach would not address</a:t>
          </a:r>
        </a:p>
      </dgm:t>
    </dgm:pt>
    <dgm:pt modelId="{563DE47D-4BF9-F04B-9AE8-379D146BD73D}" type="parTrans" cxnId="{8B3D4D45-B486-7C4B-B976-73F60BAF6DD9}">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5917F969-3FD8-2049-81EC-E3562957CBE2}" type="sibTrans" cxnId="{8B3D4D45-B486-7C4B-B976-73F60BAF6DD9}">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19DC7F8E-B240-264F-8C11-7BED88072C63}">
      <dgm:prSet/>
      <dgm:spPr>
        <a:gradFill rotWithShape="0">
          <a:gsLst>
            <a:gs pos="63000">
              <a:srgbClr val="FF0000"/>
            </a:gs>
            <a:gs pos="0">
              <a:schemeClr val="accent6">
                <a:shade val="80000"/>
                <a:hueOff val="-190846"/>
                <a:satOff val="8505"/>
                <a:lumOff val="11889"/>
                <a:alphaOff val="0"/>
                <a:tint val="100000"/>
                <a:shade val="100000"/>
                <a:satMod val="130000"/>
              </a:schemeClr>
            </a:gs>
            <a:gs pos="100000">
              <a:schemeClr val="accent6">
                <a:shade val="80000"/>
                <a:hueOff val="-190846"/>
                <a:satOff val="8505"/>
                <a:lumOff val="11889"/>
                <a:alphaOff val="0"/>
                <a:tint val="50000"/>
                <a:shade val="100000"/>
                <a:satMod val="350000"/>
              </a:schemeClr>
            </a:gs>
          </a:gsLst>
        </a:gradFill>
      </dgm:spPr>
      <dgm:t>
        <a:bodyPr/>
        <a:lstStyle/>
        <a:p>
          <a:pPr rtl="0"/>
          <a:r>
            <a:rPr lang="en-US" b="0" dirty="0">
              <a:solidFill>
                <a:schemeClr val="tx1"/>
              </a:solidFill>
              <a:latin typeface="Arial" panose="020B0604020202020204" pitchFamily="34" charset="0"/>
              <a:cs typeface="Arial" panose="020B0604020202020204" pitchFamily="34" charset="0"/>
            </a:rPr>
            <a:t>Some risks may be incorrectly assessed</a:t>
          </a:r>
        </a:p>
      </dgm:t>
    </dgm:pt>
    <dgm:pt modelId="{48BFF6BE-F928-AC4C-A2E1-179D534BF446}" type="parTrans" cxnId="{CCAC4BFA-3716-3741-BA24-5B5153FF97F2}">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BE7B2E5A-4769-E74D-997C-F27D696B6102}" type="sibTrans" cxnId="{CCAC4BFA-3716-3741-BA24-5B5153FF97F2}">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BD28DBB6-C4DD-D74F-BEF0-3A4C1CF73D9A}">
      <dgm:prSet/>
      <dgm:spPr>
        <a:gradFill rotWithShape="0">
          <a:gsLst>
            <a:gs pos="63000">
              <a:srgbClr val="FF0000"/>
            </a:gs>
            <a:gs pos="0">
              <a:schemeClr val="accent6">
                <a:shade val="80000"/>
                <a:hueOff val="-190846"/>
                <a:satOff val="8505"/>
                <a:lumOff val="11889"/>
                <a:alphaOff val="0"/>
                <a:tint val="100000"/>
                <a:shade val="100000"/>
                <a:satMod val="130000"/>
              </a:schemeClr>
            </a:gs>
            <a:gs pos="100000">
              <a:schemeClr val="accent6">
                <a:shade val="80000"/>
                <a:hueOff val="-190846"/>
                <a:satOff val="8505"/>
                <a:lumOff val="11889"/>
                <a:alphaOff val="0"/>
                <a:tint val="50000"/>
                <a:shade val="100000"/>
                <a:satMod val="350000"/>
              </a:schemeClr>
            </a:gs>
          </a:gsLst>
        </a:gradFill>
      </dgm:spPr>
      <dgm:t>
        <a:bodyPr/>
        <a:lstStyle/>
        <a:p>
          <a:pPr rtl="0"/>
          <a:r>
            <a:rPr lang="en-US" b="0">
              <a:solidFill>
                <a:schemeClr val="tx1"/>
              </a:solidFill>
              <a:latin typeface="Arial" panose="020B0604020202020204" pitchFamily="34" charset="0"/>
              <a:cs typeface="Arial" panose="020B0604020202020204" pitchFamily="34" charset="0"/>
            </a:rPr>
            <a:t>Skewed by analyst’s views, varies over time</a:t>
          </a:r>
        </a:p>
      </dgm:t>
    </dgm:pt>
    <dgm:pt modelId="{AD645BF4-A838-7946-A9D0-29942EC23D93}" type="parTrans" cxnId="{A4CADF72-86F4-B24C-BA62-1A0D2AE697C4}">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3430F276-F137-B548-9657-0E956A1E8718}" type="sibTrans" cxnId="{A4CADF72-86F4-B24C-BA62-1A0D2AE697C4}">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BFFEF84E-5E1E-F549-974D-E52A7D42E9E2}">
      <dgm:prSet/>
      <dgm:spPr/>
      <dgm:t>
        <a:bodyPr/>
        <a:lstStyle/>
        <a:p>
          <a:pPr rtl="0"/>
          <a:r>
            <a:rPr lang="en-US" b="0" dirty="0">
              <a:solidFill>
                <a:schemeClr val="tx1"/>
              </a:solidFill>
              <a:latin typeface="Arial" panose="020B0604020202020204" pitchFamily="34" charset="0"/>
              <a:cs typeface="Arial" panose="020B0604020202020204" pitchFamily="34" charset="0"/>
            </a:rPr>
            <a:t>Suitable for small to medium sized organizations where IT systems are not necessarily essential</a:t>
          </a:r>
        </a:p>
      </dgm:t>
    </dgm:pt>
    <dgm:pt modelId="{A10B8917-C818-A947-9094-A9F3FCB1AD66}" type="parTrans" cxnId="{FE5AB739-4FF1-2142-99A6-9FFDBE45F00F}">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460ACD97-3BDA-EA45-82A3-33B872591177}" type="sibTrans" cxnId="{FE5AB739-4FF1-2142-99A6-9FFDBE45F00F}">
      <dgm:prSet/>
      <dgm:spPr/>
      <dgm:t>
        <a:bodyPr/>
        <a:lstStyle/>
        <a:p>
          <a:endParaRPr lang="en-US" b="0">
            <a:solidFill>
              <a:schemeClr val="tx1"/>
            </a:solidFill>
            <a:latin typeface="Arial" panose="020B0604020202020204" pitchFamily="34" charset="0"/>
            <a:cs typeface="Arial" panose="020B0604020202020204" pitchFamily="34" charset="0"/>
          </a:endParaRPr>
        </a:p>
      </dgm:t>
    </dgm:pt>
    <dgm:pt modelId="{41995EC5-A2F8-D64C-83F8-E02A14283D59}" type="pres">
      <dgm:prSet presAssocID="{52C0516C-B13E-1043-A298-33EA116DC4A4}" presName="diagram" presStyleCnt="0">
        <dgm:presLayoutVars>
          <dgm:dir/>
          <dgm:resizeHandles val="exact"/>
        </dgm:presLayoutVars>
      </dgm:prSet>
      <dgm:spPr/>
    </dgm:pt>
    <dgm:pt modelId="{176AD136-B7C9-274B-BAA3-ED6F6C9CCA25}" type="pres">
      <dgm:prSet presAssocID="{2A57858C-2BBE-D04D-8DE0-52EE95C38CA9}" presName="node" presStyleLbl="node1" presStyleIdx="0" presStyleCnt="7">
        <dgm:presLayoutVars>
          <dgm:bulletEnabled val="1"/>
        </dgm:presLayoutVars>
      </dgm:prSet>
      <dgm:spPr/>
    </dgm:pt>
    <dgm:pt modelId="{56A36EEC-7861-0643-B2D3-4DB2D14D2BAC}" type="pres">
      <dgm:prSet presAssocID="{0AE44805-AA6D-FB41-B199-CD942AED48A4}" presName="sibTrans" presStyleCnt="0"/>
      <dgm:spPr/>
    </dgm:pt>
    <dgm:pt modelId="{DBDFDA52-54DF-FD4F-AF18-F58A40344FFD}" type="pres">
      <dgm:prSet presAssocID="{B20EDA8B-8B7B-D948-BF96-9FBBC3FCBD37}" presName="node" presStyleLbl="node1" presStyleIdx="1" presStyleCnt="7">
        <dgm:presLayoutVars>
          <dgm:bulletEnabled val="1"/>
        </dgm:presLayoutVars>
      </dgm:prSet>
      <dgm:spPr/>
    </dgm:pt>
    <dgm:pt modelId="{49D54C8F-A7E8-234D-9F00-D7A879C40D04}" type="pres">
      <dgm:prSet presAssocID="{8FC57874-0162-4D44-AF0F-AC8A95AA8CD6}" presName="sibTrans" presStyleCnt="0"/>
      <dgm:spPr/>
    </dgm:pt>
    <dgm:pt modelId="{691FA8D8-FAA7-5A43-8034-FB5E02C27D1C}" type="pres">
      <dgm:prSet presAssocID="{AA5F80DB-A98D-B74F-A111-A31D3D5CD497}" presName="node" presStyleLbl="node1" presStyleIdx="2" presStyleCnt="7">
        <dgm:presLayoutVars>
          <dgm:bulletEnabled val="1"/>
        </dgm:presLayoutVars>
      </dgm:prSet>
      <dgm:spPr/>
    </dgm:pt>
    <dgm:pt modelId="{4F738295-FAD5-3146-B215-DA2C34D4BCC1}" type="pres">
      <dgm:prSet presAssocID="{78CB8566-7A5F-2644-9887-08120592FBF7}" presName="sibTrans" presStyleCnt="0"/>
      <dgm:spPr/>
    </dgm:pt>
    <dgm:pt modelId="{43F73BA4-37E8-5C43-958E-410D6A2C3C31}" type="pres">
      <dgm:prSet presAssocID="{15FAB895-8CB9-9B49-8125-44D98B42A690}" presName="node" presStyleLbl="node1" presStyleIdx="3" presStyleCnt="7">
        <dgm:presLayoutVars>
          <dgm:bulletEnabled val="1"/>
        </dgm:presLayoutVars>
      </dgm:prSet>
      <dgm:spPr/>
    </dgm:pt>
    <dgm:pt modelId="{5D9A8E77-A076-BA4C-AA92-06301CFB20F6}" type="pres">
      <dgm:prSet presAssocID="{5917F969-3FD8-2049-81EC-E3562957CBE2}" presName="sibTrans" presStyleCnt="0"/>
      <dgm:spPr/>
    </dgm:pt>
    <dgm:pt modelId="{AEEE60DB-6458-F746-A183-1711429D5185}" type="pres">
      <dgm:prSet presAssocID="{19DC7F8E-B240-264F-8C11-7BED88072C63}" presName="node" presStyleLbl="node1" presStyleIdx="4" presStyleCnt="7">
        <dgm:presLayoutVars>
          <dgm:bulletEnabled val="1"/>
        </dgm:presLayoutVars>
      </dgm:prSet>
      <dgm:spPr/>
    </dgm:pt>
    <dgm:pt modelId="{1C651A72-DDCD-FE4C-B127-A3A66DAFEF99}" type="pres">
      <dgm:prSet presAssocID="{BE7B2E5A-4769-E74D-997C-F27D696B6102}" presName="sibTrans" presStyleCnt="0"/>
      <dgm:spPr/>
    </dgm:pt>
    <dgm:pt modelId="{79EB3C42-4ABA-5C4E-8FBD-D211A4BD5743}" type="pres">
      <dgm:prSet presAssocID="{BD28DBB6-C4DD-D74F-BEF0-3A4C1CF73D9A}" presName="node" presStyleLbl="node1" presStyleIdx="5" presStyleCnt="7">
        <dgm:presLayoutVars>
          <dgm:bulletEnabled val="1"/>
        </dgm:presLayoutVars>
      </dgm:prSet>
      <dgm:spPr/>
    </dgm:pt>
    <dgm:pt modelId="{11DFF456-B843-7541-B349-995EF782AB67}" type="pres">
      <dgm:prSet presAssocID="{3430F276-F137-B548-9657-0E956A1E8718}" presName="sibTrans" presStyleCnt="0"/>
      <dgm:spPr/>
    </dgm:pt>
    <dgm:pt modelId="{7E7614A5-6B20-E94D-95D9-EF0CD561E626}" type="pres">
      <dgm:prSet presAssocID="{BFFEF84E-5E1E-F549-974D-E52A7D42E9E2}" presName="node" presStyleLbl="node1" presStyleIdx="6" presStyleCnt="7">
        <dgm:presLayoutVars>
          <dgm:bulletEnabled val="1"/>
        </dgm:presLayoutVars>
      </dgm:prSet>
      <dgm:spPr/>
    </dgm:pt>
  </dgm:ptLst>
  <dgm:cxnLst>
    <dgm:cxn modelId="{CFA9F622-D78E-2540-9006-FB009C9BAF34}" srcId="{52C0516C-B13E-1043-A298-33EA116DC4A4}" destId="{AA5F80DB-A98D-B74F-A111-A31D3D5CD497}" srcOrd="2" destOrd="0" parTransId="{8FE328AD-1C02-8D4E-9E71-02BFA60C30A4}" sibTransId="{78CB8566-7A5F-2644-9887-08120592FBF7}"/>
    <dgm:cxn modelId="{497ED328-E2A6-E34B-80A0-FC20C0882F90}" type="presOf" srcId="{BD28DBB6-C4DD-D74F-BEF0-3A4C1CF73D9A}" destId="{79EB3C42-4ABA-5C4E-8FBD-D211A4BD5743}" srcOrd="0" destOrd="0" presId="urn:microsoft.com/office/officeart/2005/8/layout/default#2"/>
    <dgm:cxn modelId="{6F15FA2C-189F-3944-AEB7-2B11ABEB02E5}" type="presOf" srcId="{BFFEF84E-5E1E-F549-974D-E52A7D42E9E2}" destId="{7E7614A5-6B20-E94D-95D9-EF0CD561E626}" srcOrd="0" destOrd="0" presId="urn:microsoft.com/office/officeart/2005/8/layout/default#2"/>
    <dgm:cxn modelId="{86702834-F18E-5642-8D38-5817B5E156BE}" type="presOf" srcId="{2A57858C-2BBE-D04D-8DE0-52EE95C38CA9}" destId="{176AD136-B7C9-274B-BAA3-ED6F6C9CCA25}" srcOrd="0" destOrd="0" presId="urn:microsoft.com/office/officeart/2005/8/layout/default#2"/>
    <dgm:cxn modelId="{FE5AB739-4FF1-2142-99A6-9FFDBE45F00F}" srcId="{52C0516C-B13E-1043-A298-33EA116DC4A4}" destId="{BFFEF84E-5E1E-F549-974D-E52A7D42E9E2}" srcOrd="6" destOrd="0" parTransId="{A10B8917-C818-A947-9094-A9F3FCB1AD66}" sibTransId="{460ACD97-3BDA-EA45-82A3-33B872591177}"/>
    <dgm:cxn modelId="{1053C05C-194F-0740-AFF0-01ED4ADEAD7E}" type="presOf" srcId="{AA5F80DB-A98D-B74F-A111-A31D3D5CD497}" destId="{691FA8D8-FAA7-5A43-8034-FB5E02C27D1C}" srcOrd="0" destOrd="0" presId="urn:microsoft.com/office/officeart/2005/8/layout/default#2"/>
    <dgm:cxn modelId="{8B3D4D45-B486-7C4B-B976-73F60BAF6DD9}" srcId="{52C0516C-B13E-1043-A298-33EA116DC4A4}" destId="{15FAB895-8CB9-9B49-8125-44D98B42A690}" srcOrd="3" destOrd="0" parTransId="{563DE47D-4BF9-F04B-9AE8-379D146BD73D}" sibTransId="{5917F969-3FD8-2049-81EC-E3562957CBE2}"/>
    <dgm:cxn modelId="{A4CADF72-86F4-B24C-BA62-1A0D2AE697C4}" srcId="{52C0516C-B13E-1043-A298-33EA116DC4A4}" destId="{BD28DBB6-C4DD-D74F-BEF0-3A4C1CF73D9A}" srcOrd="5" destOrd="0" parTransId="{AD645BF4-A838-7946-A9D0-29942EC23D93}" sibTransId="{3430F276-F137-B548-9657-0E956A1E8718}"/>
    <dgm:cxn modelId="{4F90F179-5BD5-5D43-BC74-57BD6AFA301D}" type="presOf" srcId="{19DC7F8E-B240-264F-8C11-7BED88072C63}" destId="{AEEE60DB-6458-F746-A183-1711429D5185}" srcOrd="0" destOrd="0" presId="urn:microsoft.com/office/officeart/2005/8/layout/default#2"/>
    <dgm:cxn modelId="{F257D48E-B440-D741-A6F1-453919363048}" srcId="{52C0516C-B13E-1043-A298-33EA116DC4A4}" destId="{2A57858C-2BBE-D04D-8DE0-52EE95C38CA9}" srcOrd="0" destOrd="0" parTransId="{954D84FE-0261-F547-A60E-C1CC82ABA4A1}" sibTransId="{0AE44805-AA6D-FB41-B199-CD942AED48A4}"/>
    <dgm:cxn modelId="{3810ADCE-5681-954E-B5C5-0CA1BFF23B56}" type="presOf" srcId="{15FAB895-8CB9-9B49-8125-44D98B42A690}" destId="{43F73BA4-37E8-5C43-958E-410D6A2C3C31}" srcOrd="0" destOrd="0" presId="urn:microsoft.com/office/officeart/2005/8/layout/default#2"/>
    <dgm:cxn modelId="{0DAD35D6-E934-9245-B127-F4C87F663B0E}" srcId="{52C0516C-B13E-1043-A298-33EA116DC4A4}" destId="{B20EDA8B-8B7B-D948-BF96-9FBBC3FCBD37}" srcOrd="1" destOrd="0" parTransId="{7D01EB28-4B62-DC42-9FCF-8F9C33553C34}" sibTransId="{8FC57874-0162-4D44-AF0F-AC8A95AA8CD6}"/>
    <dgm:cxn modelId="{C3DAE7F1-EFF1-D241-BF1C-39643BA1446E}" type="presOf" srcId="{B20EDA8B-8B7B-D948-BF96-9FBBC3FCBD37}" destId="{DBDFDA52-54DF-FD4F-AF18-F58A40344FFD}" srcOrd="0" destOrd="0" presId="urn:microsoft.com/office/officeart/2005/8/layout/default#2"/>
    <dgm:cxn modelId="{F18E3FF2-AEDA-EA44-B635-03663005ED0C}" type="presOf" srcId="{52C0516C-B13E-1043-A298-33EA116DC4A4}" destId="{41995EC5-A2F8-D64C-83F8-E02A14283D59}" srcOrd="0" destOrd="0" presId="urn:microsoft.com/office/officeart/2005/8/layout/default#2"/>
    <dgm:cxn modelId="{CCAC4BFA-3716-3741-BA24-5B5153FF97F2}" srcId="{52C0516C-B13E-1043-A298-33EA116DC4A4}" destId="{19DC7F8E-B240-264F-8C11-7BED88072C63}" srcOrd="4" destOrd="0" parTransId="{48BFF6BE-F928-AC4C-A2E1-179D534BF446}" sibTransId="{BE7B2E5A-4769-E74D-997C-F27D696B6102}"/>
    <dgm:cxn modelId="{4A1BC112-3BF7-BD42-8B74-C324F9CEC7BE}" type="presParOf" srcId="{41995EC5-A2F8-D64C-83F8-E02A14283D59}" destId="{176AD136-B7C9-274B-BAA3-ED6F6C9CCA25}" srcOrd="0" destOrd="0" presId="urn:microsoft.com/office/officeart/2005/8/layout/default#2"/>
    <dgm:cxn modelId="{D2BD6D2D-2753-B241-B1C9-EEA0CC5E4EF9}" type="presParOf" srcId="{41995EC5-A2F8-D64C-83F8-E02A14283D59}" destId="{56A36EEC-7861-0643-B2D3-4DB2D14D2BAC}" srcOrd="1" destOrd="0" presId="urn:microsoft.com/office/officeart/2005/8/layout/default#2"/>
    <dgm:cxn modelId="{C89D8A9C-64A9-F541-8FEF-C771BE0AC29B}" type="presParOf" srcId="{41995EC5-A2F8-D64C-83F8-E02A14283D59}" destId="{DBDFDA52-54DF-FD4F-AF18-F58A40344FFD}" srcOrd="2" destOrd="0" presId="urn:microsoft.com/office/officeart/2005/8/layout/default#2"/>
    <dgm:cxn modelId="{96DAC60F-D970-4241-A98B-ADD64ADFAB38}" type="presParOf" srcId="{41995EC5-A2F8-D64C-83F8-E02A14283D59}" destId="{49D54C8F-A7E8-234D-9F00-D7A879C40D04}" srcOrd="3" destOrd="0" presId="urn:microsoft.com/office/officeart/2005/8/layout/default#2"/>
    <dgm:cxn modelId="{55D38821-7945-BD48-8506-C609E670E8DE}" type="presParOf" srcId="{41995EC5-A2F8-D64C-83F8-E02A14283D59}" destId="{691FA8D8-FAA7-5A43-8034-FB5E02C27D1C}" srcOrd="4" destOrd="0" presId="urn:microsoft.com/office/officeart/2005/8/layout/default#2"/>
    <dgm:cxn modelId="{3634765F-EEE3-2044-9CAB-438A49896872}" type="presParOf" srcId="{41995EC5-A2F8-D64C-83F8-E02A14283D59}" destId="{4F738295-FAD5-3146-B215-DA2C34D4BCC1}" srcOrd="5" destOrd="0" presId="urn:microsoft.com/office/officeart/2005/8/layout/default#2"/>
    <dgm:cxn modelId="{0B8F2FDB-9B73-5348-AFA6-A4D6EF398F88}" type="presParOf" srcId="{41995EC5-A2F8-D64C-83F8-E02A14283D59}" destId="{43F73BA4-37E8-5C43-958E-410D6A2C3C31}" srcOrd="6" destOrd="0" presId="urn:microsoft.com/office/officeart/2005/8/layout/default#2"/>
    <dgm:cxn modelId="{4CD73401-C7C6-2447-8E70-5AAFDC9457CB}" type="presParOf" srcId="{41995EC5-A2F8-D64C-83F8-E02A14283D59}" destId="{5D9A8E77-A076-BA4C-AA92-06301CFB20F6}" srcOrd="7" destOrd="0" presId="urn:microsoft.com/office/officeart/2005/8/layout/default#2"/>
    <dgm:cxn modelId="{9D0AD352-9142-2F4B-A8DE-618B22C0D05B}" type="presParOf" srcId="{41995EC5-A2F8-D64C-83F8-E02A14283D59}" destId="{AEEE60DB-6458-F746-A183-1711429D5185}" srcOrd="8" destOrd="0" presId="urn:microsoft.com/office/officeart/2005/8/layout/default#2"/>
    <dgm:cxn modelId="{2C625DED-404C-7945-96BD-7BCFAD5760DE}" type="presParOf" srcId="{41995EC5-A2F8-D64C-83F8-E02A14283D59}" destId="{1C651A72-DDCD-FE4C-B127-A3A66DAFEF99}" srcOrd="9" destOrd="0" presId="urn:microsoft.com/office/officeart/2005/8/layout/default#2"/>
    <dgm:cxn modelId="{418EE08C-AFB5-CF4C-B551-D478AA33AEA8}" type="presParOf" srcId="{41995EC5-A2F8-D64C-83F8-E02A14283D59}" destId="{79EB3C42-4ABA-5C4E-8FBD-D211A4BD5743}" srcOrd="10" destOrd="0" presId="urn:microsoft.com/office/officeart/2005/8/layout/default#2"/>
    <dgm:cxn modelId="{312C72DF-064B-054B-936C-87F1FAE3C639}" type="presParOf" srcId="{41995EC5-A2F8-D64C-83F8-E02A14283D59}" destId="{11DFF456-B843-7541-B349-995EF782AB67}" srcOrd="11" destOrd="0" presId="urn:microsoft.com/office/officeart/2005/8/layout/default#2"/>
    <dgm:cxn modelId="{F2BA4720-58D0-534A-A614-A3DEA7BFA1C6}" type="presParOf" srcId="{41995EC5-A2F8-D64C-83F8-E02A14283D59}" destId="{7E7614A5-6B20-E94D-95D9-EF0CD561E626}" srcOrd="12"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B306831-501C-744A-B6BA-13FDC38DC6BD}" type="doc">
      <dgm:prSet loTypeId="urn:microsoft.com/office/officeart/2005/8/layout/bProcess2" loCatId="list" qsTypeId="urn:microsoft.com/office/officeart/2005/8/quickstyle/simple4" qsCatId="simple" csTypeId="urn:microsoft.com/office/officeart/2005/8/colors/accent1_2" csCatId="accent1" phldr="1"/>
      <dgm:spPr/>
      <dgm:t>
        <a:bodyPr/>
        <a:lstStyle/>
        <a:p>
          <a:endParaRPr lang="en-US"/>
        </a:p>
      </dgm:t>
    </dgm:pt>
    <dgm:pt modelId="{3976C512-6D78-EF45-8BFD-85338934E327}">
      <dgm:prSet custT="1"/>
      <dgm:spPr>
        <a:solidFill>
          <a:schemeClr val="accent3">
            <a:lumMod val="75000"/>
          </a:schemeClr>
        </a:solidFill>
      </dgm:spPr>
      <dgm:t>
        <a:bodyPr/>
        <a:lstStyle/>
        <a:p>
          <a:pPr rtl="0"/>
          <a:r>
            <a:rPr lang="en-US" sz="1600" dirty="0">
              <a:solidFill>
                <a:schemeClr val="bg1"/>
              </a:solidFill>
              <a:latin typeface="Arial" panose="020B0604020202020204" pitchFamily="34" charset="0"/>
              <a:cs typeface="Arial" panose="020B0604020202020204" pitchFamily="34" charset="0"/>
            </a:rPr>
            <a:t>Most comprehensive approach</a:t>
          </a:r>
        </a:p>
      </dgm:t>
    </dgm:pt>
    <dgm:pt modelId="{123210EE-F413-1F40-BD4A-35483A90BFD2}" type="parTrans" cxnId="{75639DD6-97B9-1F4A-9276-BD1A6AD7A3F1}">
      <dgm:prSet/>
      <dgm:spPr/>
      <dgm:t>
        <a:bodyPr/>
        <a:lstStyle/>
        <a:p>
          <a:endParaRPr lang="en-US">
            <a:latin typeface="Arial" panose="020B0604020202020204" pitchFamily="34" charset="0"/>
            <a:cs typeface="Arial" panose="020B0604020202020204" pitchFamily="34" charset="0"/>
          </a:endParaRPr>
        </a:p>
      </dgm:t>
    </dgm:pt>
    <dgm:pt modelId="{8642C2C7-2A6A-3B40-AAB5-1CE827E1F17C}" type="sibTrans" cxnId="{75639DD6-97B9-1F4A-9276-BD1A6AD7A3F1}">
      <dgm:prSet/>
      <dgm:spPr>
        <a:solidFill>
          <a:schemeClr val="accent3">
            <a:lumMod val="40000"/>
            <a:lumOff val="60000"/>
          </a:schemeClr>
        </a:solidFill>
      </dgm:spPr>
      <dgm:t>
        <a:bodyPr/>
        <a:lstStyle/>
        <a:p>
          <a:endParaRPr lang="en-US">
            <a:latin typeface="Arial" panose="020B0604020202020204" pitchFamily="34" charset="0"/>
            <a:cs typeface="Arial" panose="020B0604020202020204" pitchFamily="34" charset="0"/>
          </a:endParaRPr>
        </a:p>
      </dgm:t>
    </dgm:pt>
    <dgm:pt modelId="{1F8F7222-FE0E-C84F-9969-C2F850D79809}">
      <dgm:prSet custT="1"/>
      <dgm:spPr>
        <a:solidFill>
          <a:schemeClr val="accent5">
            <a:lumMod val="75000"/>
          </a:schemeClr>
        </a:solidFill>
      </dgm:spPr>
      <dgm:t>
        <a:bodyPr/>
        <a:lstStyle/>
        <a:p>
          <a:pPr rtl="0"/>
          <a:r>
            <a:rPr lang="en-US" sz="1600" dirty="0">
              <a:solidFill>
                <a:schemeClr val="bg1"/>
              </a:solidFill>
              <a:latin typeface="Arial" panose="020B0604020202020204" pitchFamily="34" charset="0"/>
              <a:cs typeface="Arial" panose="020B0604020202020204" pitchFamily="34" charset="0"/>
            </a:rPr>
            <a:t>Assess using formal structured process</a:t>
          </a:r>
        </a:p>
      </dgm:t>
    </dgm:pt>
    <dgm:pt modelId="{DF1B64D8-811B-7149-97F8-59FD693B852F}" type="parTrans" cxnId="{F3B3D3EC-146E-BA4D-9B65-73609B2E1E0B}">
      <dgm:prSet/>
      <dgm:spPr/>
      <dgm:t>
        <a:bodyPr/>
        <a:lstStyle/>
        <a:p>
          <a:endParaRPr lang="en-US">
            <a:latin typeface="Arial" panose="020B0604020202020204" pitchFamily="34" charset="0"/>
            <a:cs typeface="Arial" panose="020B0604020202020204" pitchFamily="34" charset="0"/>
          </a:endParaRPr>
        </a:p>
      </dgm:t>
    </dgm:pt>
    <dgm:pt modelId="{A637DB56-562A-1049-995C-CC4ABCD3F16C}" type="sibTrans" cxnId="{F3B3D3EC-146E-BA4D-9B65-73609B2E1E0B}">
      <dgm:prSet/>
      <dgm:spPr>
        <a:solidFill>
          <a:schemeClr val="accent5">
            <a:lumMod val="40000"/>
            <a:lumOff val="60000"/>
          </a:schemeClr>
        </a:solidFill>
      </dgm:spPr>
      <dgm:t>
        <a:bodyPr/>
        <a:lstStyle/>
        <a:p>
          <a:endParaRPr lang="en-US">
            <a:latin typeface="Arial" panose="020B0604020202020204" pitchFamily="34" charset="0"/>
            <a:cs typeface="Arial" panose="020B0604020202020204" pitchFamily="34" charset="0"/>
          </a:endParaRPr>
        </a:p>
      </dgm:t>
    </dgm:pt>
    <dgm:pt modelId="{B6628E05-AD78-B241-BAEA-76208CDCCFF1}">
      <dgm:prSet custT="1"/>
      <dgm:spPr>
        <a:solidFill>
          <a:schemeClr val="accent5">
            <a:lumMod val="75000"/>
          </a:schemeClr>
        </a:solidFill>
      </dgm:spPr>
      <dgm:t>
        <a:bodyPr/>
        <a:lstStyle/>
        <a:p>
          <a:pPr rtl="0"/>
          <a:r>
            <a:rPr lang="en-US" sz="1300" dirty="0">
              <a:solidFill>
                <a:schemeClr val="bg1"/>
              </a:solidFill>
              <a:latin typeface="Arial" panose="020B0604020202020204" pitchFamily="34" charset="0"/>
              <a:cs typeface="Arial" panose="020B0604020202020204" pitchFamily="34" charset="0"/>
            </a:rPr>
            <a:t>Number of stages</a:t>
          </a:r>
        </a:p>
      </dgm:t>
    </dgm:pt>
    <dgm:pt modelId="{BC51572F-1363-BC4F-9C1A-E2BBB1F792CD}" type="parTrans" cxnId="{F6EB105F-94AD-AD4A-9AE1-C47155AE688B}">
      <dgm:prSet/>
      <dgm:spPr/>
      <dgm:t>
        <a:bodyPr/>
        <a:lstStyle/>
        <a:p>
          <a:endParaRPr lang="en-US">
            <a:latin typeface="Arial" panose="020B0604020202020204" pitchFamily="34" charset="0"/>
            <a:cs typeface="Arial" panose="020B0604020202020204" pitchFamily="34" charset="0"/>
          </a:endParaRPr>
        </a:p>
      </dgm:t>
    </dgm:pt>
    <dgm:pt modelId="{084486BD-8DC1-664C-A53A-2D36CA213EBA}" type="sibTrans" cxnId="{F6EB105F-94AD-AD4A-9AE1-C47155AE688B}">
      <dgm:prSet/>
      <dgm:spPr/>
      <dgm:t>
        <a:bodyPr/>
        <a:lstStyle/>
        <a:p>
          <a:endParaRPr lang="en-US">
            <a:latin typeface="Arial" panose="020B0604020202020204" pitchFamily="34" charset="0"/>
            <a:cs typeface="Arial" panose="020B0604020202020204" pitchFamily="34" charset="0"/>
          </a:endParaRPr>
        </a:p>
      </dgm:t>
    </dgm:pt>
    <dgm:pt modelId="{C4FE0C56-2D9C-7D4B-AF84-9783DDFEE1F8}">
      <dgm:prSet custT="1"/>
      <dgm:spPr>
        <a:solidFill>
          <a:schemeClr val="accent5">
            <a:lumMod val="75000"/>
          </a:schemeClr>
        </a:solidFill>
      </dgm:spPr>
      <dgm:t>
        <a:bodyPr/>
        <a:lstStyle/>
        <a:p>
          <a:pPr rtl="0"/>
          <a:r>
            <a:rPr lang="en-US" sz="1300" dirty="0">
              <a:solidFill>
                <a:schemeClr val="bg1"/>
              </a:solidFill>
              <a:latin typeface="Arial" panose="020B0604020202020204" pitchFamily="34" charset="0"/>
              <a:cs typeface="Arial" panose="020B0604020202020204" pitchFamily="34" charset="0"/>
            </a:rPr>
            <a:t>Identify threats and vulnerabilities to assets</a:t>
          </a:r>
        </a:p>
      </dgm:t>
    </dgm:pt>
    <dgm:pt modelId="{247D60A8-E8D6-D843-A856-689E43050E1E}" type="parTrans" cxnId="{2F03B45C-E174-7144-B209-99B395CA21C0}">
      <dgm:prSet/>
      <dgm:spPr/>
      <dgm:t>
        <a:bodyPr/>
        <a:lstStyle/>
        <a:p>
          <a:endParaRPr lang="en-US">
            <a:latin typeface="Arial" panose="020B0604020202020204" pitchFamily="34" charset="0"/>
            <a:cs typeface="Arial" panose="020B0604020202020204" pitchFamily="34" charset="0"/>
          </a:endParaRPr>
        </a:p>
      </dgm:t>
    </dgm:pt>
    <dgm:pt modelId="{D5F6E286-06DB-CE44-BA27-9A33E76199FB}" type="sibTrans" cxnId="{2F03B45C-E174-7144-B209-99B395CA21C0}">
      <dgm:prSet/>
      <dgm:spPr/>
      <dgm:t>
        <a:bodyPr/>
        <a:lstStyle/>
        <a:p>
          <a:endParaRPr lang="en-US">
            <a:latin typeface="Arial" panose="020B0604020202020204" pitchFamily="34" charset="0"/>
            <a:cs typeface="Arial" panose="020B0604020202020204" pitchFamily="34" charset="0"/>
          </a:endParaRPr>
        </a:p>
      </dgm:t>
    </dgm:pt>
    <dgm:pt modelId="{F6A2A980-E4D5-7547-B271-56165A9038C0}">
      <dgm:prSet custT="1"/>
      <dgm:spPr>
        <a:solidFill>
          <a:schemeClr val="accent5">
            <a:lumMod val="75000"/>
          </a:schemeClr>
        </a:solidFill>
      </dgm:spPr>
      <dgm:t>
        <a:bodyPr/>
        <a:lstStyle/>
        <a:p>
          <a:pPr rtl="0"/>
          <a:r>
            <a:rPr lang="en-US" sz="1300" dirty="0">
              <a:solidFill>
                <a:schemeClr val="bg1"/>
              </a:solidFill>
              <a:latin typeface="Arial" panose="020B0604020202020204" pitchFamily="34" charset="0"/>
              <a:cs typeface="Arial" panose="020B0604020202020204" pitchFamily="34" charset="0"/>
            </a:rPr>
            <a:t>Identify likelihood of risk occurring and consequences</a:t>
          </a:r>
        </a:p>
      </dgm:t>
    </dgm:pt>
    <dgm:pt modelId="{B9596831-EEF0-FC45-A0D5-97C1DDDFC03E}" type="parTrans" cxnId="{C4DC1BD5-CEB5-A648-85F7-7C4CFEFD4127}">
      <dgm:prSet/>
      <dgm:spPr/>
      <dgm:t>
        <a:bodyPr/>
        <a:lstStyle/>
        <a:p>
          <a:endParaRPr lang="en-US">
            <a:latin typeface="Arial" panose="020B0604020202020204" pitchFamily="34" charset="0"/>
            <a:cs typeface="Arial" panose="020B0604020202020204" pitchFamily="34" charset="0"/>
          </a:endParaRPr>
        </a:p>
      </dgm:t>
    </dgm:pt>
    <dgm:pt modelId="{43D58E3C-2E78-A443-8E49-C03D599EB7D0}" type="sibTrans" cxnId="{C4DC1BD5-CEB5-A648-85F7-7C4CFEFD4127}">
      <dgm:prSet/>
      <dgm:spPr/>
      <dgm:t>
        <a:bodyPr/>
        <a:lstStyle/>
        <a:p>
          <a:endParaRPr lang="en-US">
            <a:latin typeface="Arial" panose="020B0604020202020204" pitchFamily="34" charset="0"/>
            <a:cs typeface="Arial" panose="020B0604020202020204" pitchFamily="34" charset="0"/>
          </a:endParaRPr>
        </a:p>
      </dgm:t>
    </dgm:pt>
    <dgm:pt modelId="{436A6D52-8FFE-6A43-BDF5-404EF9EDF8D9}">
      <dgm:prSet custT="1"/>
      <dgm:spPr>
        <a:solidFill>
          <a:schemeClr val="accent3">
            <a:lumMod val="75000"/>
          </a:schemeClr>
        </a:solidFill>
      </dgm:spPr>
      <dgm:t>
        <a:bodyPr/>
        <a:lstStyle/>
        <a:p>
          <a:pPr rtl="0"/>
          <a:r>
            <a:rPr lang="en-US" sz="1600" dirty="0">
              <a:solidFill>
                <a:schemeClr val="bg1"/>
              </a:solidFill>
              <a:latin typeface="Arial" panose="020B0604020202020204" pitchFamily="34" charset="0"/>
              <a:cs typeface="Arial" panose="020B0604020202020204" pitchFamily="34" charset="0"/>
            </a:rPr>
            <a:t>Significant cost in time, resources, expertise</a:t>
          </a:r>
        </a:p>
      </dgm:t>
    </dgm:pt>
    <dgm:pt modelId="{496AF032-5107-F845-8335-F34B97D2D9E8}" type="parTrans" cxnId="{FF929274-27F8-7946-8DC8-CBB8C75C5A61}">
      <dgm:prSet/>
      <dgm:spPr/>
      <dgm:t>
        <a:bodyPr/>
        <a:lstStyle/>
        <a:p>
          <a:endParaRPr lang="en-US">
            <a:latin typeface="Arial" panose="020B0604020202020204" pitchFamily="34" charset="0"/>
            <a:cs typeface="Arial" panose="020B0604020202020204" pitchFamily="34" charset="0"/>
          </a:endParaRPr>
        </a:p>
      </dgm:t>
    </dgm:pt>
    <dgm:pt modelId="{14FEE2ED-6737-D645-B144-12B948D121E2}" type="sibTrans" cxnId="{FF929274-27F8-7946-8DC8-CBB8C75C5A61}">
      <dgm:prSet/>
      <dgm:spPr>
        <a:solidFill>
          <a:schemeClr val="accent3">
            <a:lumMod val="40000"/>
            <a:lumOff val="60000"/>
          </a:schemeClr>
        </a:solidFill>
      </dgm:spPr>
      <dgm:t>
        <a:bodyPr/>
        <a:lstStyle/>
        <a:p>
          <a:endParaRPr lang="en-US">
            <a:latin typeface="Arial" panose="020B0604020202020204" pitchFamily="34" charset="0"/>
            <a:cs typeface="Arial" panose="020B0604020202020204" pitchFamily="34" charset="0"/>
          </a:endParaRPr>
        </a:p>
      </dgm:t>
    </dgm:pt>
    <dgm:pt modelId="{B8EE02E0-0D6A-0245-817E-3C9CF2387A63}">
      <dgm:prSet custT="1"/>
      <dgm:spPr>
        <a:solidFill>
          <a:schemeClr val="accent5">
            <a:lumMod val="75000"/>
          </a:schemeClr>
        </a:solidFill>
      </dgm:spPr>
      <dgm:t>
        <a:bodyPr/>
        <a:lstStyle/>
        <a:p>
          <a:pPr rtl="0"/>
          <a:r>
            <a:rPr lang="en-US" sz="1600" dirty="0">
              <a:solidFill>
                <a:schemeClr val="bg1"/>
              </a:solidFill>
              <a:latin typeface="Arial" panose="020B0604020202020204" pitchFamily="34" charset="0"/>
              <a:cs typeface="Arial" panose="020B0604020202020204" pitchFamily="34" charset="0"/>
            </a:rPr>
            <a:t>May be a legal requirement to use</a:t>
          </a:r>
        </a:p>
      </dgm:t>
    </dgm:pt>
    <dgm:pt modelId="{554365E0-B322-7A48-A376-9C92EE4AE6AF}" type="parTrans" cxnId="{9E660364-1B78-4B4E-809A-0871214F753D}">
      <dgm:prSet/>
      <dgm:spPr/>
      <dgm:t>
        <a:bodyPr/>
        <a:lstStyle/>
        <a:p>
          <a:endParaRPr lang="en-US">
            <a:latin typeface="Arial" panose="020B0604020202020204" pitchFamily="34" charset="0"/>
            <a:cs typeface="Arial" panose="020B0604020202020204" pitchFamily="34" charset="0"/>
          </a:endParaRPr>
        </a:p>
      </dgm:t>
    </dgm:pt>
    <dgm:pt modelId="{8D28A095-60D6-5840-B1BD-DD169646C516}" type="sibTrans" cxnId="{9E660364-1B78-4B4E-809A-0871214F753D}">
      <dgm:prSet/>
      <dgm:spPr>
        <a:solidFill>
          <a:schemeClr val="accent5">
            <a:lumMod val="40000"/>
            <a:lumOff val="60000"/>
          </a:schemeClr>
        </a:solidFill>
      </dgm:spPr>
      <dgm:t>
        <a:bodyPr/>
        <a:lstStyle/>
        <a:p>
          <a:endParaRPr lang="en-US">
            <a:latin typeface="Arial" panose="020B0604020202020204" pitchFamily="34" charset="0"/>
            <a:cs typeface="Arial" panose="020B0604020202020204" pitchFamily="34" charset="0"/>
          </a:endParaRPr>
        </a:p>
      </dgm:t>
    </dgm:pt>
    <dgm:pt modelId="{E5758F16-200B-8C46-9979-5EA185A08597}">
      <dgm:prSet custT="1"/>
      <dgm:spPr>
        <a:solidFill>
          <a:schemeClr val="accent3">
            <a:lumMod val="75000"/>
          </a:schemeClr>
        </a:solidFill>
      </dgm:spPr>
      <dgm:t>
        <a:bodyPr/>
        <a:lstStyle/>
        <a:p>
          <a:pPr rtl="0"/>
          <a:r>
            <a:rPr lang="en-US" sz="1600" dirty="0">
              <a:solidFill>
                <a:schemeClr val="bg1"/>
              </a:solidFill>
              <a:latin typeface="Arial" panose="020B0604020202020204" pitchFamily="34" charset="0"/>
              <a:cs typeface="Arial" panose="020B0604020202020204" pitchFamily="34" charset="0"/>
            </a:rPr>
            <a:t>Suitable for large organizations with IT systems critical to their business objectives</a:t>
          </a:r>
        </a:p>
      </dgm:t>
    </dgm:pt>
    <dgm:pt modelId="{FC9CD6BF-7002-FD4D-BB16-E66F29D203DF}" type="parTrans" cxnId="{C7ED0F10-25CC-A74C-B0E7-64EEB7C85B7A}">
      <dgm:prSet/>
      <dgm:spPr/>
      <dgm:t>
        <a:bodyPr/>
        <a:lstStyle/>
        <a:p>
          <a:endParaRPr lang="en-US">
            <a:latin typeface="Arial" panose="020B0604020202020204" pitchFamily="34" charset="0"/>
            <a:cs typeface="Arial" panose="020B0604020202020204" pitchFamily="34" charset="0"/>
          </a:endParaRPr>
        </a:p>
      </dgm:t>
    </dgm:pt>
    <dgm:pt modelId="{8528B720-7975-FE40-B9D7-69F5C4DACE23}" type="sibTrans" cxnId="{C7ED0F10-25CC-A74C-B0E7-64EEB7C85B7A}">
      <dgm:prSet/>
      <dgm:spPr/>
      <dgm:t>
        <a:bodyPr/>
        <a:lstStyle/>
        <a:p>
          <a:endParaRPr lang="en-US">
            <a:latin typeface="Arial" panose="020B0604020202020204" pitchFamily="34" charset="0"/>
            <a:cs typeface="Arial" panose="020B0604020202020204" pitchFamily="34" charset="0"/>
          </a:endParaRPr>
        </a:p>
      </dgm:t>
    </dgm:pt>
    <dgm:pt modelId="{2370BEC6-A7BC-2B45-8477-FD877521809F}" type="pres">
      <dgm:prSet presAssocID="{7B306831-501C-744A-B6BA-13FDC38DC6BD}" presName="diagram" presStyleCnt="0">
        <dgm:presLayoutVars>
          <dgm:dir/>
          <dgm:resizeHandles/>
        </dgm:presLayoutVars>
      </dgm:prSet>
      <dgm:spPr/>
    </dgm:pt>
    <dgm:pt modelId="{A34A0417-83FF-8944-9F5C-3CB704F64E66}" type="pres">
      <dgm:prSet presAssocID="{3976C512-6D78-EF45-8BFD-85338934E327}" presName="firstNode" presStyleLbl="node1" presStyleIdx="0" presStyleCnt="5" custScaleX="112878" custScaleY="108277">
        <dgm:presLayoutVars>
          <dgm:bulletEnabled val="1"/>
        </dgm:presLayoutVars>
      </dgm:prSet>
      <dgm:spPr/>
    </dgm:pt>
    <dgm:pt modelId="{A52486F1-2831-9B4E-AD1E-6C41621B75B7}" type="pres">
      <dgm:prSet presAssocID="{8642C2C7-2A6A-3B40-AAB5-1CE827E1F17C}" presName="sibTrans" presStyleLbl="sibTrans2D1" presStyleIdx="0" presStyleCnt="4"/>
      <dgm:spPr/>
    </dgm:pt>
    <dgm:pt modelId="{78028F9B-A1E1-3844-87FA-C35D1074DD1C}" type="pres">
      <dgm:prSet presAssocID="{1F8F7222-FE0E-C84F-9969-C2F850D79809}" presName="middleNode" presStyleCnt="0"/>
      <dgm:spPr/>
    </dgm:pt>
    <dgm:pt modelId="{F4333786-CFF3-5945-A6A4-54871F365086}" type="pres">
      <dgm:prSet presAssocID="{1F8F7222-FE0E-C84F-9969-C2F850D79809}" presName="padding" presStyleLbl="node1" presStyleIdx="0" presStyleCnt="5"/>
      <dgm:spPr/>
    </dgm:pt>
    <dgm:pt modelId="{BF638F53-A61B-834F-9CC5-23FC39614272}" type="pres">
      <dgm:prSet presAssocID="{1F8F7222-FE0E-C84F-9969-C2F850D79809}" presName="shape" presStyleLbl="node1" presStyleIdx="1" presStyleCnt="5" custScaleX="219619" custScaleY="193933" custLinFactNeighborX="50980" custLinFactNeighborY="5247">
        <dgm:presLayoutVars>
          <dgm:bulletEnabled val="1"/>
        </dgm:presLayoutVars>
      </dgm:prSet>
      <dgm:spPr/>
    </dgm:pt>
    <dgm:pt modelId="{6A83B374-49AC-E341-B08A-D2D878A1B975}" type="pres">
      <dgm:prSet presAssocID="{A637DB56-562A-1049-995C-CC4ABCD3F16C}" presName="sibTrans" presStyleLbl="sibTrans2D1" presStyleIdx="1" presStyleCnt="4" custAng="241780" custLinFactNeighborX="-19564" custLinFactNeighborY="-10837"/>
      <dgm:spPr/>
    </dgm:pt>
    <dgm:pt modelId="{2DF478EF-4A25-CA4F-BA29-064AC8AF25CE}" type="pres">
      <dgm:prSet presAssocID="{436A6D52-8FFE-6A43-BDF5-404EF9EDF8D9}" presName="middleNode" presStyleCnt="0"/>
      <dgm:spPr/>
    </dgm:pt>
    <dgm:pt modelId="{E31722F9-B88D-A942-ADC4-0CBEAF6DD00F}" type="pres">
      <dgm:prSet presAssocID="{436A6D52-8FFE-6A43-BDF5-404EF9EDF8D9}" presName="padding" presStyleLbl="node1" presStyleIdx="1" presStyleCnt="5"/>
      <dgm:spPr/>
    </dgm:pt>
    <dgm:pt modelId="{CAF40426-F7A7-EF4D-ADFF-FB0FD8581A63}" type="pres">
      <dgm:prSet presAssocID="{436A6D52-8FFE-6A43-BDF5-404EF9EDF8D9}" presName="shape" presStyleLbl="node1" presStyleIdx="2" presStyleCnt="5" custScaleX="147492" custScaleY="149567" custLinFactY="-87045" custLinFactNeighborX="-21015" custLinFactNeighborY="-100000">
        <dgm:presLayoutVars>
          <dgm:bulletEnabled val="1"/>
        </dgm:presLayoutVars>
      </dgm:prSet>
      <dgm:spPr/>
    </dgm:pt>
    <dgm:pt modelId="{72CF94A9-1291-2D4B-8301-2A9B97CC9E70}" type="pres">
      <dgm:prSet presAssocID="{14FEE2ED-6737-D645-B144-12B948D121E2}" presName="sibTrans" presStyleLbl="sibTrans2D1" presStyleIdx="2" presStyleCnt="4"/>
      <dgm:spPr/>
    </dgm:pt>
    <dgm:pt modelId="{9FE708FE-26F5-8747-A5DB-48EFEC8397AB}" type="pres">
      <dgm:prSet presAssocID="{B8EE02E0-0D6A-0245-817E-3C9CF2387A63}" presName="middleNode" presStyleCnt="0"/>
      <dgm:spPr/>
    </dgm:pt>
    <dgm:pt modelId="{87B63B92-FB3F-5947-9FF5-99DDF24A2227}" type="pres">
      <dgm:prSet presAssocID="{B8EE02E0-0D6A-0245-817E-3C9CF2387A63}" presName="padding" presStyleLbl="node1" presStyleIdx="2" presStyleCnt="5"/>
      <dgm:spPr/>
    </dgm:pt>
    <dgm:pt modelId="{9728F9B3-AB01-474E-AE42-CBE7C9FF9B20}" type="pres">
      <dgm:prSet presAssocID="{B8EE02E0-0D6A-0245-817E-3C9CF2387A63}" presName="shape" presStyleLbl="node1" presStyleIdx="3" presStyleCnt="5" custScaleX="150738" custScaleY="149253" custLinFactX="100000" custLinFactNeighborX="106277" custLinFactNeighborY="-40908">
        <dgm:presLayoutVars>
          <dgm:bulletEnabled val="1"/>
        </dgm:presLayoutVars>
      </dgm:prSet>
      <dgm:spPr/>
    </dgm:pt>
    <dgm:pt modelId="{AB364CC3-BD1C-2343-8FAA-B847232E1751}" type="pres">
      <dgm:prSet presAssocID="{8D28A095-60D6-5840-B1BD-DD169646C516}" presName="sibTrans" presStyleLbl="sibTrans2D1" presStyleIdx="3" presStyleCnt="4"/>
      <dgm:spPr/>
    </dgm:pt>
    <dgm:pt modelId="{616A773E-D957-D940-8869-3683996883D3}" type="pres">
      <dgm:prSet presAssocID="{E5758F16-200B-8C46-9979-5EA185A08597}" presName="lastNode" presStyleLbl="node1" presStyleIdx="4" presStyleCnt="5" custScaleX="128154" custScaleY="124980" custLinFactY="9823" custLinFactNeighborX="-5501" custLinFactNeighborY="100000">
        <dgm:presLayoutVars>
          <dgm:bulletEnabled val="1"/>
        </dgm:presLayoutVars>
      </dgm:prSet>
      <dgm:spPr/>
    </dgm:pt>
  </dgm:ptLst>
  <dgm:cxnLst>
    <dgm:cxn modelId="{46E7BD04-2A17-A04F-A0F1-8D97C2E923AF}" type="presOf" srcId="{14FEE2ED-6737-D645-B144-12B948D121E2}" destId="{72CF94A9-1291-2D4B-8301-2A9B97CC9E70}" srcOrd="0" destOrd="0" presId="urn:microsoft.com/office/officeart/2005/8/layout/bProcess2"/>
    <dgm:cxn modelId="{C7ED0F10-25CC-A74C-B0E7-64EEB7C85B7A}" srcId="{7B306831-501C-744A-B6BA-13FDC38DC6BD}" destId="{E5758F16-200B-8C46-9979-5EA185A08597}" srcOrd="4" destOrd="0" parTransId="{FC9CD6BF-7002-FD4D-BB16-E66F29D203DF}" sibTransId="{8528B720-7975-FE40-B9D7-69F5C4DACE23}"/>
    <dgm:cxn modelId="{F4D8DD19-9E48-3943-B3B5-DA4D22D47AB3}" type="presOf" srcId="{E5758F16-200B-8C46-9979-5EA185A08597}" destId="{616A773E-D957-D940-8869-3683996883D3}" srcOrd="0" destOrd="0" presId="urn:microsoft.com/office/officeart/2005/8/layout/bProcess2"/>
    <dgm:cxn modelId="{206C6138-315F-8E4B-9BB3-DFCD3C1A21C9}" type="presOf" srcId="{8642C2C7-2A6A-3B40-AAB5-1CE827E1F17C}" destId="{A52486F1-2831-9B4E-AD1E-6C41621B75B7}" srcOrd="0" destOrd="0" presId="urn:microsoft.com/office/officeart/2005/8/layout/bProcess2"/>
    <dgm:cxn modelId="{2F03B45C-E174-7144-B209-99B395CA21C0}" srcId="{1F8F7222-FE0E-C84F-9969-C2F850D79809}" destId="{C4FE0C56-2D9C-7D4B-AF84-9783DDFEE1F8}" srcOrd="1" destOrd="0" parTransId="{247D60A8-E8D6-D843-A856-689E43050E1E}" sibTransId="{D5F6E286-06DB-CE44-BA27-9A33E76199FB}"/>
    <dgm:cxn modelId="{F6EB105F-94AD-AD4A-9AE1-C47155AE688B}" srcId="{1F8F7222-FE0E-C84F-9969-C2F850D79809}" destId="{B6628E05-AD78-B241-BAEA-76208CDCCFF1}" srcOrd="0" destOrd="0" parTransId="{BC51572F-1363-BC4F-9C1A-E2BBB1F792CD}" sibTransId="{084486BD-8DC1-664C-A53A-2D36CA213EBA}"/>
    <dgm:cxn modelId="{9718E25F-2FF9-EB45-80DF-7EADE8E941C3}" type="presOf" srcId="{F6A2A980-E4D5-7547-B271-56165A9038C0}" destId="{BF638F53-A61B-834F-9CC5-23FC39614272}" srcOrd="0" destOrd="3" presId="urn:microsoft.com/office/officeart/2005/8/layout/bProcess2"/>
    <dgm:cxn modelId="{39036E63-EA4F-3D4F-A7DB-CA525E515FA4}" type="presOf" srcId="{8D28A095-60D6-5840-B1BD-DD169646C516}" destId="{AB364CC3-BD1C-2343-8FAA-B847232E1751}" srcOrd="0" destOrd="0" presId="urn:microsoft.com/office/officeart/2005/8/layout/bProcess2"/>
    <dgm:cxn modelId="{9E660364-1B78-4B4E-809A-0871214F753D}" srcId="{7B306831-501C-744A-B6BA-13FDC38DC6BD}" destId="{B8EE02E0-0D6A-0245-817E-3C9CF2387A63}" srcOrd="3" destOrd="0" parTransId="{554365E0-B322-7A48-A376-9C92EE4AE6AF}" sibTransId="{8D28A095-60D6-5840-B1BD-DD169646C516}"/>
    <dgm:cxn modelId="{41FD894C-F26D-9444-A37E-1FFECC68981D}" type="presOf" srcId="{B6628E05-AD78-B241-BAEA-76208CDCCFF1}" destId="{BF638F53-A61B-834F-9CC5-23FC39614272}" srcOrd="0" destOrd="1" presId="urn:microsoft.com/office/officeart/2005/8/layout/bProcess2"/>
    <dgm:cxn modelId="{FF929274-27F8-7946-8DC8-CBB8C75C5A61}" srcId="{7B306831-501C-744A-B6BA-13FDC38DC6BD}" destId="{436A6D52-8FFE-6A43-BDF5-404EF9EDF8D9}" srcOrd="2" destOrd="0" parTransId="{496AF032-5107-F845-8335-F34B97D2D9E8}" sibTransId="{14FEE2ED-6737-D645-B144-12B948D121E2}"/>
    <dgm:cxn modelId="{CE7DC99F-560E-CA4F-B583-76185422B081}" type="presOf" srcId="{C4FE0C56-2D9C-7D4B-AF84-9783DDFEE1F8}" destId="{BF638F53-A61B-834F-9CC5-23FC39614272}" srcOrd="0" destOrd="2" presId="urn:microsoft.com/office/officeart/2005/8/layout/bProcess2"/>
    <dgm:cxn modelId="{8A993FA8-D256-D744-8394-844855FBECE5}" type="presOf" srcId="{1F8F7222-FE0E-C84F-9969-C2F850D79809}" destId="{BF638F53-A61B-834F-9CC5-23FC39614272}" srcOrd="0" destOrd="0" presId="urn:microsoft.com/office/officeart/2005/8/layout/bProcess2"/>
    <dgm:cxn modelId="{079000B5-E540-6240-AFFE-FD45D9EBE7E0}" type="presOf" srcId="{3976C512-6D78-EF45-8BFD-85338934E327}" destId="{A34A0417-83FF-8944-9F5C-3CB704F64E66}" srcOrd="0" destOrd="0" presId="urn:microsoft.com/office/officeart/2005/8/layout/bProcess2"/>
    <dgm:cxn modelId="{2FCDF3C8-5B4D-484C-AC58-C2A11D5B0848}" type="presOf" srcId="{B8EE02E0-0D6A-0245-817E-3C9CF2387A63}" destId="{9728F9B3-AB01-474E-AE42-CBE7C9FF9B20}" srcOrd="0" destOrd="0" presId="urn:microsoft.com/office/officeart/2005/8/layout/bProcess2"/>
    <dgm:cxn modelId="{C4DC1BD5-CEB5-A648-85F7-7C4CFEFD4127}" srcId="{1F8F7222-FE0E-C84F-9969-C2F850D79809}" destId="{F6A2A980-E4D5-7547-B271-56165A9038C0}" srcOrd="2" destOrd="0" parTransId="{B9596831-EEF0-FC45-A0D5-97C1DDDFC03E}" sibTransId="{43D58E3C-2E78-A443-8E49-C03D599EB7D0}"/>
    <dgm:cxn modelId="{75639DD6-97B9-1F4A-9276-BD1A6AD7A3F1}" srcId="{7B306831-501C-744A-B6BA-13FDC38DC6BD}" destId="{3976C512-6D78-EF45-8BFD-85338934E327}" srcOrd="0" destOrd="0" parTransId="{123210EE-F413-1F40-BD4A-35483A90BFD2}" sibTransId="{8642C2C7-2A6A-3B40-AAB5-1CE827E1F17C}"/>
    <dgm:cxn modelId="{CD9CCCDC-77B5-C440-997E-28D0A3427FF5}" type="presOf" srcId="{7B306831-501C-744A-B6BA-13FDC38DC6BD}" destId="{2370BEC6-A7BC-2B45-8477-FD877521809F}" srcOrd="0" destOrd="0" presId="urn:microsoft.com/office/officeart/2005/8/layout/bProcess2"/>
    <dgm:cxn modelId="{21FFB7E0-426C-0147-9C5A-42C3D8ED9E3F}" type="presOf" srcId="{A637DB56-562A-1049-995C-CC4ABCD3F16C}" destId="{6A83B374-49AC-E341-B08A-D2D878A1B975}" srcOrd="0" destOrd="0" presId="urn:microsoft.com/office/officeart/2005/8/layout/bProcess2"/>
    <dgm:cxn modelId="{F3B3D3EC-146E-BA4D-9B65-73609B2E1E0B}" srcId="{7B306831-501C-744A-B6BA-13FDC38DC6BD}" destId="{1F8F7222-FE0E-C84F-9969-C2F850D79809}" srcOrd="1" destOrd="0" parTransId="{DF1B64D8-811B-7149-97F8-59FD693B852F}" sibTransId="{A637DB56-562A-1049-995C-CC4ABCD3F16C}"/>
    <dgm:cxn modelId="{953676F4-8CD8-8A40-B3BC-316BD2227FFE}" type="presOf" srcId="{436A6D52-8FFE-6A43-BDF5-404EF9EDF8D9}" destId="{CAF40426-F7A7-EF4D-ADFF-FB0FD8581A63}" srcOrd="0" destOrd="0" presId="urn:microsoft.com/office/officeart/2005/8/layout/bProcess2"/>
    <dgm:cxn modelId="{802ED4FC-6F5C-C44F-81FB-76B8B7242814}" type="presParOf" srcId="{2370BEC6-A7BC-2B45-8477-FD877521809F}" destId="{A34A0417-83FF-8944-9F5C-3CB704F64E66}" srcOrd="0" destOrd="0" presId="urn:microsoft.com/office/officeart/2005/8/layout/bProcess2"/>
    <dgm:cxn modelId="{C3EA4D12-6A57-2340-919C-E949F2FE1359}" type="presParOf" srcId="{2370BEC6-A7BC-2B45-8477-FD877521809F}" destId="{A52486F1-2831-9B4E-AD1E-6C41621B75B7}" srcOrd="1" destOrd="0" presId="urn:microsoft.com/office/officeart/2005/8/layout/bProcess2"/>
    <dgm:cxn modelId="{8C01936C-1D1E-B341-AC06-518F76FD05E5}" type="presParOf" srcId="{2370BEC6-A7BC-2B45-8477-FD877521809F}" destId="{78028F9B-A1E1-3844-87FA-C35D1074DD1C}" srcOrd="2" destOrd="0" presId="urn:microsoft.com/office/officeart/2005/8/layout/bProcess2"/>
    <dgm:cxn modelId="{4D53CA19-D7F4-E145-841B-34BF7B64883D}" type="presParOf" srcId="{78028F9B-A1E1-3844-87FA-C35D1074DD1C}" destId="{F4333786-CFF3-5945-A6A4-54871F365086}" srcOrd="0" destOrd="0" presId="urn:microsoft.com/office/officeart/2005/8/layout/bProcess2"/>
    <dgm:cxn modelId="{B9E774DE-574F-E14F-BCCB-6CFF0542EADC}" type="presParOf" srcId="{78028F9B-A1E1-3844-87FA-C35D1074DD1C}" destId="{BF638F53-A61B-834F-9CC5-23FC39614272}" srcOrd="1" destOrd="0" presId="urn:microsoft.com/office/officeart/2005/8/layout/bProcess2"/>
    <dgm:cxn modelId="{61423EB3-A2C8-F14C-8BA4-8658868C5B7F}" type="presParOf" srcId="{2370BEC6-A7BC-2B45-8477-FD877521809F}" destId="{6A83B374-49AC-E341-B08A-D2D878A1B975}" srcOrd="3" destOrd="0" presId="urn:microsoft.com/office/officeart/2005/8/layout/bProcess2"/>
    <dgm:cxn modelId="{2AB06977-F2BB-7849-B8E1-7C44C9E8E43E}" type="presParOf" srcId="{2370BEC6-A7BC-2B45-8477-FD877521809F}" destId="{2DF478EF-4A25-CA4F-BA29-064AC8AF25CE}" srcOrd="4" destOrd="0" presId="urn:microsoft.com/office/officeart/2005/8/layout/bProcess2"/>
    <dgm:cxn modelId="{6608BCDB-9D96-D74B-9A7F-588ACA58FE6B}" type="presParOf" srcId="{2DF478EF-4A25-CA4F-BA29-064AC8AF25CE}" destId="{E31722F9-B88D-A942-ADC4-0CBEAF6DD00F}" srcOrd="0" destOrd="0" presId="urn:microsoft.com/office/officeart/2005/8/layout/bProcess2"/>
    <dgm:cxn modelId="{0BF11D36-E58A-5645-8EB8-FEDFF9CF3295}" type="presParOf" srcId="{2DF478EF-4A25-CA4F-BA29-064AC8AF25CE}" destId="{CAF40426-F7A7-EF4D-ADFF-FB0FD8581A63}" srcOrd="1" destOrd="0" presId="urn:microsoft.com/office/officeart/2005/8/layout/bProcess2"/>
    <dgm:cxn modelId="{05CD82C7-7D54-3042-ADA1-2B1B26BCBD57}" type="presParOf" srcId="{2370BEC6-A7BC-2B45-8477-FD877521809F}" destId="{72CF94A9-1291-2D4B-8301-2A9B97CC9E70}" srcOrd="5" destOrd="0" presId="urn:microsoft.com/office/officeart/2005/8/layout/bProcess2"/>
    <dgm:cxn modelId="{D918CCE0-D95E-6946-ADDC-DF98E93BD840}" type="presParOf" srcId="{2370BEC6-A7BC-2B45-8477-FD877521809F}" destId="{9FE708FE-26F5-8747-A5DB-48EFEC8397AB}" srcOrd="6" destOrd="0" presId="urn:microsoft.com/office/officeart/2005/8/layout/bProcess2"/>
    <dgm:cxn modelId="{59C26012-7476-7943-9403-AF07500F71D8}" type="presParOf" srcId="{9FE708FE-26F5-8747-A5DB-48EFEC8397AB}" destId="{87B63B92-FB3F-5947-9FF5-99DDF24A2227}" srcOrd="0" destOrd="0" presId="urn:microsoft.com/office/officeart/2005/8/layout/bProcess2"/>
    <dgm:cxn modelId="{A586E3B6-BF4D-1F47-8B7A-6BECAF854A7E}" type="presParOf" srcId="{9FE708FE-26F5-8747-A5DB-48EFEC8397AB}" destId="{9728F9B3-AB01-474E-AE42-CBE7C9FF9B20}" srcOrd="1" destOrd="0" presId="urn:microsoft.com/office/officeart/2005/8/layout/bProcess2"/>
    <dgm:cxn modelId="{BA993113-32F1-104C-8B0E-81EC1D9BEE93}" type="presParOf" srcId="{2370BEC6-A7BC-2B45-8477-FD877521809F}" destId="{AB364CC3-BD1C-2343-8FAA-B847232E1751}" srcOrd="7" destOrd="0" presId="urn:microsoft.com/office/officeart/2005/8/layout/bProcess2"/>
    <dgm:cxn modelId="{82A7D0FB-F1BE-DA48-B611-126E1CBE7545}" type="presParOf" srcId="{2370BEC6-A7BC-2B45-8477-FD877521809F}" destId="{616A773E-D957-D940-8869-3683996883D3}" srcOrd="8" destOrd="0" presId="urn:microsoft.com/office/officeart/2005/8/layout/b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C7E9402-0446-BC4D-A14B-B9AD33CD8B99}"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23729E27-9D3B-6E46-AD60-D15B385883DC}">
      <dgm:prSet/>
      <dgm:spPr>
        <a:solidFill>
          <a:schemeClr val="accent3">
            <a:lumMod val="75000"/>
          </a:schemeClr>
        </a:solidFill>
      </dgm:spPr>
      <dgm:t>
        <a:bodyPr/>
        <a:lstStyle/>
        <a:p>
          <a:pPr rtl="0"/>
          <a:r>
            <a:rPr lang="en-US" b="0" dirty="0">
              <a:solidFill>
                <a:schemeClr val="accent6">
                  <a:lumMod val="20000"/>
                  <a:lumOff val="80000"/>
                </a:schemeClr>
              </a:solidFill>
              <a:latin typeface="Arial" panose="020B0604020202020204" pitchFamily="34" charset="0"/>
              <a:cs typeface="Arial" panose="020B0604020202020204" pitchFamily="34" charset="0"/>
            </a:rPr>
            <a:t>Provides the most accurate evaluation of an organization's IT system’s security risks</a:t>
          </a:r>
        </a:p>
      </dgm:t>
    </dgm:pt>
    <dgm:pt modelId="{19F2977E-58E0-1647-9186-9B5C80553FD0}" type="parTrans" cxnId="{FD659F98-3DBC-C242-9ADD-A0901CDD936D}">
      <dgm:prSet/>
      <dgm:spPr/>
      <dgm:t>
        <a:bodyPr/>
        <a:lstStyle/>
        <a:p>
          <a:endParaRPr lang="en-US" b="0">
            <a:latin typeface="Arial" panose="020B0604020202020204" pitchFamily="34" charset="0"/>
            <a:cs typeface="Arial" panose="020B0604020202020204" pitchFamily="34" charset="0"/>
          </a:endParaRPr>
        </a:p>
      </dgm:t>
    </dgm:pt>
    <dgm:pt modelId="{ABFF905E-7061-5042-B863-B01729F9BF02}" type="sibTrans" cxnId="{FD659F98-3DBC-C242-9ADD-A0901CDD936D}">
      <dgm:prSet/>
      <dgm:spPr>
        <a:solidFill>
          <a:schemeClr val="accent3">
            <a:lumMod val="50000"/>
            <a:alpha val="90000"/>
          </a:schemeClr>
        </a:solidFill>
      </dgm:spPr>
      <dgm:t>
        <a:bodyPr/>
        <a:lstStyle/>
        <a:p>
          <a:endParaRPr lang="en-US" b="0">
            <a:latin typeface="Arial" panose="020B0604020202020204" pitchFamily="34" charset="0"/>
            <a:cs typeface="Arial" panose="020B0604020202020204" pitchFamily="34" charset="0"/>
          </a:endParaRPr>
        </a:p>
      </dgm:t>
    </dgm:pt>
    <dgm:pt modelId="{57F6A6C4-1152-0D44-AFD7-392E2047E2DA}">
      <dgm:prSet/>
      <dgm:spPr>
        <a:solidFill>
          <a:schemeClr val="accent5">
            <a:lumMod val="75000"/>
          </a:schemeClr>
        </a:solidFill>
      </dgm:spPr>
      <dgm:t>
        <a:bodyPr/>
        <a:lstStyle/>
        <a:p>
          <a:pPr rtl="0"/>
          <a:r>
            <a:rPr lang="en-US" b="0" dirty="0">
              <a:solidFill>
                <a:schemeClr val="accent6">
                  <a:lumMod val="20000"/>
                  <a:lumOff val="80000"/>
                </a:schemeClr>
              </a:solidFill>
              <a:latin typeface="Arial" panose="020B0604020202020204" pitchFamily="34" charset="0"/>
              <a:cs typeface="Arial" panose="020B0604020202020204" pitchFamily="34" charset="0"/>
            </a:rPr>
            <a:t>Highest cost</a:t>
          </a:r>
        </a:p>
      </dgm:t>
    </dgm:pt>
    <dgm:pt modelId="{246C490F-21A3-B647-9642-9038E1012808}" type="parTrans" cxnId="{607CA7B4-1327-F346-AA96-E4CDBCEAF43B}">
      <dgm:prSet/>
      <dgm:spPr/>
      <dgm:t>
        <a:bodyPr/>
        <a:lstStyle/>
        <a:p>
          <a:endParaRPr lang="en-US" b="0">
            <a:latin typeface="Arial" panose="020B0604020202020204" pitchFamily="34" charset="0"/>
            <a:cs typeface="Arial" panose="020B0604020202020204" pitchFamily="34" charset="0"/>
          </a:endParaRPr>
        </a:p>
      </dgm:t>
    </dgm:pt>
    <dgm:pt modelId="{7A2295EA-1F5C-6946-9478-3774BEDAA72E}" type="sibTrans" cxnId="{607CA7B4-1327-F346-AA96-E4CDBCEAF43B}">
      <dgm:prSet/>
      <dgm:spPr>
        <a:solidFill>
          <a:schemeClr val="accent5">
            <a:lumMod val="50000"/>
            <a:alpha val="90000"/>
          </a:schemeClr>
        </a:solidFill>
      </dgm:spPr>
      <dgm:t>
        <a:bodyPr/>
        <a:lstStyle/>
        <a:p>
          <a:endParaRPr lang="en-US" b="0">
            <a:latin typeface="Arial" panose="020B0604020202020204" pitchFamily="34" charset="0"/>
            <a:cs typeface="Arial" panose="020B0604020202020204" pitchFamily="34" charset="0"/>
          </a:endParaRPr>
        </a:p>
      </dgm:t>
    </dgm:pt>
    <dgm:pt modelId="{06174CFE-073F-504E-8378-EFAF6E7171AD}">
      <dgm:prSet/>
      <dgm:spPr>
        <a:solidFill>
          <a:schemeClr val="accent3">
            <a:lumMod val="75000"/>
          </a:schemeClr>
        </a:solidFill>
      </dgm:spPr>
      <dgm:t>
        <a:bodyPr/>
        <a:lstStyle/>
        <a:p>
          <a:pPr rtl="0"/>
          <a:r>
            <a:rPr lang="en-US" b="0" dirty="0">
              <a:solidFill>
                <a:schemeClr val="accent6">
                  <a:lumMod val="20000"/>
                  <a:lumOff val="80000"/>
                </a:schemeClr>
              </a:solidFill>
              <a:latin typeface="Arial" panose="020B0604020202020204" pitchFamily="34" charset="0"/>
              <a:cs typeface="Arial" panose="020B0604020202020204" pitchFamily="34" charset="0"/>
            </a:rPr>
            <a:t>Initially focused on addressing defense security concerns</a:t>
          </a:r>
        </a:p>
      </dgm:t>
    </dgm:pt>
    <dgm:pt modelId="{018F4850-1C91-784D-90CE-5B569BDA63B8}" type="parTrans" cxnId="{89CE9C4F-A0D8-A448-8C70-7E80BC1CA88C}">
      <dgm:prSet/>
      <dgm:spPr/>
      <dgm:t>
        <a:bodyPr/>
        <a:lstStyle/>
        <a:p>
          <a:endParaRPr lang="en-US" b="0">
            <a:latin typeface="Arial" panose="020B0604020202020204" pitchFamily="34" charset="0"/>
            <a:cs typeface="Arial" panose="020B0604020202020204" pitchFamily="34" charset="0"/>
          </a:endParaRPr>
        </a:p>
      </dgm:t>
    </dgm:pt>
    <dgm:pt modelId="{717A9F4F-3794-2E4A-AE51-ADFEE4F59C5F}" type="sibTrans" cxnId="{89CE9C4F-A0D8-A448-8C70-7E80BC1CA88C}">
      <dgm:prSet/>
      <dgm:spPr>
        <a:solidFill>
          <a:schemeClr val="accent3">
            <a:lumMod val="50000"/>
            <a:alpha val="90000"/>
          </a:schemeClr>
        </a:solidFill>
      </dgm:spPr>
      <dgm:t>
        <a:bodyPr/>
        <a:lstStyle/>
        <a:p>
          <a:endParaRPr lang="en-US" b="0">
            <a:latin typeface="Arial" panose="020B0604020202020204" pitchFamily="34" charset="0"/>
            <a:cs typeface="Arial" panose="020B0604020202020204" pitchFamily="34" charset="0"/>
          </a:endParaRPr>
        </a:p>
      </dgm:t>
    </dgm:pt>
    <dgm:pt modelId="{469FAC4E-0108-DC45-845C-D5724FE1E7D0}">
      <dgm:prSet/>
      <dgm:spPr>
        <a:solidFill>
          <a:schemeClr val="accent5">
            <a:lumMod val="75000"/>
          </a:schemeClr>
        </a:solidFill>
      </dgm:spPr>
      <dgm:t>
        <a:bodyPr/>
        <a:lstStyle/>
        <a:p>
          <a:pPr rtl="0"/>
          <a:r>
            <a:rPr lang="en-US" b="0" dirty="0">
              <a:solidFill>
                <a:schemeClr val="accent6">
                  <a:lumMod val="20000"/>
                  <a:lumOff val="80000"/>
                </a:schemeClr>
              </a:solidFill>
              <a:latin typeface="Arial" panose="020B0604020202020204" pitchFamily="34" charset="0"/>
              <a:cs typeface="Arial" panose="020B0604020202020204" pitchFamily="34" charset="0"/>
            </a:rPr>
            <a:t>Often mandated by government organizations and associated businesses</a:t>
          </a:r>
        </a:p>
      </dgm:t>
    </dgm:pt>
    <dgm:pt modelId="{E8235DE6-15DD-2C45-9E7D-F687EF73CD0A}" type="parTrans" cxnId="{1628DF23-5B1C-AA49-8C0B-76EFCB67442F}">
      <dgm:prSet/>
      <dgm:spPr/>
      <dgm:t>
        <a:bodyPr/>
        <a:lstStyle/>
        <a:p>
          <a:endParaRPr lang="en-US" b="0">
            <a:latin typeface="Arial" panose="020B0604020202020204" pitchFamily="34" charset="0"/>
            <a:cs typeface="Arial" panose="020B0604020202020204" pitchFamily="34" charset="0"/>
          </a:endParaRPr>
        </a:p>
      </dgm:t>
    </dgm:pt>
    <dgm:pt modelId="{13EBA5FA-C04C-B34E-A310-4FFCD6718EBE}" type="sibTrans" cxnId="{1628DF23-5B1C-AA49-8C0B-76EFCB67442F}">
      <dgm:prSet/>
      <dgm:spPr/>
      <dgm:t>
        <a:bodyPr/>
        <a:lstStyle/>
        <a:p>
          <a:endParaRPr lang="en-US" b="0">
            <a:latin typeface="Arial" panose="020B0604020202020204" pitchFamily="34" charset="0"/>
            <a:cs typeface="Arial" panose="020B0604020202020204" pitchFamily="34" charset="0"/>
          </a:endParaRPr>
        </a:p>
      </dgm:t>
    </dgm:pt>
    <dgm:pt modelId="{679D6EA4-9F73-5C46-81E0-D3BB6F860423}" type="pres">
      <dgm:prSet presAssocID="{AC7E9402-0446-BC4D-A14B-B9AD33CD8B99}" presName="outerComposite" presStyleCnt="0">
        <dgm:presLayoutVars>
          <dgm:chMax val="5"/>
          <dgm:dir/>
          <dgm:resizeHandles val="exact"/>
        </dgm:presLayoutVars>
      </dgm:prSet>
      <dgm:spPr/>
    </dgm:pt>
    <dgm:pt modelId="{56BB58CD-DD9E-464A-930A-1985F6DD8EC7}" type="pres">
      <dgm:prSet presAssocID="{AC7E9402-0446-BC4D-A14B-B9AD33CD8B99}" presName="dummyMaxCanvas" presStyleCnt="0">
        <dgm:presLayoutVars/>
      </dgm:prSet>
      <dgm:spPr/>
    </dgm:pt>
    <dgm:pt modelId="{34539C1B-D207-6D41-9E63-B1D3A25BCE5B}" type="pres">
      <dgm:prSet presAssocID="{AC7E9402-0446-BC4D-A14B-B9AD33CD8B99}" presName="FourNodes_1" presStyleLbl="node1" presStyleIdx="0" presStyleCnt="4">
        <dgm:presLayoutVars>
          <dgm:bulletEnabled val="1"/>
        </dgm:presLayoutVars>
      </dgm:prSet>
      <dgm:spPr/>
    </dgm:pt>
    <dgm:pt modelId="{63A3998D-6FE7-E24C-8B4A-A96ACBF9E37C}" type="pres">
      <dgm:prSet presAssocID="{AC7E9402-0446-BC4D-A14B-B9AD33CD8B99}" presName="FourNodes_2" presStyleLbl="node1" presStyleIdx="1" presStyleCnt="4">
        <dgm:presLayoutVars>
          <dgm:bulletEnabled val="1"/>
        </dgm:presLayoutVars>
      </dgm:prSet>
      <dgm:spPr/>
    </dgm:pt>
    <dgm:pt modelId="{CB33949F-13F7-0F47-A426-A50EA9949A16}" type="pres">
      <dgm:prSet presAssocID="{AC7E9402-0446-BC4D-A14B-B9AD33CD8B99}" presName="FourNodes_3" presStyleLbl="node1" presStyleIdx="2" presStyleCnt="4">
        <dgm:presLayoutVars>
          <dgm:bulletEnabled val="1"/>
        </dgm:presLayoutVars>
      </dgm:prSet>
      <dgm:spPr/>
    </dgm:pt>
    <dgm:pt modelId="{FED0590C-947A-C448-91A7-379866A4B7AE}" type="pres">
      <dgm:prSet presAssocID="{AC7E9402-0446-BC4D-A14B-B9AD33CD8B99}" presName="FourNodes_4" presStyleLbl="node1" presStyleIdx="3" presStyleCnt="4">
        <dgm:presLayoutVars>
          <dgm:bulletEnabled val="1"/>
        </dgm:presLayoutVars>
      </dgm:prSet>
      <dgm:spPr/>
    </dgm:pt>
    <dgm:pt modelId="{8CD4D033-1A1A-5443-9A5D-FD849767E8AB}" type="pres">
      <dgm:prSet presAssocID="{AC7E9402-0446-BC4D-A14B-B9AD33CD8B99}" presName="FourConn_1-2" presStyleLbl="fgAccFollowNode1" presStyleIdx="0" presStyleCnt="3">
        <dgm:presLayoutVars>
          <dgm:bulletEnabled val="1"/>
        </dgm:presLayoutVars>
      </dgm:prSet>
      <dgm:spPr/>
    </dgm:pt>
    <dgm:pt modelId="{8A79505C-7920-834B-868D-EF863817A317}" type="pres">
      <dgm:prSet presAssocID="{AC7E9402-0446-BC4D-A14B-B9AD33CD8B99}" presName="FourConn_2-3" presStyleLbl="fgAccFollowNode1" presStyleIdx="1" presStyleCnt="3">
        <dgm:presLayoutVars>
          <dgm:bulletEnabled val="1"/>
        </dgm:presLayoutVars>
      </dgm:prSet>
      <dgm:spPr/>
    </dgm:pt>
    <dgm:pt modelId="{8348CDD8-1994-4B42-B858-DD43A4D8BB99}" type="pres">
      <dgm:prSet presAssocID="{AC7E9402-0446-BC4D-A14B-B9AD33CD8B99}" presName="FourConn_3-4" presStyleLbl="fgAccFollowNode1" presStyleIdx="2" presStyleCnt="3">
        <dgm:presLayoutVars>
          <dgm:bulletEnabled val="1"/>
        </dgm:presLayoutVars>
      </dgm:prSet>
      <dgm:spPr/>
    </dgm:pt>
    <dgm:pt modelId="{A0229B20-E61B-DC42-850D-51BF8D848669}" type="pres">
      <dgm:prSet presAssocID="{AC7E9402-0446-BC4D-A14B-B9AD33CD8B99}" presName="FourNodes_1_text" presStyleLbl="node1" presStyleIdx="3" presStyleCnt="4">
        <dgm:presLayoutVars>
          <dgm:bulletEnabled val="1"/>
        </dgm:presLayoutVars>
      </dgm:prSet>
      <dgm:spPr/>
    </dgm:pt>
    <dgm:pt modelId="{75D33487-A03D-014F-B8D3-676B5024C5EA}" type="pres">
      <dgm:prSet presAssocID="{AC7E9402-0446-BC4D-A14B-B9AD33CD8B99}" presName="FourNodes_2_text" presStyleLbl="node1" presStyleIdx="3" presStyleCnt="4">
        <dgm:presLayoutVars>
          <dgm:bulletEnabled val="1"/>
        </dgm:presLayoutVars>
      </dgm:prSet>
      <dgm:spPr/>
    </dgm:pt>
    <dgm:pt modelId="{56328022-A1EC-5346-94FB-962FAD3BAAA7}" type="pres">
      <dgm:prSet presAssocID="{AC7E9402-0446-BC4D-A14B-B9AD33CD8B99}" presName="FourNodes_3_text" presStyleLbl="node1" presStyleIdx="3" presStyleCnt="4">
        <dgm:presLayoutVars>
          <dgm:bulletEnabled val="1"/>
        </dgm:presLayoutVars>
      </dgm:prSet>
      <dgm:spPr/>
    </dgm:pt>
    <dgm:pt modelId="{79D24215-5470-5A4F-8238-47338A863178}" type="pres">
      <dgm:prSet presAssocID="{AC7E9402-0446-BC4D-A14B-B9AD33CD8B99}" presName="FourNodes_4_text" presStyleLbl="node1" presStyleIdx="3" presStyleCnt="4">
        <dgm:presLayoutVars>
          <dgm:bulletEnabled val="1"/>
        </dgm:presLayoutVars>
      </dgm:prSet>
      <dgm:spPr/>
    </dgm:pt>
  </dgm:ptLst>
  <dgm:cxnLst>
    <dgm:cxn modelId="{8122020C-7B2C-3248-8C04-88B092AA1ED5}" type="presOf" srcId="{06174CFE-073F-504E-8378-EFAF6E7171AD}" destId="{CB33949F-13F7-0F47-A426-A50EA9949A16}" srcOrd="0" destOrd="0" presId="urn:microsoft.com/office/officeart/2005/8/layout/vProcess5"/>
    <dgm:cxn modelId="{1628DF23-5B1C-AA49-8C0B-76EFCB67442F}" srcId="{AC7E9402-0446-BC4D-A14B-B9AD33CD8B99}" destId="{469FAC4E-0108-DC45-845C-D5724FE1E7D0}" srcOrd="3" destOrd="0" parTransId="{E8235DE6-15DD-2C45-9E7D-F687EF73CD0A}" sibTransId="{13EBA5FA-C04C-B34E-A310-4FFCD6718EBE}"/>
    <dgm:cxn modelId="{F2F7DC2A-3EE9-F94F-9419-609DA999F095}" type="presOf" srcId="{ABFF905E-7061-5042-B863-B01729F9BF02}" destId="{8CD4D033-1A1A-5443-9A5D-FD849767E8AB}" srcOrd="0" destOrd="0" presId="urn:microsoft.com/office/officeart/2005/8/layout/vProcess5"/>
    <dgm:cxn modelId="{A1BB4346-C7D7-F74F-B280-EC2DF6F213AE}" type="presOf" srcId="{57F6A6C4-1152-0D44-AFD7-392E2047E2DA}" destId="{75D33487-A03D-014F-B8D3-676B5024C5EA}" srcOrd="1" destOrd="0" presId="urn:microsoft.com/office/officeart/2005/8/layout/vProcess5"/>
    <dgm:cxn modelId="{19C09C4A-0A57-174A-8541-94CEDBB895E5}" type="presOf" srcId="{23729E27-9D3B-6E46-AD60-D15B385883DC}" destId="{34539C1B-D207-6D41-9E63-B1D3A25BCE5B}" srcOrd="0" destOrd="0" presId="urn:microsoft.com/office/officeart/2005/8/layout/vProcess5"/>
    <dgm:cxn modelId="{89CE9C4F-A0D8-A448-8C70-7E80BC1CA88C}" srcId="{AC7E9402-0446-BC4D-A14B-B9AD33CD8B99}" destId="{06174CFE-073F-504E-8378-EFAF6E7171AD}" srcOrd="2" destOrd="0" parTransId="{018F4850-1C91-784D-90CE-5B569BDA63B8}" sibTransId="{717A9F4F-3794-2E4A-AE51-ADFEE4F59C5F}"/>
    <dgm:cxn modelId="{EE95D177-8358-5246-84DA-0233B1B7E6B0}" type="presOf" srcId="{57F6A6C4-1152-0D44-AFD7-392E2047E2DA}" destId="{63A3998D-6FE7-E24C-8B4A-A96ACBF9E37C}" srcOrd="0" destOrd="0" presId="urn:microsoft.com/office/officeart/2005/8/layout/vProcess5"/>
    <dgm:cxn modelId="{DC6BC38E-6D50-CB49-8FC8-F5A09326B000}" type="presOf" srcId="{06174CFE-073F-504E-8378-EFAF6E7171AD}" destId="{56328022-A1EC-5346-94FB-962FAD3BAAA7}" srcOrd="1" destOrd="0" presId="urn:microsoft.com/office/officeart/2005/8/layout/vProcess5"/>
    <dgm:cxn modelId="{7DC7EB95-F9CA-9A41-9C8A-72CC499D210A}" type="presOf" srcId="{469FAC4E-0108-DC45-845C-D5724FE1E7D0}" destId="{79D24215-5470-5A4F-8238-47338A863178}" srcOrd="1" destOrd="0" presId="urn:microsoft.com/office/officeart/2005/8/layout/vProcess5"/>
    <dgm:cxn modelId="{FD659F98-3DBC-C242-9ADD-A0901CDD936D}" srcId="{AC7E9402-0446-BC4D-A14B-B9AD33CD8B99}" destId="{23729E27-9D3B-6E46-AD60-D15B385883DC}" srcOrd="0" destOrd="0" parTransId="{19F2977E-58E0-1647-9186-9B5C80553FD0}" sibTransId="{ABFF905E-7061-5042-B863-B01729F9BF02}"/>
    <dgm:cxn modelId="{5A7095AF-EDAD-2743-B293-13E05D6E8950}" type="presOf" srcId="{AC7E9402-0446-BC4D-A14B-B9AD33CD8B99}" destId="{679D6EA4-9F73-5C46-81E0-D3BB6F860423}" srcOrd="0" destOrd="0" presId="urn:microsoft.com/office/officeart/2005/8/layout/vProcess5"/>
    <dgm:cxn modelId="{607CA7B4-1327-F346-AA96-E4CDBCEAF43B}" srcId="{AC7E9402-0446-BC4D-A14B-B9AD33CD8B99}" destId="{57F6A6C4-1152-0D44-AFD7-392E2047E2DA}" srcOrd="1" destOrd="0" parTransId="{246C490F-21A3-B647-9642-9038E1012808}" sibTransId="{7A2295EA-1F5C-6946-9478-3774BEDAA72E}"/>
    <dgm:cxn modelId="{ABC7B4B8-3B37-3C45-9D27-BEEC6F41DAA9}" type="presOf" srcId="{469FAC4E-0108-DC45-845C-D5724FE1E7D0}" destId="{FED0590C-947A-C448-91A7-379866A4B7AE}" srcOrd="0" destOrd="0" presId="urn:microsoft.com/office/officeart/2005/8/layout/vProcess5"/>
    <dgm:cxn modelId="{ACF127BB-E5D7-9349-863C-9614AADEA5A6}" type="presOf" srcId="{717A9F4F-3794-2E4A-AE51-ADFEE4F59C5F}" destId="{8348CDD8-1994-4B42-B858-DD43A4D8BB99}" srcOrd="0" destOrd="0" presId="urn:microsoft.com/office/officeart/2005/8/layout/vProcess5"/>
    <dgm:cxn modelId="{23A28EBF-8D1B-E34B-A18B-FD9F84ED5FCC}" type="presOf" srcId="{7A2295EA-1F5C-6946-9478-3774BEDAA72E}" destId="{8A79505C-7920-834B-868D-EF863817A317}" srcOrd="0" destOrd="0" presId="urn:microsoft.com/office/officeart/2005/8/layout/vProcess5"/>
    <dgm:cxn modelId="{07E465FC-06E7-C94E-B9CF-AFC544C558EA}" type="presOf" srcId="{23729E27-9D3B-6E46-AD60-D15B385883DC}" destId="{A0229B20-E61B-DC42-850D-51BF8D848669}" srcOrd="1" destOrd="0" presId="urn:microsoft.com/office/officeart/2005/8/layout/vProcess5"/>
    <dgm:cxn modelId="{54639D5C-5B82-7B44-9C83-50C60CEFA9C6}" type="presParOf" srcId="{679D6EA4-9F73-5C46-81E0-D3BB6F860423}" destId="{56BB58CD-DD9E-464A-930A-1985F6DD8EC7}" srcOrd="0" destOrd="0" presId="urn:microsoft.com/office/officeart/2005/8/layout/vProcess5"/>
    <dgm:cxn modelId="{65FB9E7B-CF0B-A64C-A07D-4F6F9085D973}" type="presParOf" srcId="{679D6EA4-9F73-5C46-81E0-D3BB6F860423}" destId="{34539C1B-D207-6D41-9E63-B1D3A25BCE5B}" srcOrd="1" destOrd="0" presId="urn:microsoft.com/office/officeart/2005/8/layout/vProcess5"/>
    <dgm:cxn modelId="{D74A9FDB-1F3F-BD44-94E6-3D77A30C9283}" type="presParOf" srcId="{679D6EA4-9F73-5C46-81E0-D3BB6F860423}" destId="{63A3998D-6FE7-E24C-8B4A-A96ACBF9E37C}" srcOrd="2" destOrd="0" presId="urn:microsoft.com/office/officeart/2005/8/layout/vProcess5"/>
    <dgm:cxn modelId="{41F259FC-7485-3242-BD31-8CB6308039A4}" type="presParOf" srcId="{679D6EA4-9F73-5C46-81E0-D3BB6F860423}" destId="{CB33949F-13F7-0F47-A426-A50EA9949A16}" srcOrd="3" destOrd="0" presId="urn:microsoft.com/office/officeart/2005/8/layout/vProcess5"/>
    <dgm:cxn modelId="{A68E9719-EECE-F34A-8E23-03BE11BC3978}" type="presParOf" srcId="{679D6EA4-9F73-5C46-81E0-D3BB6F860423}" destId="{FED0590C-947A-C448-91A7-379866A4B7AE}" srcOrd="4" destOrd="0" presId="urn:microsoft.com/office/officeart/2005/8/layout/vProcess5"/>
    <dgm:cxn modelId="{BB347A74-2738-B347-AF9B-EE41D5B8CD8E}" type="presParOf" srcId="{679D6EA4-9F73-5C46-81E0-D3BB6F860423}" destId="{8CD4D033-1A1A-5443-9A5D-FD849767E8AB}" srcOrd="5" destOrd="0" presId="urn:microsoft.com/office/officeart/2005/8/layout/vProcess5"/>
    <dgm:cxn modelId="{F982E34F-61A5-044A-A6DA-313BABF240CE}" type="presParOf" srcId="{679D6EA4-9F73-5C46-81E0-D3BB6F860423}" destId="{8A79505C-7920-834B-868D-EF863817A317}" srcOrd="6" destOrd="0" presId="urn:microsoft.com/office/officeart/2005/8/layout/vProcess5"/>
    <dgm:cxn modelId="{354DAD70-8498-7346-965B-1DF59E501A8F}" type="presParOf" srcId="{679D6EA4-9F73-5C46-81E0-D3BB6F860423}" destId="{8348CDD8-1994-4B42-B858-DD43A4D8BB99}" srcOrd="7" destOrd="0" presId="urn:microsoft.com/office/officeart/2005/8/layout/vProcess5"/>
    <dgm:cxn modelId="{1B51E6D3-4405-8043-BECC-300F1C549647}" type="presParOf" srcId="{679D6EA4-9F73-5C46-81E0-D3BB6F860423}" destId="{A0229B20-E61B-DC42-850D-51BF8D848669}" srcOrd="8" destOrd="0" presId="urn:microsoft.com/office/officeart/2005/8/layout/vProcess5"/>
    <dgm:cxn modelId="{675863BF-DEE0-9D4D-A087-B490472B0893}" type="presParOf" srcId="{679D6EA4-9F73-5C46-81E0-D3BB6F860423}" destId="{75D33487-A03D-014F-B8D3-676B5024C5EA}" srcOrd="9" destOrd="0" presId="urn:microsoft.com/office/officeart/2005/8/layout/vProcess5"/>
    <dgm:cxn modelId="{FE055830-1E82-C146-A073-81FED695A1E4}" type="presParOf" srcId="{679D6EA4-9F73-5C46-81E0-D3BB6F860423}" destId="{56328022-A1EC-5346-94FB-962FAD3BAAA7}" srcOrd="10" destOrd="0" presId="urn:microsoft.com/office/officeart/2005/8/layout/vProcess5"/>
    <dgm:cxn modelId="{75F3807A-F327-D045-82B1-15A85FA9B767}" type="presParOf" srcId="{679D6EA4-9F73-5C46-81E0-D3BB6F860423}" destId="{79D24215-5470-5A4F-8238-47338A863178}"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83FAB04-7DCE-6D40-9007-F76C4D767083}" type="doc">
      <dgm:prSet loTypeId="urn:microsoft.com/office/officeart/2005/8/layout/radial3" loCatId="relationship" qsTypeId="urn:microsoft.com/office/officeart/2005/8/quickstyle/simple4" qsCatId="simple" csTypeId="urn:microsoft.com/office/officeart/2005/8/colors/accent1_2" csCatId="accent1" phldr="1"/>
      <dgm:spPr/>
    </dgm:pt>
    <dgm:pt modelId="{AABF8E15-3D1F-6448-BDDA-47A45D6B6B05}">
      <dgm:prSet custT="1"/>
      <dgm:spPr>
        <a:solidFill>
          <a:schemeClr val="accent5">
            <a:lumMod val="75000"/>
          </a:schemeClr>
        </a:solidFill>
      </dgm:spPr>
      <dgm:t>
        <a:bodyPr/>
        <a:lstStyle/>
        <a:p>
          <a:endParaRPr lang="en-US" sz="18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endParaRPr>
        </a:p>
        <a:p>
          <a:r>
            <a:rPr lang="en-US" sz="18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Availability 		</a:t>
          </a:r>
        </a:p>
      </dgm:t>
    </dgm:pt>
    <dgm:pt modelId="{490841DF-9916-6D4B-B3D4-17CF48FF764F}" type="parTrans" cxnId="{4888D073-C20A-2C44-A94A-C219DCEFEC89}">
      <dgm:prSet/>
      <dgm:spPr/>
      <dgm:t>
        <a:bodyPr/>
        <a:lstStyle/>
        <a:p>
          <a:endParaRPr lang="en-US">
            <a:latin typeface="Arial" panose="020B0604020202020204" pitchFamily="34" charset="0"/>
            <a:cs typeface="Arial" panose="020B0604020202020204" pitchFamily="34" charset="0"/>
          </a:endParaRPr>
        </a:p>
      </dgm:t>
    </dgm:pt>
    <dgm:pt modelId="{3D4064D4-0A2D-5C4E-A06D-31A0119DB9F9}" type="sibTrans" cxnId="{4888D073-C20A-2C44-A94A-C219DCEFEC89}">
      <dgm:prSet/>
      <dgm:spPr/>
      <dgm:t>
        <a:bodyPr/>
        <a:lstStyle/>
        <a:p>
          <a:endParaRPr lang="en-US">
            <a:latin typeface="Arial" panose="020B0604020202020204" pitchFamily="34" charset="0"/>
            <a:cs typeface="Arial" panose="020B0604020202020204" pitchFamily="34" charset="0"/>
          </a:endParaRPr>
        </a:p>
      </dgm:t>
    </dgm:pt>
    <dgm:pt modelId="{3098420F-8C55-F047-A00D-D3A7D411239F}">
      <dgm:prSet custT="1"/>
      <dgm:spPr>
        <a:solidFill>
          <a:schemeClr val="accent5">
            <a:lumMod val="75000"/>
          </a:schemeClr>
        </a:solidFill>
      </dgm:spPr>
      <dgm:t>
        <a:bodyPr/>
        <a:lstStyle/>
        <a:p>
          <a:r>
            <a:rPr lang="en-US" sz="18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Authenticity</a:t>
          </a:r>
          <a:r>
            <a:rPr lang="en-US" sz="1800" dirty="0">
              <a:latin typeface="Arial" panose="020B0604020202020204" pitchFamily="34" charset="0"/>
              <a:cs typeface="Arial" panose="020B0604020202020204" pitchFamily="34" charset="0"/>
            </a:rPr>
            <a:t>	</a:t>
          </a:r>
        </a:p>
      </dgm:t>
    </dgm:pt>
    <dgm:pt modelId="{CF8300ED-994D-D046-BF28-DCEF1455FC32}" type="parTrans" cxnId="{A23A176E-B9B8-A44A-9629-589CDF41961C}">
      <dgm:prSet/>
      <dgm:spPr/>
      <dgm:t>
        <a:bodyPr/>
        <a:lstStyle/>
        <a:p>
          <a:endParaRPr lang="en-US">
            <a:latin typeface="Arial" panose="020B0604020202020204" pitchFamily="34" charset="0"/>
            <a:cs typeface="Arial" panose="020B0604020202020204" pitchFamily="34" charset="0"/>
          </a:endParaRPr>
        </a:p>
      </dgm:t>
    </dgm:pt>
    <dgm:pt modelId="{C58906CF-EF98-2442-8D7A-CF2127506BA9}" type="sibTrans" cxnId="{A23A176E-B9B8-A44A-9629-589CDF41961C}">
      <dgm:prSet/>
      <dgm:spPr/>
      <dgm:t>
        <a:bodyPr/>
        <a:lstStyle/>
        <a:p>
          <a:endParaRPr lang="en-US">
            <a:latin typeface="Arial" panose="020B0604020202020204" pitchFamily="34" charset="0"/>
            <a:cs typeface="Arial" panose="020B0604020202020204" pitchFamily="34" charset="0"/>
          </a:endParaRPr>
        </a:p>
      </dgm:t>
    </dgm:pt>
    <dgm:pt modelId="{C7D5F483-6846-6C42-B506-A356D0838A5F}">
      <dgm:prSet custT="1"/>
      <dgm:spPr>
        <a:solidFill>
          <a:schemeClr val="accent3">
            <a:lumMod val="75000"/>
          </a:schemeClr>
        </a:solidFill>
      </dgm:spPr>
      <dgm:t>
        <a:bodyPr/>
        <a:lstStyle/>
        <a:p>
          <a:r>
            <a:rPr lang="en-US" sz="18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Reliability</a:t>
          </a:r>
        </a:p>
      </dgm:t>
    </dgm:pt>
    <dgm:pt modelId="{8258C2DE-DB31-0448-9E49-9CE51EF0E09A}" type="parTrans" cxnId="{DA9D95F0-DD98-E541-9D09-71C12FE8FE09}">
      <dgm:prSet/>
      <dgm:spPr/>
      <dgm:t>
        <a:bodyPr/>
        <a:lstStyle/>
        <a:p>
          <a:endParaRPr lang="en-US">
            <a:latin typeface="Arial" panose="020B0604020202020204" pitchFamily="34" charset="0"/>
            <a:cs typeface="Arial" panose="020B0604020202020204" pitchFamily="34" charset="0"/>
          </a:endParaRPr>
        </a:p>
      </dgm:t>
    </dgm:pt>
    <dgm:pt modelId="{1C839258-945F-8542-875F-9F1AE7A16E5C}" type="sibTrans" cxnId="{DA9D95F0-DD98-E541-9D09-71C12FE8FE09}">
      <dgm:prSet/>
      <dgm:spPr/>
      <dgm:t>
        <a:bodyPr/>
        <a:lstStyle/>
        <a:p>
          <a:endParaRPr lang="en-US">
            <a:latin typeface="Arial" panose="020B0604020202020204" pitchFamily="34" charset="0"/>
            <a:cs typeface="Arial" panose="020B0604020202020204" pitchFamily="34" charset="0"/>
          </a:endParaRPr>
        </a:p>
      </dgm:t>
    </dgm:pt>
    <dgm:pt modelId="{89705E84-B57D-A642-9F68-AE8BC35110B8}">
      <dgm:prSet custT="1"/>
      <dgm:spPr>
        <a:solidFill>
          <a:schemeClr val="accent3">
            <a:lumMod val="75000"/>
          </a:schemeClr>
        </a:solidFill>
      </dgm:spPr>
      <dgm:t>
        <a:bodyPr/>
        <a:lstStyle/>
        <a:p>
          <a:r>
            <a:rPr lang="en-US" sz="18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Accountability</a:t>
          </a:r>
        </a:p>
      </dgm:t>
    </dgm:pt>
    <dgm:pt modelId="{E4C9357D-B9A2-9F48-83D7-765A7B3ED3A7}" type="parTrans" cxnId="{09280DF7-F109-4B4F-962E-2B46872B46D1}">
      <dgm:prSet/>
      <dgm:spPr/>
      <dgm:t>
        <a:bodyPr/>
        <a:lstStyle/>
        <a:p>
          <a:endParaRPr lang="en-US">
            <a:latin typeface="Arial" panose="020B0604020202020204" pitchFamily="34" charset="0"/>
            <a:cs typeface="Arial" panose="020B0604020202020204" pitchFamily="34" charset="0"/>
          </a:endParaRPr>
        </a:p>
      </dgm:t>
    </dgm:pt>
    <dgm:pt modelId="{E154275D-9133-3640-83D7-21633CF4D059}" type="sibTrans" cxnId="{09280DF7-F109-4B4F-962E-2B46872B46D1}">
      <dgm:prSet/>
      <dgm:spPr/>
      <dgm:t>
        <a:bodyPr/>
        <a:lstStyle/>
        <a:p>
          <a:endParaRPr lang="en-US">
            <a:latin typeface="Arial" panose="020B0604020202020204" pitchFamily="34" charset="0"/>
            <a:cs typeface="Arial" panose="020B0604020202020204" pitchFamily="34" charset="0"/>
          </a:endParaRPr>
        </a:p>
      </dgm:t>
    </dgm:pt>
    <dgm:pt modelId="{353F953C-5BD2-B447-AEF7-593F3E4C0182}">
      <dgm:prSet phldrT="[Text]" custT="1"/>
      <dgm:spPr>
        <a:solidFill>
          <a:schemeClr val="accent3">
            <a:lumMod val="75000"/>
          </a:schemeClr>
        </a:solidFill>
      </dgm:spPr>
      <dgm:t>
        <a:bodyPr/>
        <a:lstStyle/>
        <a:p>
          <a:r>
            <a:rPr lang="en-US" sz="18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Integrity</a:t>
          </a:r>
        </a:p>
      </dgm:t>
    </dgm:pt>
    <dgm:pt modelId="{E5BCF604-D682-0343-8003-8071A7EBC144}" type="parTrans" cxnId="{6F1A535E-97D9-DC44-9F8A-9303A5D4A99E}">
      <dgm:prSet/>
      <dgm:spPr/>
      <dgm:t>
        <a:bodyPr/>
        <a:lstStyle/>
        <a:p>
          <a:endParaRPr lang="en-US">
            <a:latin typeface="Arial" panose="020B0604020202020204" pitchFamily="34" charset="0"/>
            <a:cs typeface="Arial" panose="020B0604020202020204" pitchFamily="34" charset="0"/>
          </a:endParaRPr>
        </a:p>
      </dgm:t>
    </dgm:pt>
    <dgm:pt modelId="{055ADFCB-086B-FC4A-9F59-4FB2C2D6175B}" type="sibTrans" cxnId="{6F1A535E-97D9-DC44-9F8A-9303A5D4A99E}">
      <dgm:prSet/>
      <dgm:spPr/>
      <dgm:t>
        <a:bodyPr/>
        <a:lstStyle/>
        <a:p>
          <a:endParaRPr lang="en-US">
            <a:latin typeface="Arial" panose="020B0604020202020204" pitchFamily="34" charset="0"/>
            <a:cs typeface="Arial" panose="020B0604020202020204" pitchFamily="34" charset="0"/>
          </a:endParaRPr>
        </a:p>
      </dgm:t>
    </dgm:pt>
    <dgm:pt modelId="{B6DA18D7-C698-A143-9BF3-D1B227E1377B}">
      <dgm:prSet phldrT="[Text]" custT="1"/>
      <dgm:spPr>
        <a:solidFill>
          <a:schemeClr val="bg1">
            <a:lumMod val="50000"/>
          </a:schemeClr>
        </a:solidFill>
      </dgm:spPr>
      <dgm:t>
        <a:bodyPr/>
        <a:lstStyle/>
        <a:p>
          <a:r>
            <a:rPr lang="en-US" sz="1800" b="0" i="0" dirty="0">
              <a:solidFill>
                <a:schemeClr val="bg1"/>
              </a:solidFill>
              <a:latin typeface="Arial" panose="020B0604020202020204" pitchFamily="34" charset="0"/>
              <a:cs typeface="Arial" panose="020B0604020202020204" pitchFamily="34" charset="0"/>
            </a:rPr>
            <a:t>Threat is Anything that might hinder or prevent an asset from providing appropriate levels of the key security services</a:t>
          </a:r>
        </a:p>
      </dgm:t>
    </dgm:pt>
    <dgm:pt modelId="{59878F38-67BC-3247-84AC-95CF8A2FB82D}" type="parTrans" cxnId="{CF5484DE-9BF0-F14F-B8A3-DFB1DD7A3C72}">
      <dgm:prSet/>
      <dgm:spPr/>
      <dgm:t>
        <a:bodyPr/>
        <a:lstStyle/>
        <a:p>
          <a:endParaRPr lang="en-US">
            <a:latin typeface="Arial" panose="020B0604020202020204" pitchFamily="34" charset="0"/>
            <a:cs typeface="Arial" panose="020B0604020202020204" pitchFamily="34" charset="0"/>
          </a:endParaRPr>
        </a:p>
      </dgm:t>
    </dgm:pt>
    <dgm:pt modelId="{1FE4B01C-BA76-D34C-A3CB-28F7F5ECBEF3}" type="sibTrans" cxnId="{CF5484DE-9BF0-F14F-B8A3-DFB1DD7A3C72}">
      <dgm:prSet/>
      <dgm:spPr/>
      <dgm:t>
        <a:bodyPr/>
        <a:lstStyle/>
        <a:p>
          <a:endParaRPr lang="en-US">
            <a:latin typeface="Arial" panose="020B0604020202020204" pitchFamily="34" charset="0"/>
            <a:cs typeface="Arial" panose="020B0604020202020204" pitchFamily="34" charset="0"/>
          </a:endParaRPr>
        </a:p>
      </dgm:t>
    </dgm:pt>
    <dgm:pt modelId="{B18DCDFD-AA46-1341-A7DF-6C00384D9B4A}">
      <dgm:prSet phldrT="[Text]" custT="1"/>
      <dgm:spPr>
        <a:solidFill>
          <a:schemeClr val="accent5">
            <a:lumMod val="75000"/>
          </a:schemeClr>
        </a:solidFill>
      </dgm:spPr>
      <dgm:t>
        <a:bodyPr/>
        <a:lstStyle/>
        <a:p>
          <a:r>
            <a:rPr lang="en-US" sz="18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Confidentiality</a:t>
          </a:r>
          <a:r>
            <a:rPr lang="en-US" sz="1800" dirty="0">
              <a:latin typeface="Arial" panose="020B0604020202020204" pitchFamily="34" charset="0"/>
              <a:cs typeface="Arial" panose="020B0604020202020204" pitchFamily="34" charset="0"/>
            </a:rPr>
            <a:t>	</a:t>
          </a:r>
        </a:p>
      </dgm:t>
    </dgm:pt>
    <dgm:pt modelId="{672E744D-4387-8240-A9FD-AF8AB14E2988}" type="parTrans" cxnId="{9D54D45B-19EE-EA4E-BCD7-C3054D0F116E}">
      <dgm:prSet/>
      <dgm:spPr/>
      <dgm:t>
        <a:bodyPr/>
        <a:lstStyle/>
        <a:p>
          <a:endParaRPr lang="en-US">
            <a:latin typeface="Arial" panose="020B0604020202020204" pitchFamily="34" charset="0"/>
            <a:cs typeface="Arial" panose="020B0604020202020204" pitchFamily="34" charset="0"/>
          </a:endParaRPr>
        </a:p>
      </dgm:t>
    </dgm:pt>
    <dgm:pt modelId="{EDB86CA8-8890-D84C-A44E-AF35309FD916}" type="sibTrans" cxnId="{9D54D45B-19EE-EA4E-BCD7-C3054D0F116E}">
      <dgm:prSet/>
      <dgm:spPr/>
      <dgm:t>
        <a:bodyPr/>
        <a:lstStyle/>
        <a:p>
          <a:endParaRPr lang="en-US">
            <a:latin typeface="Arial" panose="020B0604020202020204" pitchFamily="34" charset="0"/>
            <a:cs typeface="Arial" panose="020B0604020202020204" pitchFamily="34" charset="0"/>
          </a:endParaRPr>
        </a:p>
      </dgm:t>
    </dgm:pt>
    <dgm:pt modelId="{265B9492-FC5A-AC44-A440-3BA25E190671}" type="pres">
      <dgm:prSet presAssocID="{E83FAB04-7DCE-6D40-9007-F76C4D767083}" presName="composite" presStyleCnt="0">
        <dgm:presLayoutVars>
          <dgm:chMax val="1"/>
          <dgm:dir/>
          <dgm:resizeHandles val="exact"/>
        </dgm:presLayoutVars>
      </dgm:prSet>
      <dgm:spPr/>
    </dgm:pt>
    <dgm:pt modelId="{D45C2DD4-0AF9-A94D-979A-7A10243D7437}" type="pres">
      <dgm:prSet presAssocID="{E83FAB04-7DCE-6D40-9007-F76C4D767083}" presName="radial" presStyleCnt="0">
        <dgm:presLayoutVars>
          <dgm:animLvl val="ctr"/>
        </dgm:presLayoutVars>
      </dgm:prSet>
      <dgm:spPr/>
    </dgm:pt>
    <dgm:pt modelId="{2FDCED59-5831-8746-920B-E8FC2BE38DE0}" type="pres">
      <dgm:prSet presAssocID="{B6DA18D7-C698-A143-9BF3-D1B227E1377B}" presName="centerShape" presStyleLbl="vennNode1" presStyleIdx="0" presStyleCnt="7"/>
      <dgm:spPr/>
    </dgm:pt>
    <dgm:pt modelId="{4B08B501-66AB-4248-8253-D4694DE12555}" type="pres">
      <dgm:prSet presAssocID="{353F953C-5BD2-B447-AEF7-593F3E4C0182}" presName="node" presStyleLbl="vennNode1" presStyleIdx="1" presStyleCnt="7">
        <dgm:presLayoutVars>
          <dgm:bulletEnabled val="1"/>
        </dgm:presLayoutVars>
      </dgm:prSet>
      <dgm:spPr/>
    </dgm:pt>
    <dgm:pt modelId="{87CA51B6-BDF1-9B48-BA0C-54E26B9325A8}" type="pres">
      <dgm:prSet presAssocID="{AABF8E15-3D1F-6448-BDDA-47A45D6B6B05}" presName="node" presStyleLbl="vennNode1" presStyleIdx="2" presStyleCnt="7" custScaleX="121999" custScaleY="103060" custRadScaleRad="110978" custRadScaleInc="5370">
        <dgm:presLayoutVars>
          <dgm:bulletEnabled val="1"/>
        </dgm:presLayoutVars>
      </dgm:prSet>
      <dgm:spPr/>
    </dgm:pt>
    <dgm:pt modelId="{38841C6F-ECA0-5845-ADD8-06F94BDDFEDA}" type="pres">
      <dgm:prSet presAssocID="{89705E84-B57D-A642-9F68-AE8BC35110B8}" presName="node" presStyleLbl="vennNode1" presStyleIdx="3" presStyleCnt="7" custScaleX="178729" custScaleY="96202" custRadScaleRad="126197" custRadScaleInc="-14364">
        <dgm:presLayoutVars>
          <dgm:bulletEnabled val="1"/>
        </dgm:presLayoutVars>
      </dgm:prSet>
      <dgm:spPr/>
    </dgm:pt>
    <dgm:pt modelId="{9FEA7F70-2F74-A245-A233-EDF5E84805A7}" type="pres">
      <dgm:prSet presAssocID="{3098420F-8C55-F047-A00D-D3A7D411239F}" presName="node" presStyleLbl="vennNode1" presStyleIdx="4" presStyleCnt="7" custScaleX="147421">
        <dgm:presLayoutVars>
          <dgm:bulletEnabled val="1"/>
        </dgm:presLayoutVars>
      </dgm:prSet>
      <dgm:spPr/>
    </dgm:pt>
    <dgm:pt modelId="{800EDA8F-81A7-8C4E-897B-284FA51637AB}" type="pres">
      <dgm:prSet presAssocID="{C7D5F483-6846-6C42-B506-A356D0838A5F}" presName="node" presStyleLbl="vennNode1" presStyleIdx="5" presStyleCnt="7" custScaleX="118035" custRadScaleRad="105570" custRadScaleInc="5467">
        <dgm:presLayoutVars>
          <dgm:bulletEnabled val="1"/>
        </dgm:presLayoutVars>
      </dgm:prSet>
      <dgm:spPr/>
    </dgm:pt>
    <dgm:pt modelId="{86A2D228-B306-6A46-A7A2-164614DF38D3}" type="pres">
      <dgm:prSet presAssocID="{B18DCDFD-AA46-1341-A7DF-6C00384D9B4A}" presName="node" presStyleLbl="vennNode1" presStyleIdx="6" presStyleCnt="7" custScaleX="164487" custScaleY="108414" custRadScaleRad="127904" custRadScaleInc="-5190">
        <dgm:presLayoutVars>
          <dgm:bulletEnabled val="1"/>
        </dgm:presLayoutVars>
      </dgm:prSet>
      <dgm:spPr/>
    </dgm:pt>
  </dgm:ptLst>
  <dgm:cxnLst>
    <dgm:cxn modelId="{9D54D45B-19EE-EA4E-BCD7-C3054D0F116E}" srcId="{B6DA18D7-C698-A143-9BF3-D1B227E1377B}" destId="{B18DCDFD-AA46-1341-A7DF-6C00384D9B4A}" srcOrd="5" destOrd="0" parTransId="{672E744D-4387-8240-A9FD-AF8AB14E2988}" sibTransId="{EDB86CA8-8890-D84C-A44E-AF35309FD916}"/>
    <dgm:cxn modelId="{6F1A535E-97D9-DC44-9F8A-9303A5D4A99E}" srcId="{B6DA18D7-C698-A143-9BF3-D1B227E1377B}" destId="{353F953C-5BD2-B447-AEF7-593F3E4C0182}" srcOrd="0" destOrd="0" parTransId="{E5BCF604-D682-0343-8003-8071A7EBC144}" sibTransId="{055ADFCB-086B-FC4A-9F59-4FB2C2D6175B}"/>
    <dgm:cxn modelId="{A23A176E-B9B8-A44A-9629-589CDF41961C}" srcId="{B6DA18D7-C698-A143-9BF3-D1B227E1377B}" destId="{3098420F-8C55-F047-A00D-D3A7D411239F}" srcOrd="3" destOrd="0" parTransId="{CF8300ED-994D-D046-BF28-DCEF1455FC32}" sibTransId="{C58906CF-EF98-2442-8D7A-CF2127506BA9}"/>
    <dgm:cxn modelId="{D4397E51-E2F9-684A-A128-59FE198304D5}" type="presOf" srcId="{89705E84-B57D-A642-9F68-AE8BC35110B8}" destId="{38841C6F-ECA0-5845-ADD8-06F94BDDFEDA}" srcOrd="0" destOrd="0" presId="urn:microsoft.com/office/officeart/2005/8/layout/radial3"/>
    <dgm:cxn modelId="{4888D073-C20A-2C44-A94A-C219DCEFEC89}" srcId="{B6DA18D7-C698-A143-9BF3-D1B227E1377B}" destId="{AABF8E15-3D1F-6448-BDDA-47A45D6B6B05}" srcOrd="1" destOrd="0" parTransId="{490841DF-9916-6D4B-B3D4-17CF48FF764F}" sibTransId="{3D4064D4-0A2D-5C4E-A06D-31A0119DB9F9}"/>
    <dgm:cxn modelId="{168A6A54-650B-6147-9417-79FBCA237F0A}" type="presOf" srcId="{E83FAB04-7DCE-6D40-9007-F76C4D767083}" destId="{265B9492-FC5A-AC44-A440-3BA25E190671}" srcOrd="0" destOrd="0" presId="urn:microsoft.com/office/officeart/2005/8/layout/radial3"/>
    <dgm:cxn modelId="{E20B4D88-DB34-0C48-888A-9B411B64FC2F}" type="presOf" srcId="{353F953C-5BD2-B447-AEF7-593F3E4C0182}" destId="{4B08B501-66AB-4248-8253-D4694DE12555}" srcOrd="0" destOrd="0" presId="urn:microsoft.com/office/officeart/2005/8/layout/radial3"/>
    <dgm:cxn modelId="{34C9AF89-612F-C145-95E0-D49F229EC3D6}" type="presOf" srcId="{C7D5F483-6846-6C42-B506-A356D0838A5F}" destId="{800EDA8F-81A7-8C4E-897B-284FA51637AB}" srcOrd="0" destOrd="0" presId="urn:microsoft.com/office/officeart/2005/8/layout/radial3"/>
    <dgm:cxn modelId="{A2D0768F-44FF-B348-9166-70FBE2B27559}" type="presOf" srcId="{AABF8E15-3D1F-6448-BDDA-47A45D6B6B05}" destId="{87CA51B6-BDF1-9B48-BA0C-54E26B9325A8}" srcOrd="0" destOrd="0" presId="urn:microsoft.com/office/officeart/2005/8/layout/radial3"/>
    <dgm:cxn modelId="{9F8D6DCD-1C0F-094F-B22F-E0C87C856965}" type="presOf" srcId="{3098420F-8C55-F047-A00D-D3A7D411239F}" destId="{9FEA7F70-2F74-A245-A233-EDF5E84805A7}" srcOrd="0" destOrd="0" presId="urn:microsoft.com/office/officeart/2005/8/layout/radial3"/>
    <dgm:cxn modelId="{A3D1ECDA-EF29-964E-85C2-0F669247E6F9}" type="presOf" srcId="{B6DA18D7-C698-A143-9BF3-D1B227E1377B}" destId="{2FDCED59-5831-8746-920B-E8FC2BE38DE0}" srcOrd="0" destOrd="0" presId="urn:microsoft.com/office/officeart/2005/8/layout/radial3"/>
    <dgm:cxn modelId="{CF5484DE-9BF0-F14F-B8A3-DFB1DD7A3C72}" srcId="{E83FAB04-7DCE-6D40-9007-F76C4D767083}" destId="{B6DA18D7-C698-A143-9BF3-D1B227E1377B}" srcOrd="0" destOrd="0" parTransId="{59878F38-67BC-3247-84AC-95CF8A2FB82D}" sibTransId="{1FE4B01C-BA76-D34C-A3CB-28F7F5ECBEF3}"/>
    <dgm:cxn modelId="{DA9D95F0-DD98-E541-9D09-71C12FE8FE09}" srcId="{B6DA18D7-C698-A143-9BF3-D1B227E1377B}" destId="{C7D5F483-6846-6C42-B506-A356D0838A5F}" srcOrd="4" destOrd="0" parTransId="{8258C2DE-DB31-0448-9E49-9CE51EF0E09A}" sibTransId="{1C839258-945F-8542-875F-9F1AE7A16E5C}"/>
    <dgm:cxn modelId="{09280DF7-F109-4B4F-962E-2B46872B46D1}" srcId="{B6DA18D7-C698-A143-9BF3-D1B227E1377B}" destId="{89705E84-B57D-A642-9F68-AE8BC35110B8}" srcOrd="2" destOrd="0" parTransId="{E4C9357D-B9A2-9F48-83D7-765A7B3ED3A7}" sibTransId="{E154275D-9133-3640-83D7-21633CF4D059}"/>
    <dgm:cxn modelId="{B8E93AFC-C55B-FB46-9D40-6077E0E735B1}" type="presOf" srcId="{B18DCDFD-AA46-1341-A7DF-6C00384D9B4A}" destId="{86A2D228-B306-6A46-A7A2-164614DF38D3}" srcOrd="0" destOrd="0" presId="urn:microsoft.com/office/officeart/2005/8/layout/radial3"/>
    <dgm:cxn modelId="{E6EE5F6A-4969-E440-93CD-3112955AB51F}" type="presParOf" srcId="{265B9492-FC5A-AC44-A440-3BA25E190671}" destId="{D45C2DD4-0AF9-A94D-979A-7A10243D7437}" srcOrd="0" destOrd="0" presId="urn:microsoft.com/office/officeart/2005/8/layout/radial3"/>
    <dgm:cxn modelId="{0D640895-6781-F240-9D6C-63AAC0375350}" type="presParOf" srcId="{D45C2DD4-0AF9-A94D-979A-7A10243D7437}" destId="{2FDCED59-5831-8746-920B-E8FC2BE38DE0}" srcOrd="0" destOrd="0" presId="urn:microsoft.com/office/officeart/2005/8/layout/radial3"/>
    <dgm:cxn modelId="{B88369F3-2BA2-854B-BE74-A1EEBC99F79A}" type="presParOf" srcId="{D45C2DD4-0AF9-A94D-979A-7A10243D7437}" destId="{4B08B501-66AB-4248-8253-D4694DE12555}" srcOrd="1" destOrd="0" presId="urn:microsoft.com/office/officeart/2005/8/layout/radial3"/>
    <dgm:cxn modelId="{B5E9813E-312F-854F-8BE9-0EFC11716B44}" type="presParOf" srcId="{D45C2DD4-0AF9-A94D-979A-7A10243D7437}" destId="{87CA51B6-BDF1-9B48-BA0C-54E26B9325A8}" srcOrd="2" destOrd="0" presId="urn:microsoft.com/office/officeart/2005/8/layout/radial3"/>
    <dgm:cxn modelId="{2EC75AB1-A440-F94D-A5F8-8CE880BF0AEC}" type="presParOf" srcId="{D45C2DD4-0AF9-A94D-979A-7A10243D7437}" destId="{38841C6F-ECA0-5845-ADD8-06F94BDDFEDA}" srcOrd="3" destOrd="0" presId="urn:microsoft.com/office/officeart/2005/8/layout/radial3"/>
    <dgm:cxn modelId="{E648FC1D-BA78-7244-B773-49213E7A6DC0}" type="presParOf" srcId="{D45C2DD4-0AF9-A94D-979A-7A10243D7437}" destId="{9FEA7F70-2F74-A245-A233-EDF5E84805A7}" srcOrd="4" destOrd="0" presId="urn:microsoft.com/office/officeart/2005/8/layout/radial3"/>
    <dgm:cxn modelId="{9F7D295C-EF85-6444-B047-A6A543AD2CB8}" type="presParOf" srcId="{D45C2DD4-0AF9-A94D-979A-7A10243D7437}" destId="{800EDA8F-81A7-8C4E-897B-284FA51637AB}" srcOrd="5" destOrd="0" presId="urn:microsoft.com/office/officeart/2005/8/layout/radial3"/>
    <dgm:cxn modelId="{C599BAF6-2B32-124B-9C6A-5406004DEEAE}" type="presParOf" srcId="{D45C2DD4-0AF9-A94D-979A-7A10243D7437}" destId="{86A2D228-B306-6A46-A7A2-164614DF38D3}" srcOrd="6"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90D8CB4-5457-6746-9F81-DA686685CD09}" type="doc">
      <dgm:prSet loTypeId="urn:microsoft.com/office/officeart/2005/8/layout/lProcess3" loCatId="process" qsTypeId="urn:microsoft.com/office/officeart/2005/8/quickstyle/simple4" qsCatId="simple" csTypeId="urn:microsoft.com/office/officeart/2005/8/colors/accent1_2" csCatId="accent1" phldr="1"/>
      <dgm:spPr/>
      <dgm:t>
        <a:bodyPr/>
        <a:lstStyle/>
        <a:p>
          <a:endParaRPr lang="en-US"/>
        </a:p>
      </dgm:t>
    </dgm:pt>
    <dgm:pt modelId="{71F03C4A-049B-534F-9CBF-04A4FFB71F56}">
      <dgm:prSet/>
      <dgm:spPr>
        <a:solidFill>
          <a:schemeClr val="accent3">
            <a:lumMod val="75000"/>
          </a:schemeClr>
        </a:solidFill>
      </dgm:spPr>
      <dgm:t>
        <a:bodyPr/>
        <a:lstStyle/>
        <a:p>
          <a:pPr rtl="0"/>
          <a:r>
            <a:rPr lang="en-US" b="1" dirty="0">
              <a:latin typeface="Arial" panose="020B0604020202020204" pitchFamily="34" charset="0"/>
              <a:cs typeface="Arial" panose="020B0604020202020204" pitchFamily="34" charset="0"/>
            </a:rPr>
            <a:t>Risk acceptance</a:t>
          </a:r>
          <a:endParaRPr lang="en-US" dirty="0">
            <a:latin typeface="Arial" panose="020B0604020202020204" pitchFamily="34" charset="0"/>
            <a:cs typeface="Arial" panose="020B0604020202020204" pitchFamily="34" charset="0"/>
          </a:endParaRPr>
        </a:p>
      </dgm:t>
    </dgm:pt>
    <dgm:pt modelId="{5B84AA06-B6B5-F945-BC03-43DDB728A48A}" type="parTrans" cxnId="{E459C3FC-CA35-5944-AAE1-B42EEA41B924}">
      <dgm:prSet/>
      <dgm:spPr/>
      <dgm:t>
        <a:bodyPr/>
        <a:lstStyle/>
        <a:p>
          <a:endParaRPr lang="en-US">
            <a:latin typeface="Arial" panose="020B0604020202020204" pitchFamily="34" charset="0"/>
            <a:cs typeface="Arial" panose="020B0604020202020204" pitchFamily="34" charset="0"/>
          </a:endParaRPr>
        </a:p>
      </dgm:t>
    </dgm:pt>
    <dgm:pt modelId="{B0AA86CF-45FD-EF4F-AE34-06D60F465E64}" type="sibTrans" cxnId="{E459C3FC-CA35-5944-AAE1-B42EEA41B924}">
      <dgm:prSet/>
      <dgm:spPr/>
      <dgm:t>
        <a:bodyPr/>
        <a:lstStyle/>
        <a:p>
          <a:endParaRPr lang="en-US">
            <a:latin typeface="Arial" panose="020B0604020202020204" pitchFamily="34" charset="0"/>
            <a:cs typeface="Arial" panose="020B0604020202020204" pitchFamily="34" charset="0"/>
          </a:endParaRPr>
        </a:p>
      </dgm:t>
    </dgm:pt>
    <dgm:pt modelId="{11C9FA72-C1E9-AD42-9824-2A24ED249B3A}">
      <dgm:prSet custT="1"/>
      <dgm:spPr/>
      <dgm:t>
        <a:bodyPr/>
        <a:lstStyle/>
        <a:p>
          <a:pPr rtl="0"/>
          <a:r>
            <a:rPr lang="en-US" sz="1200" b="0" dirty="0">
              <a:latin typeface="Arial" panose="020B0604020202020204" pitchFamily="34" charset="0"/>
              <a:cs typeface="Arial" panose="020B0604020202020204" pitchFamily="34" charset="0"/>
            </a:rPr>
            <a:t>Choosing to accept a risk level greater than normal for business reasons</a:t>
          </a:r>
        </a:p>
      </dgm:t>
    </dgm:pt>
    <dgm:pt modelId="{AAD8C601-1C43-B641-BC2F-0EDD54D67C3A}" type="parTrans" cxnId="{E704C998-99D2-204D-8CD7-8A1A4C859EB0}">
      <dgm:prSet/>
      <dgm:spPr/>
      <dgm:t>
        <a:bodyPr/>
        <a:lstStyle/>
        <a:p>
          <a:endParaRPr lang="en-US">
            <a:latin typeface="Arial" panose="020B0604020202020204" pitchFamily="34" charset="0"/>
            <a:cs typeface="Arial" panose="020B0604020202020204" pitchFamily="34" charset="0"/>
          </a:endParaRPr>
        </a:p>
      </dgm:t>
    </dgm:pt>
    <dgm:pt modelId="{EFDC4591-A92A-C143-BB99-5AB70AADCF34}" type="sibTrans" cxnId="{E704C998-99D2-204D-8CD7-8A1A4C859EB0}">
      <dgm:prSet/>
      <dgm:spPr/>
      <dgm:t>
        <a:bodyPr/>
        <a:lstStyle/>
        <a:p>
          <a:endParaRPr lang="en-US">
            <a:latin typeface="Arial" panose="020B0604020202020204" pitchFamily="34" charset="0"/>
            <a:cs typeface="Arial" panose="020B0604020202020204" pitchFamily="34" charset="0"/>
          </a:endParaRPr>
        </a:p>
      </dgm:t>
    </dgm:pt>
    <dgm:pt modelId="{B33A9A63-165D-474C-A29E-3797393C9C8B}">
      <dgm:prSet/>
      <dgm:spPr>
        <a:solidFill>
          <a:schemeClr val="accent5">
            <a:lumMod val="75000"/>
          </a:schemeClr>
        </a:solidFill>
      </dgm:spPr>
      <dgm:t>
        <a:bodyPr/>
        <a:lstStyle/>
        <a:p>
          <a:pPr rtl="0"/>
          <a:r>
            <a:rPr lang="en-US" b="1" dirty="0">
              <a:latin typeface="Arial" panose="020B0604020202020204" pitchFamily="34" charset="0"/>
              <a:cs typeface="Arial" panose="020B0604020202020204" pitchFamily="34" charset="0"/>
            </a:rPr>
            <a:t>Risk avoidance</a:t>
          </a:r>
          <a:endParaRPr lang="en-US" dirty="0">
            <a:latin typeface="Arial" panose="020B0604020202020204" pitchFamily="34" charset="0"/>
            <a:cs typeface="Arial" panose="020B0604020202020204" pitchFamily="34" charset="0"/>
          </a:endParaRPr>
        </a:p>
      </dgm:t>
    </dgm:pt>
    <dgm:pt modelId="{E266FDAD-81E7-7B41-8C5A-B138FF7D4719}" type="parTrans" cxnId="{C399378F-B461-E348-88A1-592AC85F3C42}">
      <dgm:prSet/>
      <dgm:spPr/>
      <dgm:t>
        <a:bodyPr/>
        <a:lstStyle/>
        <a:p>
          <a:endParaRPr lang="en-US">
            <a:latin typeface="Arial" panose="020B0604020202020204" pitchFamily="34" charset="0"/>
            <a:cs typeface="Arial" panose="020B0604020202020204" pitchFamily="34" charset="0"/>
          </a:endParaRPr>
        </a:p>
      </dgm:t>
    </dgm:pt>
    <dgm:pt modelId="{906B0F67-4B0B-8546-AFAE-99F5B6E02B37}" type="sibTrans" cxnId="{C399378F-B461-E348-88A1-592AC85F3C42}">
      <dgm:prSet/>
      <dgm:spPr/>
      <dgm:t>
        <a:bodyPr/>
        <a:lstStyle/>
        <a:p>
          <a:endParaRPr lang="en-US">
            <a:latin typeface="Arial" panose="020B0604020202020204" pitchFamily="34" charset="0"/>
            <a:cs typeface="Arial" panose="020B0604020202020204" pitchFamily="34" charset="0"/>
          </a:endParaRPr>
        </a:p>
      </dgm:t>
    </dgm:pt>
    <dgm:pt modelId="{21E87059-266D-B847-AF5A-73BD270DF34C}">
      <dgm:prSet custT="1"/>
      <dgm:spPr/>
      <dgm:t>
        <a:bodyPr/>
        <a:lstStyle/>
        <a:p>
          <a:pPr rtl="0"/>
          <a:r>
            <a:rPr lang="en-US" sz="1200" b="0" dirty="0">
              <a:latin typeface="Arial" panose="020B0604020202020204" pitchFamily="34" charset="0"/>
              <a:cs typeface="Arial" panose="020B0604020202020204" pitchFamily="34" charset="0"/>
            </a:rPr>
            <a:t>Not proceeding with the activity or system that creates this risk</a:t>
          </a:r>
        </a:p>
      </dgm:t>
    </dgm:pt>
    <dgm:pt modelId="{AEDEC94A-DCAC-F14E-B977-20889CD49CFB}" type="parTrans" cxnId="{4923DAF2-7781-094A-858F-AAB64B9BF510}">
      <dgm:prSet/>
      <dgm:spPr/>
      <dgm:t>
        <a:bodyPr/>
        <a:lstStyle/>
        <a:p>
          <a:endParaRPr lang="en-US">
            <a:latin typeface="Arial" panose="020B0604020202020204" pitchFamily="34" charset="0"/>
            <a:cs typeface="Arial" panose="020B0604020202020204" pitchFamily="34" charset="0"/>
          </a:endParaRPr>
        </a:p>
      </dgm:t>
    </dgm:pt>
    <dgm:pt modelId="{37BCC9BE-6354-D445-9AC5-03A852A5C126}" type="sibTrans" cxnId="{4923DAF2-7781-094A-858F-AAB64B9BF510}">
      <dgm:prSet/>
      <dgm:spPr/>
      <dgm:t>
        <a:bodyPr/>
        <a:lstStyle/>
        <a:p>
          <a:endParaRPr lang="en-US">
            <a:latin typeface="Arial" panose="020B0604020202020204" pitchFamily="34" charset="0"/>
            <a:cs typeface="Arial" panose="020B0604020202020204" pitchFamily="34" charset="0"/>
          </a:endParaRPr>
        </a:p>
      </dgm:t>
    </dgm:pt>
    <dgm:pt modelId="{BCA159F1-0F8B-174B-B84F-2244B4F85443}">
      <dgm:prSet/>
      <dgm:spPr>
        <a:solidFill>
          <a:schemeClr val="accent3">
            <a:lumMod val="75000"/>
          </a:schemeClr>
        </a:solidFill>
      </dgm:spPr>
      <dgm:t>
        <a:bodyPr/>
        <a:lstStyle/>
        <a:p>
          <a:pPr rtl="0"/>
          <a:r>
            <a:rPr lang="en-US" b="1" dirty="0">
              <a:latin typeface="Arial" panose="020B0604020202020204" pitchFamily="34" charset="0"/>
              <a:cs typeface="Arial" panose="020B0604020202020204" pitchFamily="34" charset="0"/>
            </a:rPr>
            <a:t>Risk transfer</a:t>
          </a:r>
          <a:endParaRPr lang="en-US" dirty="0">
            <a:latin typeface="Arial" panose="020B0604020202020204" pitchFamily="34" charset="0"/>
            <a:cs typeface="Arial" panose="020B0604020202020204" pitchFamily="34" charset="0"/>
          </a:endParaRPr>
        </a:p>
      </dgm:t>
    </dgm:pt>
    <dgm:pt modelId="{695DB165-EA33-664A-96D9-3912F9568D42}" type="parTrans" cxnId="{70A7F832-064D-864D-88E6-C1EAA4CC089B}">
      <dgm:prSet/>
      <dgm:spPr/>
      <dgm:t>
        <a:bodyPr/>
        <a:lstStyle/>
        <a:p>
          <a:endParaRPr lang="en-US">
            <a:latin typeface="Arial" panose="020B0604020202020204" pitchFamily="34" charset="0"/>
            <a:cs typeface="Arial" panose="020B0604020202020204" pitchFamily="34" charset="0"/>
          </a:endParaRPr>
        </a:p>
      </dgm:t>
    </dgm:pt>
    <dgm:pt modelId="{0828B083-32D2-FA44-8343-B30DA59E95FD}" type="sibTrans" cxnId="{70A7F832-064D-864D-88E6-C1EAA4CC089B}">
      <dgm:prSet/>
      <dgm:spPr/>
      <dgm:t>
        <a:bodyPr/>
        <a:lstStyle/>
        <a:p>
          <a:endParaRPr lang="en-US">
            <a:latin typeface="Arial" panose="020B0604020202020204" pitchFamily="34" charset="0"/>
            <a:cs typeface="Arial" panose="020B0604020202020204" pitchFamily="34" charset="0"/>
          </a:endParaRPr>
        </a:p>
      </dgm:t>
    </dgm:pt>
    <dgm:pt modelId="{338F6123-7E89-B647-972B-2BB7199B9B00}">
      <dgm:prSet custT="1"/>
      <dgm:spPr/>
      <dgm:t>
        <a:bodyPr/>
        <a:lstStyle/>
        <a:p>
          <a:pPr rtl="0"/>
          <a:r>
            <a:rPr lang="en-US" sz="1200" b="0" dirty="0">
              <a:latin typeface="Arial" panose="020B0604020202020204" pitchFamily="34" charset="0"/>
              <a:cs typeface="Arial" panose="020B0604020202020204" pitchFamily="34" charset="0"/>
            </a:rPr>
            <a:t>Sharing responsibility for the risk with a third party</a:t>
          </a:r>
        </a:p>
      </dgm:t>
    </dgm:pt>
    <dgm:pt modelId="{DDBCCF7E-EFDF-6C49-A973-EF8871EFA941}" type="parTrans" cxnId="{761916C4-CCA6-6944-879A-7D2BCFA0E4C7}">
      <dgm:prSet/>
      <dgm:spPr/>
      <dgm:t>
        <a:bodyPr/>
        <a:lstStyle/>
        <a:p>
          <a:endParaRPr lang="en-US">
            <a:latin typeface="Arial" panose="020B0604020202020204" pitchFamily="34" charset="0"/>
            <a:cs typeface="Arial" panose="020B0604020202020204" pitchFamily="34" charset="0"/>
          </a:endParaRPr>
        </a:p>
      </dgm:t>
    </dgm:pt>
    <dgm:pt modelId="{D1424E81-B45E-6446-9E37-839135ED88E4}" type="sibTrans" cxnId="{761916C4-CCA6-6944-879A-7D2BCFA0E4C7}">
      <dgm:prSet/>
      <dgm:spPr/>
      <dgm:t>
        <a:bodyPr/>
        <a:lstStyle/>
        <a:p>
          <a:endParaRPr lang="en-US">
            <a:latin typeface="Arial" panose="020B0604020202020204" pitchFamily="34" charset="0"/>
            <a:cs typeface="Arial" panose="020B0604020202020204" pitchFamily="34" charset="0"/>
          </a:endParaRPr>
        </a:p>
      </dgm:t>
    </dgm:pt>
    <dgm:pt modelId="{F97052F8-1036-9B4D-AFBF-2E37DDC002C6}">
      <dgm:prSet/>
      <dgm:spPr>
        <a:solidFill>
          <a:schemeClr val="accent5">
            <a:lumMod val="75000"/>
          </a:schemeClr>
        </a:solidFill>
      </dgm:spPr>
      <dgm:t>
        <a:bodyPr/>
        <a:lstStyle/>
        <a:p>
          <a:pPr rtl="0"/>
          <a:r>
            <a:rPr lang="en-US" b="1" dirty="0">
              <a:latin typeface="Arial" panose="020B0604020202020204" pitchFamily="34" charset="0"/>
              <a:cs typeface="Arial" panose="020B0604020202020204" pitchFamily="34" charset="0"/>
            </a:rPr>
            <a:t>Reduce consequence</a:t>
          </a:r>
          <a:endParaRPr lang="en-US" dirty="0">
            <a:latin typeface="Arial" panose="020B0604020202020204" pitchFamily="34" charset="0"/>
            <a:cs typeface="Arial" panose="020B0604020202020204" pitchFamily="34" charset="0"/>
          </a:endParaRPr>
        </a:p>
      </dgm:t>
    </dgm:pt>
    <dgm:pt modelId="{3B449DB9-ACBE-0C46-BD58-E7696A8D50EC}" type="parTrans" cxnId="{DC13B006-A3A0-FF43-A5B8-4CC955688E2B}">
      <dgm:prSet/>
      <dgm:spPr/>
      <dgm:t>
        <a:bodyPr/>
        <a:lstStyle/>
        <a:p>
          <a:endParaRPr lang="en-US">
            <a:latin typeface="Arial" panose="020B0604020202020204" pitchFamily="34" charset="0"/>
            <a:cs typeface="Arial" panose="020B0604020202020204" pitchFamily="34" charset="0"/>
          </a:endParaRPr>
        </a:p>
      </dgm:t>
    </dgm:pt>
    <dgm:pt modelId="{2EE1FA05-0181-E442-973A-6AA4D1687A16}" type="sibTrans" cxnId="{DC13B006-A3A0-FF43-A5B8-4CC955688E2B}">
      <dgm:prSet/>
      <dgm:spPr/>
      <dgm:t>
        <a:bodyPr/>
        <a:lstStyle/>
        <a:p>
          <a:endParaRPr lang="en-US">
            <a:latin typeface="Arial" panose="020B0604020202020204" pitchFamily="34" charset="0"/>
            <a:cs typeface="Arial" panose="020B0604020202020204" pitchFamily="34" charset="0"/>
          </a:endParaRPr>
        </a:p>
      </dgm:t>
    </dgm:pt>
    <dgm:pt modelId="{5F29E38A-B7B5-F448-A591-981591F2D10B}">
      <dgm:prSet custT="1"/>
      <dgm:spPr/>
      <dgm:t>
        <a:bodyPr/>
        <a:lstStyle/>
        <a:p>
          <a:pPr rtl="0"/>
          <a:r>
            <a:rPr lang="en-US" sz="1200" b="0" dirty="0">
              <a:latin typeface="Arial" panose="020B0604020202020204" pitchFamily="34" charset="0"/>
              <a:cs typeface="Arial" panose="020B0604020202020204" pitchFamily="34" charset="0"/>
            </a:rPr>
            <a:t>Modifying the structure or use of the assets at risk to reduce the impact on the organization should the risk occur</a:t>
          </a:r>
        </a:p>
      </dgm:t>
    </dgm:pt>
    <dgm:pt modelId="{223E037D-EA0F-A943-B6CE-45E1183C17F9}" type="parTrans" cxnId="{36132492-0506-5443-BE9B-C1830B9EBEFD}">
      <dgm:prSet/>
      <dgm:spPr/>
      <dgm:t>
        <a:bodyPr/>
        <a:lstStyle/>
        <a:p>
          <a:endParaRPr lang="en-US">
            <a:latin typeface="Arial" panose="020B0604020202020204" pitchFamily="34" charset="0"/>
            <a:cs typeface="Arial" panose="020B0604020202020204" pitchFamily="34" charset="0"/>
          </a:endParaRPr>
        </a:p>
      </dgm:t>
    </dgm:pt>
    <dgm:pt modelId="{403B2712-110D-FB42-A50D-EDA817F7C2E2}" type="sibTrans" cxnId="{36132492-0506-5443-BE9B-C1830B9EBEFD}">
      <dgm:prSet/>
      <dgm:spPr/>
      <dgm:t>
        <a:bodyPr/>
        <a:lstStyle/>
        <a:p>
          <a:endParaRPr lang="en-US">
            <a:latin typeface="Arial" panose="020B0604020202020204" pitchFamily="34" charset="0"/>
            <a:cs typeface="Arial" panose="020B0604020202020204" pitchFamily="34" charset="0"/>
          </a:endParaRPr>
        </a:p>
      </dgm:t>
    </dgm:pt>
    <dgm:pt modelId="{521008BD-F537-894C-89CB-69A816756216}">
      <dgm:prSet/>
      <dgm:spPr>
        <a:solidFill>
          <a:schemeClr val="accent3">
            <a:lumMod val="75000"/>
          </a:schemeClr>
        </a:solidFill>
      </dgm:spPr>
      <dgm:t>
        <a:bodyPr/>
        <a:lstStyle/>
        <a:p>
          <a:pPr rtl="0"/>
          <a:r>
            <a:rPr lang="en-US" b="1" dirty="0">
              <a:latin typeface="Arial" panose="020B0604020202020204" pitchFamily="34" charset="0"/>
              <a:cs typeface="Arial" panose="020B0604020202020204" pitchFamily="34" charset="0"/>
            </a:rPr>
            <a:t>Reduce likelihood</a:t>
          </a:r>
          <a:endParaRPr lang="en-US" dirty="0">
            <a:latin typeface="Arial" panose="020B0604020202020204" pitchFamily="34" charset="0"/>
            <a:cs typeface="Arial" panose="020B0604020202020204" pitchFamily="34" charset="0"/>
          </a:endParaRPr>
        </a:p>
      </dgm:t>
    </dgm:pt>
    <dgm:pt modelId="{9D6D4BFD-7FF2-3349-BE8B-48892FB218F7}" type="parTrans" cxnId="{E4A618CA-1624-BE49-BAFB-3C854D39F8B7}">
      <dgm:prSet/>
      <dgm:spPr/>
      <dgm:t>
        <a:bodyPr/>
        <a:lstStyle/>
        <a:p>
          <a:endParaRPr lang="en-US">
            <a:latin typeface="Arial" panose="020B0604020202020204" pitchFamily="34" charset="0"/>
            <a:cs typeface="Arial" panose="020B0604020202020204" pitchFamily="34" charset="0"/>
          </a:endParaRPr>
        </a:p>
      </dgm:t>
    </dgm:pt>
    <dgm:pt modelId="{FCB003C1-F839-2C48-AED3-F7E98DA034D9}" type="sibTrans" cxnId="{E4A618CA-1624-BE49-BAFB-3C854D39F8B7}">
      <dgm:prSet/>
      <dgm:spPr/>
      <dgm:t>
        <a:bodyPr/>
        <a:lstStyle/>
        <a:p>
          <a:endParaRPr lang="en-US">
            <a:latin typeface="Arial" panose="020B0604020202020204" pitchFamily="34" charset="0"/>
            <a:cs typeface="Arial" panose="020B0604020202020204" pitchFamily="34" charset="0"/>
          </a:endParaRPr>
        </a:p>
      </dgm:t>
    </dgm:pt>
    <dgm:pt modelId="{81CBD8D4-0DFE-F84A-A68F-D1E9791CD0D7}">
      <dgm:prSet custT="1"/>
      <dgm:spPr/>
      <dgm:t>
        <a:bodyPr/>
        <a:lstStyle/>
        <a:p>
          <a:pPr rtl="0"/>
          <a:r>
            <a:rPr lang="en-US" sz="1200" b="0" dirty="0">
              <a:latin typeface="Arial" panose="020B0604020202020204" pitchFamily="34" charset="0"/>
              <a:cs typeface="Arial" panose="020B0604020202020204" pitchFamily="34" charset="0"/>
            </a:rPr>
            <a:t>Implement suitable controls to lower the chance of the vulnerability being exploited</a:t>
          </a:r>
        </a:p>
      </dgm:t>
    </dgm:pt>
    <dgm:pt modelId="{DF0B7A40-4AAB-8149-AF91-2E53020C3560}" type="parTrans" cxnId="{1934F6B8-B40C-774A-BAB2-736336E61042}">
      <dgm:prSet/>
      <dgm:spPr/>
      <dgm:t>
        <a:bodyPr/>
        <a:lstStyle/>
        <a:p>
          <a:endParaRPr lang="en-US">
            <a:latin typeface="Arial" panose="020B0604020202020204" pitchFamily="34" charset="0"/>
            <a:cs typeface="Arial" panose="020B0604020202020204" pitchFamily="34" charset="0"/>
          </a:endParaRPr>
        </a:p>
      </dgm:t>
    </dgm:pt>
    <dgm:pt modelId="{36F55C05-D291-874F-8779-4225EF21A1C3}" type="sibTrans" cxnId="{1934F6B8-B40C-774A-BAB2-736336E61042}">
      <dgm:prSet/>
      <dgm:spPr/>
      <dgm:t>
        <a:bodyPr/>
        <a:lstStyle/>
        <a:p>
          <a:endParaRPr lang="en-US">
            <a:latin typeface="Arial" panose="020B0604020202020204" pitchFamily="34" charset="0"/>
            <a:cs typeface="Arial" panose="020B0604020202020204" pitchFamily="34" charset="0"/>
          </a:endParaRPr>
        </a:p>
      </dgm:t>
    </dgm:pt>
    <dgm:pt modelId="{19ACB196-734E-B144-8B32-9A0834881F4F}" type="pres">
      <dgm:prSet presAssocID="{990D8CB4-5457-6746-9F81-DA686685CD09}" presName="Name0" presStyleCnt="0">
        <dgm:presLayoutVars>
          <dgm:chPref val="3"/>
          <dgm:dir/>
          <dgm:animLvl val="lvl"/>
          <dgm:resizeHandles/>
        </dgm:presLayoutVars>
      </dgm:prSet>
      <dgm:spPr/>
    </dgm:pt>
    <dgm:pt modelId="{B091772B-3CD8-7C4F-8218-71C8B9017B1E}" type="pres">
      <dgm:prSet presAssocID="{71F03C4A-049B-534F-9CBF-04A4FFB71F56}" presName="horFlow" presStyleCnt="0"/>
      <dgm:spPr/>
    </dgm:pt>
    <dgm:pt modelId="{6A99748E-4FB9-1140-90FC-92977C6E169C}" type="pres">
      <dgm:prSet presAssocID="{71F03C4A-049B-534F-9CBF-04A4FFB71F56}" presName="bigChev" presStyleLbl="node1" presStyleIdx="0" presStyleCnt="5"/>
      <dgm:spPr/>
    </dgm:pt>
    <dgm:pt modelId="{871A9E24-AE64-4F4C-99B1-1D1DF6F66B95}" type="pres">
      <dgm:prSet presAssocID="{AAD8C601-1C43-B641-BC2F-0EDD54D67C3A}" presName="parTrans" presStyleCnt="0"/>
      <dgm:spPr/>
    </dgm:pt>
    <dgm:pt modelId="{1E4C7F21-1449-4D47-8115-B974FF62A42F}" type="pres">
      <dgm:prSet presAssocID="{11C9FA72-C1E9-AD42-9824-2A24ED249B3A}" presName="node" presStyleLbl="alignAccFollowNode1" presStyleIdx="0" presStyleCnt="5" custScaleX="112985">
        <dgm:presLayoutVars>
          <dgm:bulletEnabled val="1"/>
        </dgm:presLayoutVars>
      </dgm:prSet>
      <dgm:spPr/>
    </dgm:pt>
    <dgm:pt modelId="{2AC5BEDF-7C69-5245-816B-421B5B31A841}" type="pres">
      <dgm:prSet presAssocID="{71F03C4A-049B-534F-9CBF-04A4FFB71F56}" presName="vSp" presStyleCnt="0"/>
      <dgm:spPr/>
    </dgm:pt>
    <dgm:pt modelId="{5B75C316-BAE9-8041-97F4-7FB53DC72003}" type="pres">
      <dgm:prSet presAssocID="{B33A9A63-165D-474C-A29E-3797393C9C8B}" presName="horFlow" presStyleCnt="0"/>
      <dgm:spPr/>
    </dgm:pt>
    <dgm:pt modelId="{050E7C00-83A4-0042-B9AB-834CC6FFDE74}" type="pres">
      <dgm:prSet presAssocID="{B33A9A63-165D-474C-A29E-3797393C9C8B}" presName="bigChev" presStyleLbl="node1" presStyleIdx="1" presStyleCnt="5"/>
      <dgm:spPr/>
    </dgm:pt>
    <dgm:pt modelId="{C7C86C1B-33A1-EB4C-BE3D-DC62321AE7B5}" type="pres">
      <dgm:prSet presAssocID="{AEDEC94A-DCAC-F14E-B977-20889CD49CFB}" presName="parTrans" presStyleCnt="0"/>
      <dgm:spPr/>
    </dgm:pt>
    <dgm:pt modelId="{F79856DF-E333-5D4A-B75D-81750049CF3A}" type="pres">
      <dgm:prSet presAssocID="{21E87059-266D-B847-AF5A-73BD270DF34C}" presName="node" presStyleLbl="alignAccFollowNode1" presStyleIdx="1" presStyleCnt="5">
        <dgm:presLayoutVars>
          <dgm:bulletEnabled val="1"/>
        </dgm:presLayoutVars>
      </dgm:prSet>
      <dgm:spPr/>
    </dgm:pt>
    <dgm:pt modelId="{2FB48150-46CA-E947-920E-8F31108B3955}" type="pres">
      <dgm:prSet presAssocID="{B33A9A63-165D-474C-A29E-3797393C9C8B}" presName="vSp" presStyleCnt="0"/>
      <dgm:spPr/>
    </dgm:pt>
    <dgm:pt modelId="{A4C7B4BD-B950-044B-81A1-EBB6C5A601BA}" type="pres">
      <dgm:prSet presAssocID="{BCA159F1-0F8B-174B-B84F-2244B4F85443}" presName="horFlow" presStyleCnt="0"/>
      <dgm:spPr/>
    </dgm:pt>
    <dgm:pt modelId="{16C56A94-1083-2E4A-BE40-5C69B727B250}" type="pres">
      <dgm:prSet presAssocID="{BCA159F1-0F8B-174B-B84F-2244B4F85443}" presName="bigChev" presStyleLbl="node1" presStyleIdx="2" presStyleCnt="5"/>
      <dgm:spPr/>
    </dgm:pt>
    <dgm:pt modelId="{461B13DC-33D4-EC47-8D21-C0C9B9AC3342}" type="pres">
      <dgm:prSet presAssocID="{DDBCCF7E-EFDF-6C49-A973-EF8871EFA941}" presName="parTrans" presStyleCnt="0"/>
      <dgm:spPr/>
    </dgm:pt>
    <dgm:pt modelId="{5EC43DED-4F4E-C147-A658-AF90F9C87BCB}" type="pres">
      <dgm:prSet presAssocID="{338F6123-7E89-B647-972B-2BB7199B9B00}" presName="node" presStyleLbl="alignAccFollowNode1" presStyleIdx="2" presStyleCnt="5">
        <dgm:presLayoutVars>
          <dgm:bulletEnabled val="1"/>
        </dgm:presLayoutVars>
      </dgm:prSet>
      <dgm:spPr/>
    </dgm:pt>
    <dgm:pt modelId="{6137D54D-1DBF-094A-8E94-55B1EE83F932}" type="pres">
      <dgm:prSet presAssocID="{BCA159F1-0F8B-174B-B84F-2244B4F85443}" presName="vSp" presStyleCnt="0"/>
      <dgm:spPr/>
    </dgm:pt>
    <dgm:pt modelId="{2B944935-3B9C-5945-9DF5-EE25D55414EE}" type="pres">
      <dgm:prSet presAssocID="{F97052F8-1036-9B4D-AFBF-2E37DDC002C6}" presName="horFlow" presStyleCnt="0"/>
      <dgm:spPr/>
    </dgm:pt>
    <dgm:pt modelId="{23718B34-47DD-6941-9BD5-5BE44450ADF6}" type="pres">
      <dgm:prSet presAssocID="{F97052F8-1036-9B4D-AFBF-2E37DDC002C6}" presName="bigChev" presStyleLbl="node1" presStyleIdx="3" presStyleCnt="5"/>
      <dgm:spPr/>
    </dgm:pt>
    <dgm:pt modelId="{C456BC98-7914-184B-BD72-2992C03CA966}" type="pres">
      <dgm:prSet presAssocID="{223E037D-EA0F-A943-B6CE-45E1183C17F9}" presName="parTrans" presStyleCnt="0"/>
      <dgm:spPr/>
    </dgm:pt>
    <dgm:pt modelId="{1D04DDD7-9959-4F4B-9DE9-1605710590D4}" type="pres">
      <dgm:prSet presAssocID="{5F29E38A-B7B5-F448-A591-981591F2D10B}" presName="node" presStyleLbl="alignAccFollowNode1" presStyleIdx="3" presStyleCnt="5" custScaleX="159320">
        <dgm:presLayoutVars>
          <dgm:bulletEnabled val="1"/>
        </dgm:presLayoutVars>
      </dgm:prSet>
      <dgm:spPr/>
    </dgm:pt>
    <dgm:pt modelId="{ABBEAAE3-6914-1043-9061-8F9CCEF2379A}" type="pres">
      <dgm:prSet presAssocID="{F97052F8-1036-9B4D-AFBF-2E37DDC002C6}" presName="vSp" presStyleCnt="0"/>
      <dgm:spPr/>
    </dgm:pt>
    <dgm:pt modelId="{B16EB552-30E5-C54E-B795-C0C1B6C3667F}" type="pres">
      <dgm:prSet presAssocID="{521008BD-F537-894C-89CB-69A816756216}" presName="horFlow" presStyleCnt="0"/>
      <dgm:spPr/>
    </dgm:pt>
    <dgm:pt modelId="{EC90C842-D2C4-624A-9D26-6F7EF5D86155}" type="pres">
      <dgm:prSet presAssocID="{521008BD-F537-894C-89CB-69A816756216}" presName="bigChev" presStyleLbl="node1" presStyleIdx="4" presStyleCnt="5"/>
      <dgm:spPr/>
    </dgm:pt>
    <dgm:pt modelId="{A5B5A95C-B4CD-A94D-ADB6-23CCB4C38E17}" type="pres">
      <dgm:prSet presAssocID="{DF0B7A40-4AAB-8149-AF91-2E53020C3560}" presName="parTrans" presStyleCnt="0"/>
      <dgm:spPr/>
    </dgm:pt>
    <dgm:pt modelId="{DBADCBBB-CE06-C749-9480-7BDC46AC51D9}" type="pres">
      <dgm:prSet presAssocID="{81CBD8D4-0DFE-F84A-A68F-D1E9791CD0D7}" presName="node" presStyleLbl="alignAccFollowNode1" presStyleIdx="4" presStyleCnt="5" custScaleX="161749">
        <dgm:presLayoutVars>
          <dgm:bulletEnabled val="1"/>
        </dgm:presLayoutVars>
      </dgm:prSet>
      <dgm:spPr/>
    </dgm:pt>
  </dgm:ptLst>
  <dgm:cxnLst>
    <dgm:cxn modelId="{33DEDD03-EABB-5C44-93EA-88A9D033BE84}" type="presOf" srcId="{11C9FA72-C1E9-AD42-9824-2A24ED249B3A}" destId="{1E4C7F21-1449-4D47-8115-B974FF62A42F}" srcOrd="0" destOrd="0" presId="urn:microsoft.com/office/officeart/2005/8/layout/lProcess3"/>
    <dgm:cxn modelId="{4B360805-9641-994A-A1CA-93C3F953756F}" type="presOf" srcId="{338F6123-7E89-B647-972B-2BB7199B9B00}" destId="{5EC43DED-4F4E-C147-A658-AF90F9C87BCB}" srcOrd="0" destOrd="0" presId="urn:microsoft.com/office/officeart/2005/8/layout/lProcess3"/>
    <dgm:cxn modelId="{DC13B006-A3A0-FF43-A5B8-4CC955688E2B}" srcId="{990D8CB4-5457-6746-9F81-DA686685CD09}" destId="{F97052F8-1036-9B4D-AFBF-2E37DDC002C6}" srcOrd="3" destOrd="0" parTransId="{3B449DB9-ACBE-0C46-BD58-E7696A8D50EC}" sibTransId="{2EE1FA05-0181-E442-973A-6AA4D1687A16}"/>
    <dgm:cxn modelId="{E8BE3911-6552-3B4E-9D0F-F611D086A792}" type="presOf" srcId="{5F29E38A-B7B5-F448-A591-981591F2D10B}" destId="{1D04DDD7-9959-4F4B-9DE9-1605710590D4}" srcOrd="0" destOrd="0" presId="urn:microsoft.com/office/officeart/2005/8/layout/lProcess3"/>
    <dgm:cxn modelId="{62D9AE25-3492-244D-8956-9E55B9CC4BDD}" type="presOf" srcId="{990D8CB4-5457-6746-9F81-DA686685CD09}" destId="{19ACB196-734E-B144-8B32-9A0834881F4F}" srcOrd="0" destOrd="0" presId="urn:microsoft.com/office/officeart/2005/8/layout/lProcess3"/>
    <dgm:cxn modelId="{70A7F832-064D-864D-88E6-C1EAA4CC089B}" srcId="{990D8CB4-5457-6746-9F81-DA686685CD09}" destId="{BCA159F1-0F8B-174B-B84F-2244B4F85443}" srcOrd="2" destOrd="0" parTransId="{695DB165-EA33-664A-96D9-3912F9568D42}" sibTransId="{0828B083-32D2-FA44-8343-B30DA59E95FD}"/>
    <dgm:cxn modelId="{31A0EB38-5272-644A-8313-68517EF544A0}" type="presOf" srcId="{81CBD8D4-0DFE-F84A-A68F-D1E9791CD0D7}" destId="{DBADCBBB-CE06-C749-9480-7BDC46AC51D9}" srcOrd="0" destOrd="0" presId="urn:microsoft.com/office/officeart/2005/8/layout/lProcess3"/>
    <dgm:cxn modelId="{0231AC39-5AF2-2448-BF83-EA709C6CC556}" type="presOf" srcId="{B33A9A63-165D-474C-A29E-3797393C9C8B}" destId="{050E7C00-83A4-0042-B9AB-834CC6FFDE74}" srcOrd="0" destOrd="0" presId="urn:microsoft.com/office/officeart/2005/8/layout/lProcess3"/>
    <dgm:cxn modelId="{EC8D8A52-D4EC-2F42-B946-9147DD7ECE3B}" type="presOf" srcId="{BCA159F1-0F8B-174B-B84F-2244B4F85443}" destId="{16C56A94-1083-2E4A-BE40-5C69B727B250}" srcOrd="0" destOrd="0" presId="urn:microsoft.com/office/officeart/2005/8/layout/lProcess3"/>
    <dgm:cxn modelId="{C399378F-B461-E348-88A1-592AC85F3C42}" srcId="{990D8CB4-5457-6746-9F81-DA686685CD09}" destId="{B33A9A63-165D-474C-A29E-3797393C9C8B}" srcOrd="1" destOrd="0" parTransId="{E266FDAD-81E7-7B41-8C5A-B138FF7D4719}" sibTransId="{906B0F67-4B0B-8546-AFAE-99F5B6E02B37}"/>
    <dgm:cxn modelId="{36132492-0506-5443-BE9B-C1830B9EBEFD}" srcId="{F97052F8-1036-9B4D-AFBF-2E37DDC002C6}" destId="{5F29E38A-B7B5-F448-A591-981591F2D10B}" srcOrd="0" destOrd="0" parTransId="{223E037D-EA0F-A943-B6CE-45E1183C17F9}" sibTransId="{403B2712-110D-FB42-A50D-EDA817F7C2E2}"/>
    <dgm:cxn modelId="{E704C998-99D2-204D-8CD7-8A1A4C859EB0}" srcId="{71F03C4A-049B-534F-9CBF-04A4FFB71F56}" destId="{11C9FA72-C1E9-AD42-9824-2A24ED249B3A}" srcOrd="0" destOrd="0" parTransId="{AAD8C601-1C43-B641-BC2F-0EDD54D67C3A}" sibTransId="{EFDC4591-A92A-C143-BB99-5AB70AADCF34}"/>
    <dgm:cxn modelId="{1934F6B8-B40C-774A-BAB2-736336E61042}" srcId="{521008BD-F537-894C-89CB-69A816756216}" destId="{81CBD8D4-0DFE-F84A-A68F-D1E9791CD0D7}" srcOrd="0" destOrd="0" parTransId="{DF0B7A40-4AAB-8149-AF91-2E53020C3560}" sibTransId="{36F55C05-D291-874F-8779-4225EF21A1C3}"/>
    <dgm:cxn modelId="{5451D5C3-4792-524A-8A38-17F9820F365C}" type="presOf" srcId="{71F03C4A-049B-534F-9CBF-04A4FFB71F56}" destId="{6A99748E-4FB9-1140-90FC-92977C6E169C}" srcOrd="0" destOrd="0" presId="urn:microsoft.com/office/officeart/2005/8/layout/lProcess3"/>
    <dgm:cxn modelId="{761916C4-CCA6-6944-879A-7D2BCFA0E4C7}" srcId="{BCA159F1-0F8B-174B-B84F-2244B4F85443}" destId="{338F6123-7E89-B647-972B-2BB7199B9B00}" srcOrd="0" destOrd="0" parTransId="{DDBCCF7E-EFDF-6C49-A973-EF8871EFA941}" sibTransId="{D1424E81-B45E-6446-9E37-839135ED88E4}"/>
    <dgm:cxn modelId="{E4A618CA-1624-BE49-BAFB-3C854D39F8B7}" srcId="{990D8CB4-5457-6746-9F81-DA686685CD09}" destId="{521008BD-F537-894C-89CB-69A816756216}" srcOrd="4" destOrd="0" parTransId="{9D6D4BFD-7FF2-3349-BE8B-48892FB218F7}" sibTransId="{FCB003C1-F839-2C48-AED3-F7E98DA034D9}"/>
    <dgm:cxn modelId="{1B0718E4-F181-D940-84BE-FE4FB00DDB8C}" type="presOf" srcId="{F97052F8-1036-9B4D-AFBF-2E37DDC002C6}" destId="{23718B34-47DD-6941-9BD5-5BE44450ADF6}" srcOrd="0" destOrd="0" presId="urn:microsoft.com/office/officeart/2005/8/layout/lProcess3"/>
    <dgm:cxn modelId="{EAB81DE9-88B1-3949-882B-B92345C1D483}" type="presOf" srcId="{521008BD-F537-894C-89CB-69A816756216}" destId="{EC90C842-D2C4-624A-9D26-6F7EF5D86155}" srcOrd="0" destOrd="0" presId="urn:microsoft.com/office/officeart/2005/8/layout/lProcess3"/>
    <dgm:cxn modelId="{1C1B15F2-8622-B145-AD3D-9C8FB062386B}" type="presOf" srcId="{21E87059-266D-B847-AF5A-73BD270DF34C}" destId="{F79856DF-E333-5D4A-B75D-81750049CF3A}" srcOrd="0" destOrd="0" presId="urn:microsoft.com/office/officeart/2005/8/layout/lProcess3"/>
    <dgm:cxn modelId="{4923DAF2-7781-094A-858F-AAB64B9BF510}" srcId="{B33A9A63-165D-474C-A29E-3797393C9C8B}" destId="{21E87059-266D-B847-AF5A-73BD270DF34C}" srcOrd="0" destOrd="0" parTransId="{AEDEC94A-DCAC-F14E-B977-20889CD49CFB}" sibTransId="{37BCC9BE-6354-D445-9AC5-03A852A5C126}"/>
    <dgm:cxn modelId="{E459C3FC-CA35-5944-AAE1-B42EEA41B924}" srcId="{990D8CB4-5457-6746-9F81-DA686685CD09}" destId="{71F03C4A-049B-534F-9CBF-04A4FFB71F56}" srcOrd="0" destOrd="0" parTransId="{5B84AA06-B6B5-F945-BC03-43DDB728A48A}" sibTransId="{B0AA86CF-45FD-EF4F-AE34-06D60F465E64}"/>
    <dgm:cxn modelId="{6FE3E36B-9130-0C4F-A16F-B97EEB74B958}" type="presParOf" srcId="{19ACB196-734E-B144-8B32-9A0834881F4F}" destId="{B091772B-3CD8-7C4F-8218-71C8B9017B1E}" srcOrd="0" destOrd="0" presId="urn:microsoft.com/office/officeart/2005/8/layout/lProcess3"/>
    <dgm:cxn modelId="{BC478A5C-B1C4-7843-AB18-6CBF1AE2286A}" type="presParOf" srcId="{B091772B-3CD8-7C4F-8218-71C8B9017B1E}" destId="{6A99748E-4FB9-1140-90FC-92977C6E169C}" srcOrd="0" destOrd="0" presId="urn:microsoft.com/office/officeart/2005/8/layout/lProcess3"/>
    <dgm:cxn modelId="{4F51CB1E-9716-6D42-8363-437BDFB8B1C0}" type="presParOf" srcId="{B091772B-3CD8-7C4F-8218-71C8B9017B1E}" destId="{871A9E24-AE64-4F4C-99B1-1D1DF6F66B95}" srcOrd="1" destOrd="0" presId="urn:microsoft.com/office/officeart/2005/8/layout/lProcess3"/>
    <dgm:cxn modelId="{A81CEAFA-9B55-8C42-9EB5-C1276EFCF364}" type="presParOf" srcId="{B091772B-3CD8-7C4F-8218-71C8B9017B1E}" destId="{1E4C7F21-1449-4D47-8115-B974FF62A42F}" srcOrd="2" destOrd="0" presId="urn:microsoft.com/office/officeart/2005/8/layout/lProcess3"/>
    <dgm:cxn modelId="{69746BA3-2932-4F42-9EAA-DAA5437B371D}" type="presParOf" srcId="{19ACB196-734E-B144-8B32-9A0834881F4F}" destId="{2AC5BEDF-7C69-5245-816B-421B5B31A841}" srcOrd="1" destOrd="0" presId="urn:microsoft.com/office/officeart/2005/8/layout/lProcess3"/>
    <dgm:cxn modelId="{6AA1C2B4-2EC8-264A-BA30-3089B3999C7C}" type="presParOf" srcId="{19ACB196-734E-B144-8B32-9A0834881F4F}" destId="{5B75C316-BAE9-8041-97F4-7FB53DC72003}" srcOrd="2" destOrd="0" presId="urn:microsoft.com/office/officeart/2005/8/layout/lProcess3"/>
    <dgm:cxn modelId="{ACF40497-9B0E-2D42-8959-B2990CE97071}" type="presParOf" srcId="{5B75C316-BAE9-8041-97F4-7FB53DC72003}" destId="{050E7C00-83A4-0042-B9AB-834CC6FFDE74}" srcOrd="0" destOrd="0" presId="urn:microsoft.com/office/officeart/2005/8/layout/lProcess3"/>
    <dgm:cxn modelId="{49296241-2268-454B-B113-0A5A79D79B77}" type="presParOf" srcId="{5B75C316-BAE9-8041-97F4-7FB53DC72003}" destId="{C7C86C1B-33A1-EB4C-BE3D-DC62321AE7B5}" srcOrd="1" destOrd="0" presId="urn:microsoft.com/office/officeart/2005/8/layout/lProcess3"/>
    <dgm:cxn modelId="{CF63E0DE-9BBC-414B-B812-9425A7775167}" type="presParOf" srcId="{5B75C316-BAE9-8041-97F4-7FB53DC72003}" destId="{F79856DF-E333-5D4A-B75D-81750049CF3A}" srcOrd="2" destOrd="0" presId="urn:microsoft.com/office/officeart/2005/8/layout/lProcess3"/>
    <dgm:cxn modelId="{C235B8E2-8CFB-1241-B531-6B2DD5FA1821}" type="presParOf" srcId="{19ACB196-734E-B144-8B32-9A0834881F4F}" destId="{2FB48150-46CA-E947-920E-8F31108B3955}" srcOrd="3" destOrd="0" presId="urn:microsoft.com/office/officeart/2005/8/layout/lProcess3"/>
    <dgm:cxn modelId="{ADC9B49B-3C4D-DD47-89F3-422FCF70263F}" type="presParOf" srcId="{19ACB196-734E-B144-8B32-9A0834881F4F}" destId="{A4C7B4BD-B950-044B-81A1-EBB6C5A601BA}" srcOrd="4" destOrd="0" presId="urn:microsoft.com/office/officeart/2005/8/layout/lProcess3"/>
    <dgm:cxn modelId="{DDC4D908-4940-9049-81EB-BD15F2BA2049}" type="presParOf" srcId="{A4C7B4BD-B950-044B-81A1-EBB6C5A601BA}" destId="{16C56A94-1083-2E4A-BE40-5C69B727B250}" srcOrd="0" destOrd="0" presId="urn:microsoft.com/office/officeart/2005/8/layout/lProcess3"/>
    <dgm:cxn modelId="{10E01CA4-545E-E34E-BEFE-59DE4301BD78}" type="presParOf" srcId="{A4C7B4BD-B950-044B-81A1-EBB6C5A601BA}" destId="{461B13DC-33D4-EC47-8D21-C0C9B9AC3342}" srcOrd="1" destOrd="0" presId="urn:microsoft.com/office/officeart/2005/8/layout/lProcess3"/>
    <dgm:cxn modelId="{EFEEDA14-D779-7A46-83C5-9025A5A6A47C}" type="presParOf" srcId="{A4C7B4BD-B950-044B-81A1-EBB6C5A601BA}" destId="{5EC43DED-4F4E-C147-A658-AF90F9C87BCB}" srcOrd="2" destOrd="0" presId="urn:microsoft.com/office/officeart/2005/8/layout/lProcess3"/>
    <dgm:cxn modelId="{41DD9C4B-6845-4A43-B369-ECC7549AE4A2}" type="presParOf" srcId="{19ACB196-734E-B144-8B32-9A0834881F4F}" destId="{6137D54D-1DBF-094A-8E94-55B1EE83F932}" srcOrd="5" destOrd="0" presId="urn:microsoft.com/office/officeart/2005/8/layout/lProcess3"/>
    <dgm:cxn modelId="{D2F5D3E2-4150-F143-94B7-51154D63B663}" type="presParOf" srcId="{19ACB196-734E-B144-8B32-9A0834881F4F}" destId="{2B944935-3B9C-5945-9DF5-EE25D55414EE}" srcOrd="6" destOrd="0" presId="urn:microsoft.com/office/officeart/2005/8/layout/lProcess3"/>
    <dgm:cxn modelId="{0E42103E-CCA4-6D4B-9EEA-91BA1EF4F5DC}" type="presParOf" srcId="{2B944935-3B9C-5945-9DF5-EE25D55414EE}" destId="{23718B34-47DD-6941-9BD5-5BE44450ADF6}" srcOrd="0" destOrd="0" presId="urn:microsoft.com/office/officeart/2005/8/layout/lProcess3"/>
    <dgm:cxn modelId="{6334B6AD-17FB-8C4C-9DC7-9BF51BB15211}" type="presParOf" srcId="{2B944935-3B9C-5945-9DF5-EE25D55414EE}" destId="{C456BC98-7914-184B-BD72-2992C03CA966}" srcOrd="1" destOrd="0" presId="urn:microsoft.com/office/officeart/2005/8/layout/lProcess3"/>
    <dgm:cxn modelId="{AA393F1C-5D03-BB4F-8C69-D1F4944C10FD}" type="presParOf" srcId="{2B944935-3B9C-5945-9DF5-EE25D55414EE}" destId="{1D04DDD7-9959-4F4B-9DE9-1605710590D4}" srcOrd="2" destOrd="0" presId="urn:microsoft.com/office/officeart/2005/8/layout/lProcess3"/>
    <dgm:cxn modelId="{18E6D5FF-78AC-954E-A7E5-CDAC3AE5D045}" type="presParOf" srcId="{19ACB196-734E-B144-8B32-9A0834881F4F}" destId="{ABBEAAE3-6914-1043-9061-8F9CCEF2379A}" srcOrd="7" destOrd="0" presId="urn:microsoft.com/office/officeart/2005/8/layout/lProcess3"/>
    <dgm:cxn modelId="{F2D40AB2-355C-4948-83DF-A1EE233CBDA1}" type="presParOf" srcId="{19ACB196-734E-B144-8B32-9A0834881F4F}" destId="{B16EB552-30E5-C54E-B795-C0C1B6C3667F}" srcOrd="8" destOrd="0" presId="urn:microsoft.com/office/officeart/2005/8/layout/lProcess3"/>
    <dgm:cxn modelId="{0AD55D54-741E-7147-895F-2A87BB266668}" type="presParOf" srcId="{B16EB552-30E5-C54E-B795-C0C1B6C3667F}" destId="{EC90C842-D2C4-624A-9D26-6F7EF5D86155}" srcOrd="0" destOrd="0" presId="urn:microsoft.com/office/officeart/2005/8/layout/lProcess3"/>
    <dgm:cxn modelId="{16F32BA9-9E17-6646-BA9D-48433D24C029}" type="presParOf" srcId="{B16EB552-30E5-C54E-B795-C0C1B6C3667F}" destId="{A5B5A95C-B4CD-A94D-ADB6-23CCB4C38E17}" srcOrd="1" destOrd="0" presId="urn:microsoft.com/office/officeart/2005/8/layout/lProcess3"/>
    <dgm:cxn modelId="{047A867F-3D40-CE4C-B16B-DDF41C75A65B}" type="presParOf" srcId="{B16EB552-30E5-C54E-B795-C0C1B6C3667F}" destId="{DBADCBBB-CE06-C749-9480-7BDC46AC51D9}"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46285E-8FC2-304D-B8D6-1F4764C439BB}">
      <dsp:nvSpPr>
        <dsp:cNvPr id="0" name=""/>
        <dsp:cNvSpPr/>
      </dsp:nvSpPr>
      <dsp:spPr>
        <a:xfrm>
          <a:off x="6665" y="1171839"/>
          <a:ext cx="1992217" cy="1195330"/>
        </a:xfrm>
        <a:prstGeom prst="roundRect">
          <a:avLst>
            <a:gd name="adj" fmla="val 10000"/>
          </a:avLst>
        </a:prstGeom>
        <a:solidFill>
          <a:schemeClr val="accent3">
            <a:lumMod val="75000"/>
          </a:schemeClr>
        </a:solidFill>
        <a:ln>
          <a:solidFill>
            <a:schemeClr val="accent3">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latin typeface="Arial" panose="020B0604020202020204" pitchFamily="34" charset="0"/>
              <a:cs typeface="Arial" panose="020B0604020202020204" pitchFamily="34" charset="0"/>
            </a:rPr>
            <a:t>What assets need to be protected</a:t>
          </a:r>
        </a:p>
      </dsp:txBody>
      <dsp:txXfrm>
        <a:off x="41675" y="1206849"/>
        <a:ext cx="1922197" cy="1125310"/>
      </dsp:txXfrm>
    </dsp:sp>
    <dsp:sp modelId="{29C810DC-3DD5-5349-B6C4-53BFAF5170C0}">
      <dsp:nvSpPr>
        <dsp:cNvPr id="0" name=""/>
        <dsp:cNvSpPr/>
      </dsp:nvSpPr>
      <dsp:spPr>
        <a:xfrm>
          <a:off x="2198105" y="1522469"/>
          <a:ext cx="422350" cy="494070"/>
        </a:xfrm>
        <a:prstGeom prst="rightArrow">
          <a:avLst>
            <a:gd name="adj1" fmla="val 60000"/>
            <a:gd name="adj2" fmla="val 50000"/>
          </a:avLst>
        </a:prstGeom>
        <a:solidFill>
          <a:schemeClr val="tx1"/>
        </a:solidFill>
        <a:ln>
          <a:solidFill>
            <a:schemeClr val="accent3">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2198105" y="1621283"/>
        <a:ext cx="295645" cy="296442"/>
      </dsp:txXfrm>
    </dsp:sp>
    <dsp:sp modelId="{F0EE840A-6A6A-8C4E-BD43-645284D74784}">
      <dsp:nvSpPr>
        <dsp:cNvPr id="0" name=""/>
        <dsp:cNvSpPr/>
      </dsp:nvSpPr>
      <dsp:spPr>
        <a:xfrm>
          <a:off x="2795770" y="1171839"/>
          <a:ext cx="1992217" cy="1195330"/>
        </a:xfrm>
        <a:prstGeom prst="roundRect">
          <a:avLst>
            <a:gd name="adj" fmla="val 10000"/>
          </a:avLst>
        </a:prstGeom>
        <a:solidFill>
          <a:schemeClr val="accent4">
            <a:lumMod val="60000"/>
            <a:lumOff val="40000"/>
          </a:schemeClr>
        </a:solidFill>
        <a:ln>
          <a:solidFill>
            <a:schemeClr val="accent4">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latin typeface="Arial" panose="020B0604020202020204" pitchFamily="34" charset="0"/>
              <a:cs typeface="Arial" panose="020B0604020202020204" pitchFamily="34" charset="0"/>
            </a:rPr>
            <a:t>How are those assets threatened</a:t>
          </a:r>
        </a:p>
      </dsp:txBody>
      <dsp:txXfrm>
        <a:off x="2830780" y="1206849"/>
        <a:ext cx="1922197" cy="1125310"/>
      </dsp:txXfrm>
    </dsp:sp>
    <dsp:sp modelId="{106A60B2-E17B-6846-A742-BD11872B615E}">
      <dsp:nvSpPr>
        <dsp:cNvPr id="0" name=""/>
        <dsp:cNvSpPr/>
      </dsp:nvSpPr>
      <dsp:spPr>
        <a:xfrm>
          <a:off x="4987210" y="1522469"/>
          <a:ext cx="422350" cy="494070"/>
        </a:xfrm>
        <a:prstGeom prst="rightArrow">
          <a:avLst>
            <a:gd name="adj1" fmla="val 60000"/>
            <a:gd name="adj2" fmla="val 50000"/>
          </a:avLst>
        </a:prstGeom>
        <a:solidFill>
          <a:schemeClr val="tx1"/>
        </a:solidFill>
        <a:ln>
          <a:solidFill>
            <a:schemeClr val="accent4">
              <a:lumMod val="75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latin typeface="Arial" panose="020B0604020202020204" pitchFamily="34" charset="0"/>
            <a:cs typeface="Arial" panose="020B0604020202020204" pitchFamily="34" charset="0"/>
          </a:endParaRPr>
        </a:p>
      </dsp:txBody>
      <dsp:txXfrm>
        <a:off x="4987210" y="1621283"/>
        <a:ext cx="295645" cy="296442"/>
      </dsp:txXfrm>
    </dsp:sp>
    <dsp:sp modelId="{5E945862-EF2F-A845-884B-12FE5750CF76}">
      <dsp:nvSpPr>
        <dsp:cNvPr id="0" name=""/>
        <dsp:cNvSpPr/>
      </dsp:nvSpPr>
      <dsp:spPr>
        <a:xfrm>
          <a:off x="5584875" y="1171839"/>
          <a:ext cx="1992217" cy="1195330"/>
        </a:xfrm>
        <a:prstGeom prst="roundRect">
          <a:avLst>
            <a:gd name="adj" fmla="val 10000"/>
          </a:avLst>
        </a:prstGeom>
        <a:solidFill>
          <a:schemeClr val="accent5">
            <a:lumMod val="75000"/>
          </a:schemeClr>
        </a:solidFill>
        <a:ln>
          <a:solidFill>
            <a:schemeClr val="accent5">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solidFill>
              <a:latin typeface="Arial" panose="020B0604020202020204" pitchFamily="34" charset="0"/>
              <a:cs typeface="Arial" panose="020B0604020202020204" pitchFamily="34" charset="0"/>
            </a:rPr>
            <a:t>What can be done to counter those threats</a:t>
          </a:r>
        </a:p>
      </dsp:txBody>
      <dsp:txXfrm>
        <a:off x="5619885" y="1206849"/>
        <a:ext cx="1922197" cy="1125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EBCA9-E0EF-964A-930C-85776AACF547}">
      <dsp:nvSpPr>
        <dsp:cNvPr id="0" name=""/>
        <dsp:cNvSpPr/>
      </dsp:nvSpPr>
      <dsp:spPr>
        <a:xfrm>
          <a:off x="0" y="0"/>
          <a:ext cx="8870971" cy="1450628"/>
        </a:xfrm>
        <a:prstGeom prst="rect">
          <a:avLst/>
        </a:prstGeom>
        <a:solidFill>
          <a:schemeClr val="accent3">
            <a:lumMod val="7500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99060" tIns="99060" rIns="99060" bIns="99060" numCol="1" spcCol="1270" anchor="ctr" anchorCtr="0">
          <a:noAutofit/>
        </a:bodyPr>
        <a:lstStyle/>
        <a:p>
          <a:pPr marL="0" lvl="0" indent="0" algn="ctr" defTabSz="1155700" rtl="0">
            <a:lnSpc>
              <a:spcPct val="90000"/>
            </a:lnSpc>
            <a:spcBef>
              <a:spcPct val="0"/>
            </a:spcBef>
            <a:spcAft>
              <a:spcPct val="35000"/>
            </a:spcAft>
            <a:buNone/>
          </a:pPr>
          <a:r>
            <a:rPr lang="en-US" sz="2600" b="0" kern="1200" dirty="0">
              <a:latin typeface="Arial" panose="020B0604020202020204" pitchFamily="34" charset="0"/>
              <a:cs typeface="Arial" panose="020B0604020202020204" pitchFamily="34" charset="0"/>
            </a:rPr>
            <a:t>Helps to achieve and maintain appropriate levels of </a:t>
          </a:r>
          <a:r>
            <a:rPr lang="en-US" sz="2600" b="0" kern="1200" dirty="0">
              <a:solidFill>
                <a:srgbClr val="C00000"/>
              </a:solidFill>
              <a:latin typeface="Arial" panose="020B0604020202020204" pitchFamily="34" charset="0"/>
              <a:cs typeface="Arial" panose="020B0604020202020204" pitchFamily="34" charset="0"/>
            </a:rPr>
            <a:t>confidentiality, integrity, availability, accountability, authenticity, and reliability </a:t>
          </a:r>
          <a:r>
            <a:rPr lang="en-US" sz="2600" b="0" kern="1200" dirty="0">
              <a:latin typeface="Arial" panose="020B0604020202020204" pitchFamily="34" charset="0"/>
              <a:cs typeface="Arial" panose="020B0604020202020204" pitchFamily="34" charset="0"/>
            </a:rPr>
            <a:t>and involves functions such as:</a:t>
          </a:r>
        </a:p>
      </dsp:txBody>
      <dsp:txXfrm>
        <a:off x="0" y="0"/>
        <a:ext cx="8870971" cy="1450628"/>
      </dsp:txXfrm>
    </dsp:sp>
    <dsp:sp modelId="{1C84FA8C-ED9A-FC43-A391-DDDD79295E98}">
      <dsp:nvSpPr>
        <dsp:cNvPr id="0" name=""/>
        <dsp:cNvSpPr/>
      </dsp:nvSpPr>
      <dsp:spPr>
        <a:xfrm>
          <a:off x="2322" y="1450628"/>
          <a:ext cx="1188929" cy="3046319"/>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0" kern="1200" dirty="0">
              <a:latin typeface="Arial" panose="020B0604020202020204" pitchFamily="34" charset="0"/>
              <a:cs typeface="Arial" panose="020B0604020202020204" pitchFamily="34" charset="0"/>
            </a:rPr>
            <a:t>Determining organizational         IT security objectives, strategies, and policies</a:t>
          </a:r>
        </a:p>
      </dsp:txBody>
      <dsp:txXfrm>
        <a:off x="2322" y="1450628"/>
        <a:ext cx="1188929" cy="3046319"/>
      </dsp:txXfrm>
    </dsp:sp>
    <dsp:sp modelId="{133A0DB5-B4DC-EE4F-97ED-465127DA17DB}">
      <dsp:nvSpPr>
        <dsp:cNvPr id="0" name=""/>
        <dsp:cNvSpPr/>
      </dsp:nvSpPr>
      <dsp:spPr>
        <a:xfrm>
          <a:off x="1191251" y="1450628"/>
          <a:ext cx="1311113" cy="3046319"/>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0" kern="1200">
              <a:latin typeface="Arial" panose="020B0604020202020204" pitchFamily="34" charset="0"/>
              <a:cs typeface="Arial" panose="020B0604020202020204" pitchFamily="34" charset="0"/>
            </a:rPr>
            <a:t>Determining organizational IT security requirements</a:t>
          </a:r>
          <a:endParaRPr lang="en-US" sz="1200" b="0" kern="1200" dirty="0">
            <a:latin typeface="Arial" panose="020B0604020202020204" pitchFamily="34" charset="0"/>
            <a:cs typeface="Arial" panose="020B0604020202020204" pitchFamily="34" charset="0"/>
          </a:endParaRPr>
        </a:p>
      </dsp:txBody>
      <dsp:txXfrm>
        <a:off x="1191251" y="1450628"/>
        <a:ext cx="1311113" cy="3046319"/>
      </dsp:txXfrm>
    </dsp:sp>
    <dsp:sp modelId="{91F63209-B40C-294A-A932-B982AEBD2ABF}">
      <dsp:nvSpPr>
        <dsp:cNvPr id="0" name=""/>
        <dsp:cNvSpPr/>
      </dsp:nvSpPr>
      <dsp:spPr>
        <a:xfrm>
          <a:off x="2502364" y="1450628"/>
          <a:ext cx="1189970" cy="3046319"/>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0" kern="1200">
              <a:latin typeface="Arial" panose="020B0604020202020204" pitchFamily="34" charset="0"/>
              <a:cs typeface="Arial" panose="020B0604020202020204" pitchFamily="34" charset="0"/>
            </a:rPr>
            <a:t>Identifying and analyzing security threats to IT assets within the organization</a:t>
          </a:r>
          <a:endParaRPr lang="en-US" sz="1200" b="0" kern="1200" dirty="0">
            <a:latin typeface="Arial" panose="020B0604020202020204" pitchFamily="34" charset="0"/>
            <a:cs typeface="Arial" panose="020B0604020202020204" pitchFamily="34" charset="0"/>
          </a:endParaRPr>
        </a:p>
      </dsp:txBody>
      <dsp:txXfrm>
        <a:off x="2502364" y="1450628"/>
        <a:ext cx="1189970" cy="3046319"/>
      </dsp:txXfrm>
    </dsp:sp>
    <dsp:sp modelId="{1932F4D9-3099-CD47-A33A-8F7F982E4626}">
      <dsp:nvSpPr>
        <dsp:cNvPr id="0" name=""/>
        <dsp:cNvSpPr/>
      </dsp:nvSpPr>
      <dsp:spPr>
        <a:xfrm>
          <a:off x="3692334" y="1450628"/>
          <a:ext cx="910160" cy="3046319"/>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0" kern="1200" dirty="0">
              <a:latin typeface="Arial" panose="020B0604020202020204" pitchFamily="34" charset="0"/>
              <a:cs typeface="Arial" panose="020B0604020202020204" pitchFamily="34" charset="0"/>
            </a:rPr>
            <a:t>Identifying and analyzing risks</a:t>
          </a:r>
        </a:p>
      </dsp:txBody>
      <dsp:txXfrm>
        <a:off x="3692334" y="1450628"/>
        <a:ext cx="910160" cy="3046319"/>
      </dsp:txXfrm>
    </dsp:sp>
    <dsp:sp modelId="{32E9282E-07BA-1F46-8BAE-3D761FEF1ED8}">
      <dsp:nvSpPr>
        <dsp:cNvPr id="0" name=""/>
        <dsp:cNvSpPr/>
      </dsp:nvSpPr>
      <dsp:spPr>
        <a:xfrm>
          <a:off x="4602495" y="1450628"/>
          <a:ext cx="1013213" cy="3046319"/>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0" kern="1200" dirty="0">
              <a:latin typeface="Arial" panose="020B0604020202020204" pitchFamily="34" charset="0"/>
              <a:cs typeface="Arial" panose="020B0604020202020204" pitchFamily="34" charset="0"/>
            </a:rPr>
            <a:t>Specifying appropriate safeguards</a:t>
          </a:r>
        </a:p>
      </dsp:txBody>
      <dsp:txXfrm>
        <a:off x="4602495" y="1450628"/>
        <a:ext cx="1013213" cy="3046319"/>
      </dsp:txXfrm>
    </dsp:sp>
    <dsp:sp modelId="{24676DF4-7AD2-B944-AB30-B7D9C5A5000D}">
      <dsp:nvSpPr>
        <dsp:cNvPr id="0" name=""/>
        <dsp:cNvSpPr/>
      </dsp:nvSpPr>
      <dsp:spPr>
        <a:xfrm>
          <a:off x="5615709" y="1443408"/>
          <a:ext cx="1184477" cy="3060759"/>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11175" rtl="0">
            <a:lnSpc>
              <a:spcPct val="90000"/>
            </a:lnSpc>
            <a:spcBef>
              <a:spcPct val="0"/>
            </a:spcBef>
            <a:spcAft>
              <a:spcPct val="35000"/>
            </a:spcAft>
            <a:buNone/>
          </a:pPr>
          <a:r>
            <a:rPr lang="en-US" sz="1150" b="0" kern="1200" dirty="0">
              <a:latin typeface="Arial" panose="020B0604020202020204" pitchFamily="34" charset="0"/>
              <a:cs typeface="Arial" panose="020B0604020202020204" pitchFamily="34" charset="0"/>
            </a:rPr>
            <a:t>Monitoring the implementation and operation of safeguards that are necessary in order to cost effectively protect the information and services within the organization</a:t>
          </a:r>
        </a:p>
      </dsp:txBody>
      <dsp:txXfrm>
        <a:off x="5615709" y="1443408"/>
        <a:ext cx="1184477" cy="3060759"/>
      </dsp:txXfrm>
    </dsp:sp>
    <dsp:sp modelId="{28C3CB3C-C7D2-CB49-A95C-0705ACD23DED}">
      <dsp:nvSpPr>
        <dsp:cNvPr id="0" name=""/>
        <dsp:cNvSpPr/>
      </dsp:nvSpPr>
      <dsp:spPr>
        <a:xfrm>
          <a:off x="6800186" y="1450628"/>
          <a:ext cx="1177630" cy="3046319"/>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0" kern="1200" dirty="0">
              <a:latin typeface="Arial" panose="020B0604020202020204" pitchFamily="34" charset="0"/>
              <a:cs typeface="Arial" panose="020B0604020202020204" pitchFamily="34" charset="0"/>
            </a:rPr>
            <a:t>Developing and implementing a security awareness program</a:t>
          </a:r>
        </a:p>
      </dsp:txBody>
      <dsp:txXfrm>
        <a:off x="6800186" y="1450628"/>
        <a:ext cx="1177630" cy="3046319"/>
      </dsp:txXfrm>
    </dsp:sp>
    <dsp:sp modelId="{932EB49E-B7CA-6943-9EE4-2E29970FB7DB}">
      <dsp:nvSpPr>
        <dsp:cNvPr id="0" name=""/>
        <dsp:cNvSpPr/>
      </dsp:nvSpPr>
      <dsp:spPr>
        <a:xfrm>
          <a:off x="7977816" y="1450628"/>
          <a:ext cx="890831" cy="3046319"/>
        </a:xfrm>
        <a:prstGeom prst="rect">
          <a:avLst/>
        </a:prstGeom>
        <a:solidFill>
          <a:schemeClr val="accent3">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b="0" kern="1200" dirty="0">
              <a:latin typeface="Arial" panose="020B0604020202020204" pitchFamily="34" charset="0"/>
              <a:cs typeface="Arial" panose="020B0604020202020204" pitchFamily="34" charset="0"/>
            </a:rPr>
            <a:t>Detecting and reacting to incidents</a:t>
          </a:r>
        </a:p>
      </dsp:txBody>
      <dsp:txXfrm>
        <a:off x="7977816" y="1450628"/>
        <a:ext cx="890831" cy="3046319"/>
      </dsp:txXfrm>
    </dsp:sp>
    <dsp:sp modelId="{FFE7BA93-BDD0-984C-89E5-5B213247846F}">
      <dsp:nvSpPr>
        <dsp:cNvPr id="0" name=""/>
        <dsp:cNvSpPr/>
      </dsp:nvSpPr>
      <dsp:spPr>
        <a:xfrm>
          <a:off x="0" y="4496948"/>
          <a:ext cx="8870971" cy="338479"/>
        </a:xfrm>
        <a:prstGeom prst="rect">
          <a:avLst/>
        </a:prstGeom>
        <a:solidFill>
          <a:schemeClr val="accent3">
            <a:lumMod val="7500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11F8B2-A2DD-5E42-83BE-338AE56DA0B9}">
      <dsp:nvSpPr>
        <dsp:cNvPr id="0" name=""/>
        <dsp:cNvSpPr/>
      </dsp:nvSpPr>
      <dsp:spPr>
        <a:xfrm>
          <a:off x="0" y="0"/>
          <a:ext cx="3048000" cy="4572000"/>
        </a:xfrm>
        <a:prstGeom prst="roundRect">
          <a:avLst>
            <a:gd name="adj" fmla="val 10000"/>
          </a:avLst>
        </a:prstGeom>
        <a:solidFill>
          <a:schemeClr val="accent5">
            <a:lumMod val="60000"/>
            <a:lumOff val="4000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latin typeface="Arial" panose="020B0604020202020204" pitchFamily="34" charset="0"/>
              <a:cs typeface="Arial" panose="020B0604020202020204" pitchFamily="34" charset="0"/>
            </a:rPr>
            <a:t>First examine organization’s IT security:</a:t>
          </a:r>
        </a:p>
      </dsp:txBody>
      <dsp:txXfrm>
        <a:off x="0" y="0"/>
        <a:ext cx="3048000" cy="1371600"/>
      </dsp:txXfrm>
    </dsp:sp>
    <dsp:sp modelId="{52E71F39-9D61-6744-A980-F4B723FA1F95}">
      <dsp:nvSpPr>
        <dsp:cNvPr id="0" name=""/>
        <dsp:cNvSpPr/>
      </dsp:nvSpPr>
      <dsp:spPr>
        <a:xfrm>
          <a:off x="304800" y="1371990"/>
          <a:ext cx="2438400" cy="898214"/>
        </a:xfrm>
        <a:prstGeom prst="roundRect">
          <a:avLst>
            <a:gd name="adj" fmla="val 10000"/>
          </a:avLst>
        </a:prstGeom>
        <a:solidFill>
          <a:schemeClr val="accent5">
            <a:lumMod val="50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b="1" i="0" kern="1200">
              <a:latin typeface="Arial" panose="020B0604020202020204" pitchFamily="34" charset="0"/>
              <a:cs typeface="Arial" panose="020B0604020202020204" pitchFamily="34" charset="0"/>
            </a:rPr>
            <a:t>Objectives</a:t>
          </a:r>
          <a:r>
            <a:rPr lang="en-US" sz="1900" kern="1200">
              <a:latin typeface="Arial" panose="020B0604020202020204" pitchFamily="34" charset="0"/>
              <a:cs typeface="Arial" panose="020B0604020202020204" pitchFamily="34" charset="0"/>
            </a:rPr>
            <a:t> - wanted IT security outcomes</a:t>
          </a:r>
          <a:endParaRPr lang="en-US" sz="1900" kern="1200" dirty="0">
            <a:latin typeface="Arial" panose="020B0604020202020204" pitchFamily="34" charset="0"/>
            <a:cs typeface="Arial" panose="020B0604020202020204" pitchFamily="34" charset="0"/>
          </a:endParaRPr>
        </a:p>
      </dsp:txBody>
      <dsp:txXfrm>
        <a:off x="331108" y="1398298"/>
        <a:ext cx="2385784" cy="845598"/>
      </dsp:txXfrm>
    </dsp:sp>
    <dsp:sp modelId="{895D45A9-5732-1F49-82EE-95819AA2B3C9}">
      <dsp:nvSpPr>
        <dsp:cNvPr id="0" name=""/>
        <dsp:cNvSpPr/>
      </dsp:nvSpPr>
      <dsp:spPr>
        <a:xfrm>
          <a:off x="304800" y="2408392"/>
          <a:ext cx="2438400" cy="898214"/>
        </a:xfrm>
        <a:prstGeom prst="roundRect">
          <a:avLst>
            <a:gd name="adj" fmla="val 10000"/>
          </a:avLst>
        </a:prstGeom>
        <a:solidFill>
          <a:schemeClr val="accent5">
            <a:lumMod val="50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b="1" i="0" kern="1200" dirty="0">
              <a:latin typeface="Arial" panose="020B0604020202020204" pitchFamily="34" charset="0"/>
              <a:cs typeface="Arial" panose="020B0604020202020204" pitchFamily="34" charset="0"/>
            </a:rPr>
            <a:t>Strategies</a:t>
          </a:r>
          <a:r>
            <a:rPr lang="en-US" sz="1900" kern="1200" dirty="0">
              <a:latin typeface="Arial" panose="020B0604020202020204" pitchFamily="34" charset="0"/>
              <a:cs typeface="Arial" panose="020B0604020202020204" pitchFamily="34" charset="0"/>
            </a:rPr>
            <a:t> - how to meet objectives</a:t>
          </a:r>
        </a:p>
      </dsp:txBody>
      <dsp:txXfrm>
        <a:off x="331108" y="2434700"/>
        <a:ext cx="2385784" cy="845598"/>
      </dsp:txXfrm>
    </dsp:sp>
    <dsp:sp modelId="{C0C6AEA2-1A13-364E-9701-B43766F33FE2}">
      <dsp:nvSpPr>
        <dsp:cNvPr id="0" name=""/>
        <dsp:cNvSpPr/>
      </dsp:nvSpPr>
      <dsp:spPr>
        <a:xfrm>
          <a:off x="304800" y="3444794"/>
          <a:ext cx="2438400" cy="898214"/>
        </a:xfrm>
        <a:prstGeom prst="roundRect">
          <a:avLst>
            <a:gd name="adj" fmla="val 10000"/>
          </a:avLst>
        </a:prstGeom>
        <a:solidFill>
          <a:schemeClr val="accent5">
            <a:lumMod val="50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b="1" i="0" kern="1200" dirty="0">
              <a:latin typeface="Arial" panose="020B0604020202020204" pitchFamily="34" charset="0"/>
              <a:cs typeface="Arial" panose="020B0604020202020204" pitchFamily="34" charset="0"/>
            </a:rPr>
            <a:t>Policies</a:t>
          </a:r>
          <a:r>
            <a:rPr lang="en-US" sz="1900" kern="1200" dirty="0">
              <a:latin typeface="Arial" panose="020B0604020202020204" pitchFamily="34" charset="0"/>
              <a:cs typeface="Arial" panose="020B0604020202020204" pitchFamily="34" charset="0"/>
            </a:rPr>
            <a:t> - identify what needs to be done</a:t>
          </a:r>
        </a:p>
      </dsp:txBody>
      <dsp:txXfrm>
        <a:off x="331108" y="3471102"/>
        <a:ext cx="2385784" cy="8455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6AD136-B7C9-274B-BAA3-ED6F6C9CCA25}">
      <dsp:nvSpPr>
        <dsp:cNvPr id="0" name=""/>
        <dsp:cNvSpPr/>
      </dsp:nvSpPr>
      <dsp:spPr>
        <a:xfrm>
          <a:off x="515421" y="3050"/>
          <a:ext cx="2321049" cy="1392629"/>
        </a:xfrm>
        <a:prstGeom prst="rect">
          <a:avLst/>
        </a:prstGeom>
        <a:gradFill rotWithShape="0">
          <a:gsLst>
            <a:gs pos="0">
              <a:schemeClr val="accent6">
                <a:shade val="80000"/>
                <a:hueOff val="0"/>
                <a:satOff val="0"/>
                <a:lumOff val="0"/>
                <a:alphaOff val="0"/>
                <a:tint val="100000"/>
                <a:shade val="100000"/>
                <a:satMod val="130000"/>
              </a:schemeClr>
            </a:gs>
            <a:gs pos="100000">
              <a:schemeClr val="accent6">
                <a:shade val="8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kern="1200" dirty="0">
              <a:solidFill>
                <a:schemeClr val="tx1"/>
              </a:solidFill>
              <a:latin typeface="Arial" panose="020B0604020202020204" pitchFamily="34" charset="0"/>
              <a:cs typeface="Arial" panose="020B0604020202020204" pitchFamily="34" charset="0"/>
            </a:rPr>
            <a:t>Involves conducting an informal, pragmatic risk analysis on organization’s IT systems</a:t>
          </a:r>
        </a:p>
      </dsp:txBody>
      <dsp:txXfrm>
        <a:off x="515421" y="3050"/>
        <a:ext cx="2321049" cy="1392629"/>
      </dsp:txXfrm>
    </dsp:sp>
    <dsp:sp modelId="{DBDFDA52-54DF-FD4F-AF18-F58A40344FFD}">
      <dsp:nvSpPr>
        <dsp:cNvPr id="0" name=""/>
        <dsp:cNvSpPr/>
      </dsp:nvSpPr>
      <dsp:spPr>
        <a:xfrm>
          <a:off x="3068575" y="3050"/>
          <a:ext cx="2321049" cy="1392629"/>
        </a:xfrm>
        <a:prstGeom prst="rect">
          <a:avLst/>
        </a:prstGeom>
        <a:gradFill rotWithShape="0">
          <a:gsLst>
            <a:gs pos="0">
              <a:schemeClr val="accent6">
                <a:shade val="80000"/>
                <a:hueOff val="-63615"/>
                <a:satOff val="2835"/>
                <a:lumOff val="3963"/>
                <a:alphaOff val="0"/>
                <a:tint val="100000"/>
                <a:shade val="100000"/>
                <a:satMod val="130000"/>
              </a:schemeClr>
            </a:gs>
            <a:gs pos="100000">
              <a:schemeClr val="accent6">
                <a:shade val="80000"/>
                <a:hueOff val="-63615"/>
                <a:satOff val="2835"/>
                <a:lumOff val="396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kern="1200" dirty="0">
              <a:solidFill>
                <a:srgbClr val="C00000"/>
              </a:solidFill>
              <a:latin typeface="Arial" panose="020B0604020202020204" pitchFamily="34" charset="0"/>
              <a:cs typeface="Arial" panose="020B0604020202020204" pitchFamily="34" charset="0"/>
            </a:rPr>
            <a:t>Exploits knowledge and expertise of analyst</a:t>
          </a:r>
        </a:p>
      </dsp:txBody>
      <dsp:txXfrm>
        <a:off x="3068575" y="3050"/>
        <a:ext cx="2321049" cy="1392629"/>
      </dsp:txXfrm>
    </dsp:sp>
    <dsp:sp modelId="{691FA8D8-FAA7-5A43-8034-FB5E02C27D1C}">
      <dsp:nvSpPr>
        <dsp:cNvPr id="0" name=""/>
        <dsp:cNvSpPr/>
      </dsp:nvSpPr>
      <dsp:spPr>
        <a:xfrm>
          <a:off x="5621729" y="3050"/>
          <a:ext cx="2321049" cy="1392629"/>
        </a:xfrm>
        <a:prstGeom prst="rect">
          <a:avLst/>
        </a:prstGeom>
        <a:gradFill rotWithShape="0">
          <a:gsLst>
            <a:gs pos="0">
              <a:schemeClr val="accent6">
                <a:shade val="80000"/>
                <a:hueOff val="-127231"/>
                <a:satOff val="5670"/>
                <a:lumOff val="7926"/>
                <a:alphaOff val="0"/>
                <a:tint val="100000"/>
                <a:shade val="100000"/>
                <a:satMod val="130000"/>
              </a:schemeClr>
            </a:gs>
            <a:gs pos="100000">
              <a:schemeClr val="accent6">
                <a:shade val="80000"/>
                <a:hueOff val="-127231"/>
                <a:satOff val="5670"/>
                <a:lumOff val="792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kern="1200">
              <a:solidFill>
                <a:schemeClr val="tx1"/>
              </a:solidFill>
              <a:latin typeface="Arial" panose="020B0604020202020204" pitchFamily="34" charset="0"/>
              <a:cs typeface="Arial" panose="020B0604020202020204" pitchFamily="34" charset="0"/>
            </a:rPr>
            <a:t>Fairly quick and cheap</a:t>
          </a:r>
        </a:p>
      </dsp:txBody>
      <dsp:txXfrm>
        <a:off x="5621729" y="3050"/>
        <a:ext cx="2321049" cy="1392629"/>
      </dsp:txXfrm>
    </dsp:sp>
    <dsp:sp modelId="{43F73BA4-37E8-5C43-958E-410D6A2C3C31}">
      <dsp:nvSpPr>
        <dsp:cNvPr id="0" name=""/>
        <dsp:cNvSpPr/>
      </dsp:nvSpPr>
      <dsp:spPr>
        <a:xfrm>
          <a:off x="515421" y="1627785"/>
          <a:ext cx="2321049" cy="1392629"/>
        </a:xfrm>
        <a:prstGeom prst="rect">
          <a:avLst/>
        </a:prstGeom>
        <a:gradFill rotWithShape="0">
          <a:gsLst>
            <a:gs pos="63000">
              <a:srgbClr val="FF0000"/>
            </a:gs>
            <a:gs pos="0">
              <a:schemeClr val="accent6">
                <a:shade val="80000"/>
                <a:hueOff val="-190846"/>
                <a:satOff val="8505"/>
                <a:lumOff val="11889"/>
                <a:alphaOff val="0"/>
                <a:tint val="100000"/>
                <a:shade val="100000"/>
                <a:satMod val="130000"/>
              </a:schemeClr>
            </a:gs>
            <a:gs pos="100000">
              <a:schemeClr val="accent6">
                <a:shade val="80000"/>
                <a:hueOff val="-190846"/>
                <a:satOff val="8505"/>
                <a:lumOff val="1188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kern="1200" dirty="0">
              <a:solidFill>
                <a:schemeClr val="tx1"/>
              </a:solidFill>
              <a:latin typeface="Arial" panose="020B0604020202020204" pitchFamily="34" charset="0"/>
              <a:cs typeface="Arial" panose="020B0604020202020204" pitchFamily="34" charset="0"/>
            </a:rPr>
            <a:t>Judgments can be made about vulnerabilities and risks that baseline approach would not address</a:t>
          </a:r>
        </a:p>
      </dsp:txBody>
      <dsp:txXfrm>
        <a:off x="515421" y="1627785"/>
        <a:ext cx="2321049" cy="1392629"/>
      </dsp:txXfrm>
    </dsp:sp>
    <dsp:sp modelId="{AEEE60DB-6458-F746-A183-1711429D5185}">
      <dsp:nvSpPr>
        <dsp:cNvPr id="0" name=""/>
        <dsp:cNvSpPr/>
      </dsp:nvSpPr>
      <dsp:spPr>
        <a:xfrm>
          <a:off x="3068575" y="1627785"/>
          <a:ext cx="2321049" cy="1392629"/>
        </a:xfrm>
        <a:prstGeom prst="rect">
          <a:avLst/>
        </a:prstGeom>
        <a:gradFill rotWithShape="0">
          <a:gsLst>
            <a:gs pos="63000">
              <a:srgbClr val="FF0000"/>
            </a:gs>
            <a:gs pos="0">
              <a:schemeClr val="accent6">
                <a:shade val="80000"/>
                <a:hueOff val="-190846"/>
                <a:satOff val="8505"/>
                <a:lumOff val="11889"/>
                <a:alphaOff val="0"/>
                <a:tint val="100000"/>
                <a:shade val="100000"/>
                <a:satMod val="130000"/>
              </a:schemeClr>
            </a:gs>
            <a:gs pos="100000">
              <a:schemeClr val="accent6">
                <a:shade val="80000"/>
                <a:hueOff val="-190846"/>
                <a:satOff val="8505"/>
                <a:lumOff val="1188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kern="1200" dirty="0">
              <a:solidFill>
                <a:schemeClr val="tx1"/>
              </a:solidFill>
              <a:latin typeface="Arial" panose="020B0604020202020204" pitchFamily="34" charset="0"/>
              <a:cs typeface="Arial" panose="020B0604020202020204" pitchFamily="34" charset="0"/>
            </a:rPr>
            <a:t>Some risks may be incorrectly assessed</a:t>
          </a:r>
        </a:p>
      </dsp:txBody>
      <dsp:txXfrm>
        <a:off x="3068575" y="1627785"/>
        <a:ext cx="2321049" cy="1392629"/>
      </dsp:txXfrm>
    </dsp:sp>
    <dsp:sp modelId="{79EB3C42-4ABA-5C4E-8FBD-D211A4BD5743}">
      <dsp:nvSpPr>
        <dsp:cNvPr id="0" name=""/>
        <dsp:cNvSpPr/>
      </dsp:nvSpPr>
      <dsp:spPr>
        <a:xfrm>
          <a:off x="5621729" y="1627785"/>
          <a:ext cx="2321049" cy="1392629"/>
        </a:xfrm>
        <a:prstGeom prst="rect">
          <a:avLst/>
        </a:prstGeom>
        <a:gradFill rotWithShape="0">
          <a:gsLst>
            <a:gs pos="63000">
              <a:srgbClr val="FF0000"/>
            </a:gs>
            <a:gs pos="0">
              <a:schemeClr val="accent6">
                <a:shade val="80000"/>
                <a:hueOff val="-190846"/>
                <a:satOff val="8505"/>
                <a:lumOff val="11889"/>
                <a:alphaOff val="0"/>
                <a:tint val="100000"/>
                <a:shade val="100000"/>
                <a:satMod val="130000"/>
              </a:schemeClr>
            </a:gs>
            <a:gs pos="100000">
              <a:schemeClr val="accent6">
                <a:shade val="80000"/>
                <a:hueOff val="-190846"/>
                <a:satOff val="8505"/>
                <a:lumOff val="1188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kern="1200">
              <a:solidFill>
                <a:schemeClr val="tx1"/>
              </a:solidFill>
              <a:latin typeface="Arial" panose="020B0604020202020204" pitchFamily="34" charset="0"/>
              <a:cs typeface="Arial" panose="020B0604020202020204" pitchFamily="34" charset="0"/>
            </a:rPr>
            <a:t>Skewed by analyst’s views, varies over time</a:t>
          </a:r>
        </a:p>
      </dsp:txBody>
      <dsp:txXfrm>
        <a:off x="5621729" y="1627785"/>
        <a:ext cx="2321049" cy="1392629"/>
      </dsp:txXfrm>
    </dsp:sp>
    <dsp:sp modelId="{7E7614A5-6B20-E94D-95D9-EF0CD561E626}">
      <dsp:nvSpPr>
        <dsp:cNvPr id="0" name=""/>
        <dsp:cNvSpPr/>
      </dsp:nvSpPr>
      <dsp:spPr>
        <a:xfrm>
          <a:off x="3068575" y="3252519"/>
          <a:ext cx="2321049" cy="1392629"/>
        </a:xfrm>
        <a:prstGeom prst="rect">
          <a:avLst/>
        </a:prstGeom>
        <a:gradFill rotWithShape="0">
          <a:gsLst>
            <a:gs pos="0">
              <a:schemeClr val="accent6">
                <a:shade val="80000"/>
                <a:hueOff val="-381692"/>
                <a:satOff val="17009"/>
                <a:lumOff val="23779"/>
                <a:alphaOff val="0"/>
                <a:tint val="100000"/>
                <a:shade val="100000"/>
                <a:satMod val="130000"/>
              </a:schemeClr>
            </a:gs>
            <a:gs pos="100000">
              <a:schemeClr val="accent6">
                <a:shade val="80000"/>
                <a:hueOff val="-381692"/>
                <a:satOff val="17009"/>
                <a:lumOff val="2377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0" kern="1200" dirty="0">
              <a:solidFill>
                <a:schemeClr val="tx1"/>
              </a:solidFill>
              <a:latin typeface="Arial" panose="020B0604020202020204" pitchFamily="34" charset="0"/>
              <a:cs typeface="Arial" panose="020B0604020202020204" pitchFamily="34" charset="0"/>
            </a:rPr>
            <a:t>Suitable for small to medium sized organizations where IT systems are not necessarily essential</a:t>
          </a:r>
        </a:p>
      </dsp:txBody>
      <dsp:txXfrm>
        <a:off x="3068575" y="3252519"/>
        <a:ext cx="2321049" cy="13926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4A0417-83FF-8944-9F5C-3CB704F64E66}">
      <dsp:nvSpPr>
        <dsp:cNvPr id="0" name=""/>
        <dsp:cNvSpPr/>
      </dsp:nvSpPr>
      <dsp:spPr>
        <a:xfrm>
          <a:off x="307415" y="343886"/>
          <a:ext cx="2032141" cy="1949309"/>
        </a:xfrm>
        <a:prstGeom prst="ellipse">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Arial" panose="020B0604020202020204" pitchFamily="34" charset="0"/>
              <a:cs typeface="Arial" panose="020B0604020202020204" pitchFamily="34" charset="0"/>
            </a:rPr>
            <a:t>Most comprehensive approach</a:t>
          </a:r>
        </a:p>
      </dsp:txBody>
      <dsp:txXfrm>
        <a:off x="605015" y="629356"/>
        <a:ext cx="1436941" cy="1378369"/>
      </dsp:txXfrm>
    </dsp:sp>
    <dsp:sp modelId="{A52486F1-2831-9B4E-AD1E-6C41621B75B7}">
      <dsp:nvSpPr>
        <dsp:cNvPr id="0" name=""/>
        <dsp:cNvSpPr/>
      </dsp:nvSpPr>
      <dsp:spPr>
        <a:xfrm rot="10068188">
          <a:off x="1296265" y="2465078"/>
          <a:ext cx="630104" cy="370175"/>
        </a:xfrm>
        <a:prstGeom prst="triangle">
          <a:avLst/>
        </a:prstGeom>
        <a:solidFill>
          <a:schemeClr val="accent3">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F638F53-A61B-834F-9CC5-23FC39614272}">
      <dsp:nvSpPr>
        <dsp:cNvPr id="0" name=""/>
        <dsp:cNvSpPr/>
      </dsp:nvSpPr>
      <dsp:spPr>
        <a:xfrm>
          <a:off x="617062" y="2986306"/>
          <a:ext cx="2637183" cy="2328746"/>
        </a:xfrm>
        <a:prstGeom prst="ellipse">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kern="1200" dirty="0">
              <a:solidFill>
                <a:schemeClr val="bg1"/>
              </a:solidFill>
              <a:latin typeface="Arial" panose="020B0604020202020204" pitchFamily="34" charset="0"/>
              <a:cs typeface="Arial" panose="020B0604020202020204" pitchFamily="34" charset="0"/>
            </a:rPr>
            <a:t>Assess using formal structured process</a:t>
          </a:r>
        </a:p>
        <a:p>
          <a:pPr marL="114300" lvl="1" indent="-114300" algn="l" defTabSz="577850" rtl="0">
            <a:lnSpc>
              <a:spcPct val="90000"/>
            </a:lnSpc>
            <a:spcBef>
              <a:spcPct val="0"/>
            </a:spcBef>
            <a:spcAft>
              <a:spcPct val="15000"/>
            </a:spcAft>
            <a:buChar char="•"/>
          </a:pPr>
          <a:r>
            <a:rPr lang="en-US" sz="1300" kern="1200" dirty="0">
              <a:solidFill>
                <a:schemeClr val="bg1"/>
              </a:solidFill>
              <a:latin typeface="Arial" panose="020B0604020202020204" pitchFamily="34" charset="0"/>
              <a:cs typeface="Arial" panose="020B0604020202020204" pitchFamily="34" charset="0"/>
            </a:rPr>
            <a:t>Number of stages</a:t>
          </a:r>
        </a:p>
        <a:p>
          <a:pPr marL="114300" lvl="1" indent="-114300" algn="l" defTabSz="577850" rtl="0">
            <a:lnSpc>
              <a:spcPct val="90000"/>
            </a:lnSpc>
            <a:spcBef>
              <a:spcPct val="0"/>
            </a:spcBef>
            <a:spcAft>
              <a:spcPct val="15000"/>
            </a:spcAft>
            <a:buChar char="•"/>
          </a:pPr>
          <a:r>
            <a:rPr lang="en-US" sz="1300" kern="1200" dirty="0">
              <a:solidFill>
                <a:schemeClr val="bg1"/>
              </a:solidFill>
              <a:latin typeface="Arial" panose="020B0604020202020204" pitchFamily="34" charset="0"/>
              <a:cs typeface="Arial" panose="020B0604020202020204" pitchFamily="34" charset="0"/>
            </a:rPr>
            <a:t>Identify threats and vulnerabilities to assets</a:t>
          </a:r>
        </a:p>
        <a:p>
          <a:pPr marL="114300" lvl="1" indent="-114300" algn="l" defTabSz="577850" rtl="0">
            <a:lnSpc>
              <a:spcPct val="90000"/>
            </a:lnSpc>
            <a:spcBef>
              <a:spcPct val="0"/>
            </a:spcBef>
            <a:spcAft>
              <a:spcPct val="15000"/>
            </a:spcAft>
            <a:buChar char="•"/>
          </a:pPr>
          <a:r>
            <a:rPr lang="en-US" sz="1300" kern="1200" dirty="0">
              <a:solidFill>
                <a:schemeClr val="bg1"/>
              </a:solidFill>
              <a:latin typeface="Arial" panose="020B0604020202020204" pitchFamily="34" charset="0"/>
              <a:cs typeface="Arial" panose="020B0604020202020204" pitchFamily="34" charset="0"/>
            </a:rPr>
            <a:t>Identify likelihood of risk occurring and consequences</a:t>
          </a:r>
        </a:p>
      </dsp:txBody>
      <dsp:txXfrm>
        <a:off x="1003269" y="3327343"/>
        <a:ext cx="1864769" cy="1646672"/>
      </dsp:txXfrm>
    </dsp:sp>
    <dsp:sp modelId="{6A83B374-49AC-E341-B08A-D2D878A1B975}">
      <dsp:nvSpPr>
        <dsp:cNvPr id="0" name=""/>
        <dsp:cNvSpPr/>
      </dsp:nvSpPr>
      <dsp:spPr>
        <a:xfrm rot="3112915">
          <a:off x="2815654" y="2750137"/>
          <a:ext cx="630104" cy="370175"/>
        </a:xfrm>
        <a:prstGeom prst="triangle">
          <a:avLst/>
        </a:prstGeom>
        <a:solidFill>
          <a:schemeClr val="accent5">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AF40426-F7A7-EF4D-ADFF-FB0FD8581A63}">
      <dsp:nvSpPr>
        <dsp:cNvPr id="0" name=""/>
        <dsp:cNvSpPr/>
      </dsp:nvSpPr>
      <dsp:spPr>
        <a:xfrm>
          <a:off x="3309369" y="1207862"/>
          <a:ext cx="1771083" cy="1795999"/>
        </a:xfrm>
        <a:prstGeom prst="ellipse">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Arial" panose="020B0604020202020204" pitchFamily="34" charset="0"/>
              <a:cs typeface="Arial" panose="020B0604020202020204" pitchFamily="34" charset="0"/>
            </a:rPr>
            <a:t>Significant cost in time, resources, expertise</a:t>
          </a:r>
        </a:p>
      </dsp:txBody>
      <dsp:txXfrm>
        <a:off x="3568738" y="1470880"/>
        <a:ext cx="1252345" cy="1269963"/>
      </dsp:txXfrm>
    </dsp:sp>
    <dsp:sp modelId="{72CF94A9-1291-2D4B-8301-2A9B97CC9E70}">
      <dsp:nvSpPr>
        <dsp:cNvPr id="0" name=""/>
        <dsp:cNvSpPr/>
      </dsp:nvSpPr>
      <dsp:spPr>
        <a:xfrm rot="4565819">
          <a:off x="5245825" y="1582655"/>
          <a:ext cx="630104" cy="370175"/>
        </a:xfrm>
        <a:prstGeom prst="triangle">
          <a:avLst/>
        </a:prstGeom>
        <a:solidFill>
          <a:schemeClr val="accent3">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728F9B3-AB01-474E-AE42-CBE7C9FF9B20}">
      <dsp:nvSpPr>
        <dsp:cNvPr id="0" name=""/>
        <dsp:cNvSpPr/>
      </dsp:nvSpPr>
      <dsp:spPr>
        <a:xfrm>
          <a:off x="6019201" y="534156"/>
          <a:ext cx="1810061" cy="1792229"/>
        </a:xfrm>
        <a:prstGeom prst="ellipse">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Arial" panose="020B0604020202020204" pitchFamily="34" charset="0"/>
              <a:cs typeface="Arial" panose="020B0604020202020204" pitchFamily="34" charset="0"/>
            </a:rPr>
            <a:t>May be a legal requirement to use</a:t>
          </a:r>
        </a:p>
      </dsp:txBody>
      <dsp:txXfrm>
        <a:off x="6284278" y="796622"/>
        <a:ext cx="1279907" cy="1267297"/>
      </dsp:txXfrm>
    </dsp:sp>
    <dsp:sp modelId="{AB364CC3-BD1C-2343-8FAA-B847232E1751}">
      <dsp:nvSpPr>
        <dsp:cNvPr id="0" name=""/>
        <dsp:cNvSpPr/>
      </dsp:nvSpPr>
      <dsp:spPr>
        <a:xfrm rot="10314691">
          <a:off x="6785899" y="2488676"/>
          <a:ext cx="630104" cy="370175"/>
        </a:xfrm>
        <a:prstGeom prst="triangle">
          <a:avLst/>
        </a:prstGeom>
        <a:solidFill>
          <a:schemeClr val="accent5">
            <a:lumMod val="40000"/>
            <a:lumOff val="6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16A773E-D957-D940-8869-3683996883D3}">
      <dsp:nvSpPr>
        <dsp:cNvPr id="0" name=""/>
        <dsp:cNvSpPr/>
      </dsp:nvSpPr>
      <dsp:spPr>
        <a:xfrm>
          <a:off x="6153404" y="2998487"/>
          <a:ext cx="2307155" cy="2250013"/>
        </a:xfrm>
        <a:prstGeom prst="ellipse">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Arial" panose="020B0604020202020204" pitchFamily="34" charset="0"/>
              <a:cs typeface="Arial" panose="020B0604020202020204" pitchFamily="34" charset="0"/>
            </a:rPr>
            <a:t>Suitable for large organizations with IT systems critical to their business objectives</a:t>
          </a:r>
        </a:p>
      </dsp:txBody>
      <dsp:txXfrm>
        <a:off x="6491279" y="3327994"/>
        <a:ext cx="1631405" cy="15909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539C1B-D207-6D41-9E63-B1D3A25BCE5B}">
      <dsp:nvSpPr>
        <dsp:cNvPr id="0" name=""/>
        <dsp:cNvSpPr/>
      </dsp:nvSpPr>
      <dsp:spPr>
        <a:xfrm>
          <a:off x="0" y="0"/>
          <a:ext cx="7000110" cy="103408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b="0" kern="1200" dirty="0">
              <a:solidFill>
                <a:schemeClr val="accent6">
                  <a:lumMod val="20000"/>
                  <a:lumOff val="80000"/>
                </a:schemeClr>
              </a:solidFill>
              <a:latin typeface="Arial" panose="020B0604020202020204" pitchFamily="34" charset="0"/>
              <a:cs typeface="Arial" panose="020B0604020202020204" pitchFamily="34" charset="0"/>
            </a:rPr>
            <a:t>Provides the most accurate evaluation of an organization's IT system’s security risks</a:t>
          </a:r>
        </a:p>
      </dsp:txBody>
      <dsp:txXfrm>
        <a:off x="30287" y="30287"/>
        <a:ext cx="5796868" cy="973514"/>
      </dsp:txXfrm>
    </dsp:sp>
    <dsp:sp modelId="{63A3998D-6FE7-E24C-8B4A-A96ACBF9E37C}">
      <dsp:nvSpPr>
        <dsp:cNvPr id="0" name=""/>
        <dsp:cNvSpPr/>
      </dsp:nvSpPr>
      <dsp:spPr>
        <a:xfrm>
          <a:off x="586259" y="1222104"/>
          <a:ext cx="7000110" cy="1034088"/>
        </a:xfrm>
        <a:prstGeom prst="roundRect">
          <a:avLst>
            <a:gd name="adj" fmla="val 10000"/>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b="0" kern="1200" dirty="0">
              <a:solidFill>
                <a:schemeClr val="accent6">
                  <a:lumMod val="20000"/>
                  <a:lumOff val="80000"/>
                </a:schemeClr>
              </a:solidFill>
              <a:latin typeface="Arial" panose="020B0604020202020204" pitchFamily="34" charset="0"/>
              <a:cs typeface="Arial" panose="020B0604020202020204" pitchFamily="34" charset="0"/>
            </a:rPr>
            <a:t>Highest cost</a:t>
          </a:r>
        </a:p>
      </dsp:txBody>
      <dsp:txXfrm>
        <a:off x="616546" y="1252391"/>
        <a:ext cx="5681119" cy="973514"/>
      </dsp:txXfrm>
    </dsp:sp>
    <dsp:sp modelId="{CB33949F-13F7-0F47-A426-A50EA9949A16}">
      <dsp:nvSpPr>
        <dsp:cNvPr id="0" name=""/>
        <dsp:cNvSpPr/>
      </dsp:nvSpPr>
      <dsp:spPr>
        <a:xfrm>
          <a:off x="1163768" y="2444209"/>
          <a:ext cx="7000110" cy="1034088"/>
        </a:xfrm>
        <a:prstGeom prst="roundRect">
          <a:avLst>
            <a:gd name="adj" fmla="val 10000"/>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b="0" kern="1200" dirty="0">
              <a:solidFill>
                <a:schemeClr val="accent6">
                  <a:lumMod val="20000"/>
                  <a:lumOff val="80000"/>
                </a:schemeClr>
              </a:solidFill>
              <a:latin typeface="Arial" panose="020B0604020202020204" pitchFamily="34" charset="0"/>
              <a:cs typeface="Arial" panose="020B0604020202020204" pitchFamily="34" charset="0"/>
            </a:rPr>
            <a:t>Initially focused on addressing defense security concerns</a:t>
          </a:r>
        </a:p>
      </dsp:txBody>
      <dsp:txXfrm>
        <a:off x="1194055" y="2474496"/>
        <a:ext cx="5689869" cy="973514"/>
      </dsp:txXfrm>
    </dsp:sp>
    <dsp:sp modelId="{FED0590C-947A-C448-91A7-379866A4B7AE}">
      <dsp:nvSpPr>
        <dsp:cNvPr id="0" name=""/>
        <dsp:cNvSpPr/>
      </dsp:nvSpPr>
      <dsp:spPr>
        <a:xfrm>
          <a:off x="1750027" y="3666314"/>
          <a:ext cx="7000110" cy="1034088"/>
        </a:xfrm>
        <a:prstGeom prst="roundRect">
          <a:avLst>
            <a:gd name="adj" fmla="val 10000"/>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b="0" kern="1200" dirty="0">
              <a:solidFill>
                <a:schemeClr val="accent6">
                  <a:lumMod val="20000"/>
                  <a:lumOff val="80000"/>
                </a:schemeClr>
              </a:solidFill>
              <a:latin typeface="Arial" panose="020B0604020202020204" pitchFamily="34" charset="0"/>
              <a:cs typeface="Arial" panose="020B0604020202020204" pitchFamily="34" charset="0"/>
            </a:rPr>
            <a:t>Often mandated by government organizations and associated businesses</a:t>
          </a:r>
        </a:p>
      </dsp:txBody>
      <dsp:txXfrm>
        <a:off x="1780314" y="3696601"/>
        <a:ext cx="5681119" cy="973514"/>
      </dsp:txXfrm>
    </dsp:sp>
    <dsp:sp modelId="{8CD4D033-1A1A-5443-9A5D-FD849767E8AB}">
      <dsp:nvSpPr>
        <dsp:cNvPr id="0" name=""/>
        <dsp:cNvSpPr/>
      </dsp:nvSpPr>
      <dsp:spPr>
        <a:xfrm>
          <a:off x="6327952" y="792017"/>
          <a:ext cx="672157" cy="672157"/>
        </a:xfrm>
        <a:prstGeom prst="downArrow">
          <a:avLst>
            <a:gd name="adj1" fmla="val 55000"/>
            <a:gd name="adj2" fmla="val 45000"/>
          </a:avLst>
        </a:prstGeom>
        <a:solidFill>
          <a:schemeClr val="accent3">
            <a:lumMod val="50000"/>
            <a:alpha val="9000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b="0" kern="1200">
            <a:latin typeface="Arial" panose="020B0604020202020204" pitchFamily="34" charset="0"/>
            <a:cs typeface="Arial" panose="020B0604020202020204" pitchFamily="34" charset="0"/>
          </a:endParaRPr>
        </a:p>
      </dsp:txBody>
      <dsp:txXfrm>
        <a:off x="6479187" y="792017"/>
        <a:ext cx="369687" cy="505798"/>
      </dsp:txXfrm>
    </dsp:sp>
    <dsp:sp modelId="{8A79505C-7920-834B-868D-EF863817A317}">
      <dsp:nvSpPr>
        <dsp:cNvPr id="0" name=""/>
        <dsp:cNvSpPr/>
      </dsp:nvSpPr>
      <dsp:spPr>
        <a:xfrm>
          <a:off x="6914212" y="2014122"/>
          <a:ext cx="672157" cy="672157"/>
        </a:xfrm>
        <a:prstGeom prst="downArrow">
          <a:avLst>
            <a:gd name="adj1" fmla="val 55000"/>
            <a:gd name="adj2" fmla="val 45000"/>
          </a:avLst>
        </a:prstGeom>
        <a:solidFill>
          <a:schemeClr val="accent5">
            <a:lumMod val="50000"/>
            <a:alpha val="9000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b="0" kern="1200">
            <a:latin typeface="Arial" panose="020B0604020202020204" pitchFamily="34" charset="0"/>
            <a:cs typeface="Arial" panose="020B0604020202020204" pitchFamily="34" charset="0"/>
          </a:endParaRPr>
        </a:p>
      </dsp:txBody>
      <dsp:txXfrm>
        <a:off x="7065447" y="2014122"/>
        <a:ext cx="369687" cy="505798"/>
      </dsp:txXfrm>
    </dsp:sp>
    <dsp:sp modelId="{8348CDD8-1994-4B42-B858-DD43A4D8BB99}">
      <dsp:nvSpPr>
        <dsp:cNvPr id="0" name=""/>
        <dsp:cNvSpPr/>
      </dsp:nvSpPr>
      <dsp:spPr>
        <a:xfrm>
          <a:off x="7491721" y="3236227"/>
          <a:ext cx="672157" cy="672157"/>
        </a:xfrm>
        <a:prstGeom prst="downArrow">
          <a:avLst>
            <a:gd name="adj1" fmla="val 55000"/>
            <a:gd name="adj2" fmla="val 45000"/>
          </a:avLst>
        </a:prstGeom>
        <a:solidFill>
          <a:schemeClr val="accent3">
            <a:lumMod val="50000"/>
            <a:alpha val="9000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b="0" kern="1200">
            <a:latin typeface="Arial" panose="020B0604020202020204" pitchFamily="34" charset="0"/>
            <a:cs typeface="Arial" panose="020B0604020202020204" pitchFamily="34" charset="0"/>
          </a:endParaRPr>
        </a:p>
      </dsp:txBody>
      <dsp:txXfrm>
        <a:off x="7642956" y="3236227"/>
        <a:ext cx="369687" cy="50579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DCED59-5831-8746-920B-E8FC2BE38DE0}">
      <dsp:nvSpPr>
        <dsp:cNvPr id="0" name=""/>
        <dsp:cNvSpPr/>
      </dsp:nvSpPr>
      <dsp:spPr>
        <a:xfrm>
          <a:off x="3008030" y="1212413"/>
          <a:ext cx="3020397" cy="3020397"/>
        </a:xfrm>
        <a:prstGeom prst="ellipse">
          <a:avLst/>
        </a:prstGeom>
        <a:solidFill>
          <a:schemeClr val="bg1">
            <a:lumMod val="50000"/>
          </a:scheme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Arial" panose="020B0604020202020204" pitchFamily="34" charset="0"/>
              <a:cs typeface="Arial" panose="020B0604020202020204" pitchFamily="34" charset="0"/>
            </a:rPr>
            <a:t>Threat is Anything that might hinder or prevent an asset from providing appropriate levels of the key security services</a:t>
          </a:r>
        </a:p>
      </dsp:txBody>
      <dsp:txXfrm>
        <a:off x="3450357" y="1654740"/>
        <a:ext cx="2135743" cy="2135743"/>
      </dsp:txXfrm>
    </dsp:sp>
    <dsp:sp modelId="{4B08B501-66AB-4248-8253-D4694DE12555}">
      <dsp:nvSpPr>
        <dsp:cNvPr id="0" name=""/>
        <dsp:cNvSpPr/>
      </dsp:nvSpPr>
      <dsp:spPr>
        <a:xfrm>
          <a:off x="3763129" y="539"/>
          <a:ext cx="1510198" cy="1510198"/>
        </a:xfrm>
        <a:prstGeom prst="ellipse">
          <a:avLst/>
        </a:prstGeom>
        <a:solidFill>
          <a:schemeClr val="accent3">
            <a:lumMod val="75000"/>
          </a:scheme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Integrity</a:t>
          </a:r>
        </a:p>
      </dsp:txBody>
      <dsp:txXfrm>
        <a:off x="3984292" y="221702"/>
        <a:ext cx="1067872" cy="1067872"/>
      </dsp:txXfrm>
    </dsp:sp>
    <dsp:sp modelId="{87CA51B6-BDF1-9B48-BA0C-54E26B9325A8}">
      <dsp:nvSpPr>
        <dsp:cNvPr id="0" name=""/>
        <dsp:cNvSpPr/>
      </dsp:nvSpPr>
      <dsp:spPr>
        <a:xfrm>
          <a:off x="5545825" y="960930"/>
          <a:ext cx="1842427" cy="1556410"/>
        </a:xfrm>
        <a:prstGeom prst="ellipse">
          <a:avLst/>
        </a:prstGeom>
        <a:solidFill>
          <a:schemeClr val="accent5">
            <a:lumMod val="75000"/>
          </a:scheme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US" sz="18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endParaRPr>
        </a:p>
        <a:p>
          <a:pPr marL="0" lvl="0" indent="0" algn="ctr" defTabSz="800100">
            <a:lnSpc>
              <a:spcPct val="90000"/>
            </a:lnSpc>
            <a:spcBef>
              <a:spcPct val="0"/>
            </a:spcBef>
            <a:spcAft>
              <a:spcPct val="35000"/>
            </a:spcAft>
            <a:buNone/>
          </a:pPr>
          <a:r>
            <a:rPr lang="en-US" sz="18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Availability 		</a:t>
          </a:r>
        </a:p>
      </dsp:txBody>
      <dsp:txXfrm>
        <a:off x="5815642" y="1188861"/>
        <a:ext cx="1302793" cy="1100548"/>
      </dsp:txXfrm>
    </dsp:sp>
    <dsp:sp modelId="{38841C6F-ECA0-5845-ADD8-06F94BDDFEDA}">
      <dsp:nvSpPr>
        <dsp:cNvPr id="0" name=""/>
        <dsp:cNvSpPr/>
      </dsp:nvSpPr>
      <dsp:spPr>
        <a:xfrm>
          <a:off x="5480062" y="2901168"/>
          <a:ext cx="2699163" cy="1452841"/>
        </a:xfrm>
        <a:prstGeom prst="ellipse">
          <a:avLst/>
        </a:prstGeom>
        <a:solidFill>
          <a:schemeClr val="accent3">
            <a:lumMod val="75000"/>
          </a:scheme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Accountability</a:t>
          </a:r>
        </a:p>
      </dsp:txBody>
      <dsp:txXfrm>
        <a:off x="5875345" y="3113932"/>
        <a:ext cx="1908597" cy="1027313"/>
      </dsp:txXfrm>
    </dsp:sp>
    <dsp:sp modelId="{9FEA7F70-2F74-A245-A233-EDF5E84805A7}">
      <dsp:nvSpPr>
        <dsp:cNvPr id="0" name=""/>
        <dsp:cNvSpPr/>
      </dsp:nvSpPr>
      <dsp:spPr>
        <a:xfrm>
          <a:off x="3405054" y="3934486"/>
          <a:ext cx="2226350" cy="1510198"/>
        </a:xfrm>
        <a:prstGeom prst="ellipse">
          <a:avLst/>
        </a:prstGeom>
        <a:solidFill>
          <a:schemeClr val="accent5">
            <a:lumMod val="75000"/>
          </a:scheme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Authenticity</a:t>
          </a:r>
          <a:r>
            <a:rPr lang="en-US" sz="1800" kern="1200" dirty="0">
              <a:latin typeface="Arial" panose="020B0604020202020204" pitchFamily="34" charset="0"/>
              <a:cs typeface="Arial" panose="020B0604020202020204" pitchFamily="34" charset="0"/>
            </a:rPr>
            <a:t>	</a:t>
          </a:r>
        </a:p>
      </dsp:txBody>
      <dsp:txXfrm>
        <a:off x="3731095" y="4155649"/>
        <a:ext cx="1574268" cy="1067872"/>
      </dsp:txXfrm>
    </dsp:sp>
    <dsp:sp modelId="{800EDA8F-81A7-8C4E-897B-284FA51637AB}">
      <dsp:nvSpPr>
        <dsp:cNvPr id="0" name=""/>
        <dsp:cNvSpPr/>
      </dsp:nvSpPr>
      <dsp:spPr>
        <a:xfrm>
          <a:off x="1772154" y="2901179"/>
          <a:ext cx="1782563" cy="1510198"/>
        </a:xfrm>
        <a:prstGeom prst="ellipse">
          <a:avLst/>
        </a:prstGeom>
        <a:solidFill>
          <a:schemeClr val="accent3">
            <a:lumMod val="75000"/>
          </a:scheme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Reliability</a:t>
          </a:r>
        </a:p>
      </dsp:txBody>
      <dsp:txXfrm>
        <a:off x="2033204" y="3122342"/>
        <a:ext cx="1260463" cy="1067872"/>
      </dsp:txXfrm>
    </dsp:sp>
    <dsp:sp modelId="{86A2D228-B306-6A46-A7A2-164614DF38D3}">
      <dsp:nvSpPr>
        <dsp:cNvPr id="0" name=""/>
        <dsp:cNvSpPr/>
      </dsp:nvSpPr>
      <dsp:spPr>
        <a:xfrm>
          <a:off x="1032293" y="766274"/>
          <a:ext cx="2484080" cy="1637266"/>
        </a:xfrm>
        <a:prstGeom prst="ellipse">
          <a:avLst/>
        </a:prstGeom>
        <a:solidFill>
          <a:schemeClr val="accent5">
            <a:lumMod val="75000"/>
          </a:schemeClr>
        </a:soli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anose="020B0604020202020204" pitchFamily="34" charset="0"/>
              <a:cs typeface="Arial" panose="020B0604020202020204" pitchFamily="34" charset="0"/>
            </a:rPr>
            <a:t>Confidentiality</a:t>
          </a:r>
          <a:r>
            <a:rPr lang="en-US" sz="1800" kern="1200" dirty="0">
              <a:latin typeface="Arial" panose="020B0604020202020204" pitchFamily="34" charset="0"/>
              <a:cs typeface="Arial" panose="020B0604020202020204" pitchFamily="34" charset="0"/>
            </a:rPr>
            <a:t>	</a:t>
          </a:r>
        </a:p>
      </dsp:txBody>
      <dsp:txXfrm>
        <a:off x="1396078" y="1006046"/>
        <a:ext cx="1756510" cy="115772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99748E-4FB9-1140-90FC-92977C6E169C}">
      <dsp:nvSpPr>
        <dsp:cNvPr id="0" name=""/>
        <dsp:cNvSpPr/>
      </dsp:nvSpPr>
      <dsp:spPr>
        <a:xfrm>
          <a:off x="1567618" y="648"/>
          <a:ext cx="2302519" cy="921007"/>
        </a:xfrm>
        <a:prstGeom prst="chevron">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Risk acceptance</a:t>
          </a:r>
          <a:endParaRPr lang="en-US" sz="1600" kern="1200" dirty="0">
            <a:latin typeface="Arial" panose="020B0604020202020204" pitchFamily="34" charset="0"/>
            <a:cs typeface="Arial" panose="020B0604020202020204" pitchFamily="34" charset="0"/>
          </a:endParaRPr>
        </a:p>
      </dsp:txBody>
      <dsp:txXfrm>
        <a:off x="2028122" y="648"/>
        <a:ext cx="1381512" cy="921007"/>
      </dsp:txXfrm>
    </dsp:sp>
    <dsp:sp modelId="{1E4C7F21-1449-4D47-8115-B974FF62A42F}">
      <dsp:nvSpPr>
        <dsp:cNvPr id="0" name=""/>
        <dsp:cNvSpPr/>
      </dsp:nvSpPr>
      <dsp:spPr>
        <a:xfrm>
          <a:off x="3570810" y="78934"/>
          <a:ext cx="2159246" cy="764436"/>
        </a:xfrm>
        <a:prstGeom prst="chevron">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rtl="0">
            <a:lnSpc>
              <a:spcPct val="90000"/>
            </a:lnSpc>
            <a:spcBef>
              <a:spcPct val="0"/>
            </a:spcBef>
            <a:spcAft>
              <a:spcPct val="35000"/>
            </a:spcAft>
            <a:buNone/>
          </a:pPr>
          <a:r>
            <a:rPr lang="en-US" sz="1200" b="0" kern="1200" dirty="0">
              <a:latin typeface="Arial" panose="020B0604020202020204" pitchFamily="34" charset="0"/>
              <a:cs typeface="Arial" panose="020B0604020202020204" pitchFamily="34" charset="0"/>
            </a:rPr>
            <a:t>Choosing to accept a risk level greater than normal for business reasons</a:t>
          </a:r>
        </a:p>
      </dsp:txBody>
      <dsp:txXfrm>
        <a:off x="3953028" y="78934"/>
        <a:ext cx="1394810" cy="764436"/>
      </dsp:txXfrm>
    </dsp:sp>
    <dsp:sp modelId="{050E7C00-83A4-0042-B9AB-834CC6FFDE74}">
      <dsp:nvSpPr>
        <dsp:cNvPr id="0" name=""/>
        <dsp:cNvSpPr/>
      </dsp:nvSpPr>
      <dsp:spPr>
        <a:xfrm>
          <a:off x="1567618" y="1050597"/>
          <a:ext cx="2302519" cy="921007"/>
        </a:xfrm>
        <a:prstGeom prst="chevron">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Risk avoidance</a:t>
          </a:r>
          <a:endParaRPr lang="en-US" sz="1600" kern="1200" dirty="0">
            <a:latin typeface="Arial" panose="020B0604020202020204" pitchFamily="34" charset="0"/>
            <a:cs typeface="Arial" panose="020B0604020202020204" pitchFamily="34" charset="0"/>
          </a:endParaRPr>
        </a:p>
      </dsp:txBody>
      <dsp:txXfrm>
        <a:off x="2028122" y="1050597"/>
        <a:ext cx="1381512" cy="921007"/>
      </dsp:txXfrm>
    </dsp:sp>
    <dsp:sp modelId="{F79856DF-E333-5D4A-B75D-81750049CF3A}">
      <dsp:nvSpPr>
        <dsp:cNvPr id="0" name=""/>
        <dsp:cNvSpPr/>
      </dsp:nvSpPr>
      <dsp:spPr>
        <a:xfrm>
          <a:off x="3570810" y="1128883"/>
          <a:ext cx="1911091" cy="764436"/>
        </a:xfrm>
        <a:prstGeom prst="chevron">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rtl="0">
            <a:lnSpc>
              <a:spcPct val="90000"/>
            </a:lnSpc>
            <a:spcBef>
              <a:spcPct val="0"/>
            </a:spcBef>
            <a:spcAft>
              <a:spcPct val="35000"/>
            </a:spcAft>
            <a:buNone/>
          </a:pPr>
          <a:r>
            <a:rPr lang="en-US" sz="1200" b="0" kern="1200" dirty="0">
              <a:latin typeface="Arial" panose="020B0604020202020204" pitchFamily="34" charset="0"/>
              <a:cs typeface="Arial" panose="020B0604020202020204" pitchFamily="34" charset="0"/>
            </a:rPr>
            <a:t>Not proceeding with the activity or system that creates this risk</a:t>
          </a:r>
        </a:p>
      </dsp:txBody>
      <dsp:txXfrm>
        <a:off x="3953028" y="1128883"/>
        <a:ext cx="1146655" cy="764436"/>
      </dsp:txXfrm>
    </dsp:sp>
    <dsp:sp modelId="{16C56A94-1083-2E4A-BE40-5C69B727B250}">
      <dsp:nvSpPr>
        <dsp:cNvPr id="0" name=""/>
        <dsp:cNvSpPr/>
      </dsp:nvSpPr>
      <dsp:spPr>
        <a:xfrm>
          <a:off x="1567618" y="2100546"/>
          <a:ext cx="2302519" cy="921007"/>
        </a:xfrm>
        <a:prstGeom prst="chevron">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Risk transfer</a:t>
          </a:r>
          <a:endParaRPr lang="en-US" sz="1600" kern="1200" dirty="0">
            <a:latin typeface="Arial" panose="020B0604020202020204" pitchFamily="34" charset="0"/>
            <a:cs typeface="Arial" panose="020B0604020202020204" pitchFamily="34" charset="0"/>
          </a:endParaRPr>
        </a:p>
      </dsp:txBody>
      <dsp:txXfrm>
        <a:off x="2028122" y="2100546"/>
        <a:ext cx="1381512" cy="921007"/>
      </dsp:txXfrm>
    </dsp:sp>
    <dsp:sp modelId="{5EC43DED-4F4E-C147-A658-AF90F9C87BCB}">
      <dsp:nvSpPr>
        <dsp:cNvPr id="0" name=""/>
        <dsp:cNvSpPr/>
      </dsp:nvSpPr>
      <dsp:spPr>
        <a:xfrm>
          <a:off x="3570810" y="2178832"/>
          <a:ext cx="1911091" cy="764436"/>
        </a:xfrm>
        <a:prstGeom prst="chevron">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rtl="0">
            <a:lnSpc>
              <a:spcPct val="90000"/>
            </a:lnSpc>
            <a:spcBef>
              <a:spcPct val="0"/>
            </a:spcBef>
            <a:spcAft>
              <a:spcPct val="35000"/>
            </a:spcAft>
            <a:buNone/>
          </a:pPr>
          <a:r>
            <a:rPr lang="en-US" sz="1200" b="0" kern="1200" dirty="0">
              <a:latin typeface="Arial" panose="020B0604020202020204" pitchFamily="34" charset="0"/>
              <a:cs typeface="Arial" panose="020B0604020202020204" pitchFamily="34" charset="0"/>
            </a:rPr>
            <a:t>Sharing responsibility for the risk with a third party</a:t>
          </a:r>
        </a:p>
      </dsp:txBody>
      <dsp:txXfrm>
        <a:off x="3953028" y="2178832"/>
        <a:ext cx="1146655" cy="764436"/>
      </dsp:txXfrm>
    </dsp:sp>
    <dsp:sp modelId="{23718B34-47DD-6941-9BD5-5BE44450ADF6}">
      <dsp:nvSpPr>
        <dsp:cNvPr id="0" name=""/>
        <dsp:cNvSpPr/>
      </dsp:nvSpPr>
      <dsp:spPr>
        <a:xfrm>
          <a:off x="1567618" y="3150495"/>
          <a:ext cx="2302519" cy="921007"/>
        </a:xfrm>
        <a:prstGeom prst="chevron">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Reduce consequence</a:t>
          </a:r>
          <a:endParaRPr lang="en-US" sz="1600" kern="1200" dirty="0">
            <a:latin typeface="Arial" panose="020B0604020202020204" pitchFamily="34" charset="0"/>
            <a:cs typeface="Arial" panose="020B0604020202020204" pitchFamily="34" charset="0"/>
          </a:endParaRPr>
        </a:p>
      </dsp:txBody>
      <dsp:txXfrm>
        <a:off x="2028122" y="3150495"/>
        <a:ext cx="1381512" cy="921007"/>
      </dsp:txXfrm>
    </dsp:sp>
    <dsp:sp modelId="{1D04DDD7-9959-4F4B-9DE9-1605710590D4}">
      <dsp:nvSpPr>
        <dsp:cNvPr id="0" name=""/>
        <dsp:cNvSpPr/>
      </dsp:nvSpPr>
      <dsp:spPr>
        <a:xfrm>
          <a:off x="3570810" y="3228781"/>
          <a:ext cx="3044751" cy="764436"/>
        </a:xfrm>
        <a:prstGeom prst="chevron">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rtl="0">
            <a:lnSpc>
              <a:spcPct val="90000"/>
            </a:lnSpc>
            <a:spcBef>
              <a:spcPct val="0"/>
            </a:spcBef>
            <a:spcAft>
              <a:spcPct val="35000"/>
            </a:spcAft>
            <a:buNone/>
          </a:pPr>
          <a:r>
            <a:rPr lang="en-US" sz="1200" b="0" kern="1200" dirty="0">
              <a:latin typeface="Arial" panose="020B0604020202020204" pitchFamily="34" charset="0"/>
              <a:cs typeface="Arial" panose="020B0604020202020204" pitchFamily="34" charset="0"/>
            </a:rPr>
            <a:t>Modifying the structure or use of the assets at risk to reduce the impact on the organization should the risk occur</a:t>
          </a:r>
        </a:p>
      </dsp:txBody>
      <dsp:txXfrm>
        <a:off x="3953028" y="3228781"/>
        <a:ext cx="2280315" cy="764436"/>
      </dsp:txXfrm>
    </dsp:sp>
    <dsp:sp modelId="{EC90C842-D2C4-624A-9D26-6F7EF5D86155}">
      <dsp:nvSpPr>
        <dsp:cNvPr id="0" name=""/>
        <dsp:cNvSpPr/>
      </dsp:nvSpPr>
      <dsp:spPr>
        <a:xfrm>
          <a:off x="1567618" y="4200444"/>
          <a:ext cx="2302519" cy="921007"/>
        </a:xfrm>
        <a:prstGeom prst="chevron">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rtl="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Reduce likelihood</a:t>
          </a:r>
          <a:endParaRPr lang="en-US" sz="1600" kern="1200" dirty="0">
            <a:latin typeface="Arial" panose="020B0604020202020204" pitchFamily="34" charset="0"/>
            <a:cs typeface="Arial" panose="020B0604020202020204" pitchFamily="34" charset="0"/>
          </a:endParaRPr>
        </a:p>
      </dsp:txBody>
      <dsp:txXfrm>
        <a:off x="2028122" y="4200444"/>
        <a:ext cx="1381512" cy="921007"/>
      </dsp:txXfrm>
    </dsp:sp>
    <dsp:sp modelId="{DBADCBBB-CE06-C749-9480-7BDC46AC51D9}">
      <dsp:nvSpPr>
        <dsp:cNvPr id="0" name=""/>
        <dsp:cNvSpPr/>
      </dsp:nvSpPr>
      <dsp:spPr>
        <a:xfrm>
          <a:off x="3570810" y="4278730"/>
          <a:ext cx="3091171" cy="764436"/>
        </a:xfrm>
        <a:prstGeom prst="chevron">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rtl="0">
            <a:lnSpc>
              <a:spcPct val="90000"/>
            </a:lnSpc>
            <a:spcBef>
              <a:spcPct val="0"/>
            </a:spcBef>
            <a:spcAft>
              <a:spcPct val="35000"/>
            </a:spcAft>
            <a:buNone/>
          </a:pPr>
          <a:r>
            <a:rPr lang="en-US" sz="1200" b="0" kern="1200" dirty="0">
              <a:latin typeface="Arial" panose="020B0604020202020204" pitchFamily="34" charset="0"/>
              <a:cs typeface="Arial" panose="020B0604020202020204" pitchFamily="34" charset="0"/>
            </a:rPr>
            <a:t>Implement suitable controls to lower the chance of the vulnerability being exploited</a:t>
          </a:r>
        </a:p>
      </dsp:txBody>
      <dsp:txXfrm>
        <a:off x="3953028" y="4278730"/>
        <a:ext cx="2326735" cy="764436"/>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E49A57-252E-5856-0249-6E1EAAAF7E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35069BF-16CF-3C74-F2F3-606931B6C7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4CCDF5-1267-5645-AE4B-2A75F94B291A}" type="datetimeFigureOut">
              <a:rPr lang="en-US" smtClean="0"/>
              <a:t>4/2/2025</a:t>
            </a:fld>
            <a:endParaRPr lang="en-US"/>
          </a:p>
        </p:txBody>
      </p:sp>
      <p:sp>
        <p:nvSpPr>
          <p:cNvPr id="4" name="Footer Placeholder 3">
            <a:extLst>
              <a:ext uri="{FF2B5EF4-FFF2-40B4-BE49-F238E27FC236}">
                <a16:creationId xmlns:a16="http://schemas.microsoft.com/office/drawing/2014/main" id="{14C383E8-9CF2-B618-90AB-4456BAA66D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0A6E49-8BEC-E6BD-7A2D-565CDA1425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48DCE6-73C3-6547-87E9-607ADF5AB377}" type="slidenum">
              <a:rPr lang="en-US" smtClean="0"/>
              <a:t>‹#›</a:t>
            </a:fld>
            <a:endParaRPr lang="en-US"/>
          </a:p>
        </p:txBody>
      </p:sp>
    </p:spTree>
    <p:extLst>
      <p:ext uri="{BB962C8B-B14F-4D97-AF65-F5344CB8AC3E}">
        <p14:creationId xmlns:p14="http://schemas.microsoft.com/office/powerpoint/2010/main" val="316846025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DA04B2-5B56-1C46-8F9D-E0702B1A86A5}" type="datetimeFigureOut">
              <a:rPr lang="en-US" smtClean="0"/>
              <a:t>4/2/2025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60373-E21E-9E43-BB3A-0658B3FEE41A}" type="slidenum">
              <a:rPr lang="en-US" smtClean="0"/>
              <a:t>‹#›</a:t>
            </a:fld>
            <a:endParaRPr lang="en-US"/>
          </a:p>
        </p:txBody>
      </p:sp>
    </p:spTree>
    <p:extLst>
      <p:ext uri="{BB962C8B-B14F-4D97-AF65-F5344CB8AC3E}">
        <p14:creationId xmlns:p14="http://schemas.microsoft.com/office/powerpoint/2010/main" val="258560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baseline="0" dirty="0">
                <a:solidFill>
                  <a:schemeClr val="tx1"/>
                </a:solidFill>
                <a:latin typeface="Arial" pitchFamily="-109" charset="0"/>
                <a:ea typeface="+mn-ea"/>
                <a:cs typeface="+mn-cs"/>
              </a:rPr>
              <a:t>IT security management </a:t>
            </a:r>
            <a:r>
              <a:rPr lang="en-US" sz="1200" b="0" kern="1200" baseline="0" dirty="0">
                <a:solidFill>
                  <a:schemeClr val="tx1"/>
                </a:solidFill>
                <a:latin typeface="Arial" pitchFamily="-109" charset="0"/>
                <a:ea typeface="+mn-ea"/>
                <a:cs typeface="+mn-cs"/>
              </a:rPr>
              <a:t>is the formal process of answering these questions, ensuring</a:t>
            </a:r>
          </a:p>
          <a:p>
            <a:r>
              <a:rPr lang="en-US" sz="1200" kern="1200" baseline="0" dirty="0">
                <a:solidFill>
                  <a:schemeClr val="tx1"/>
                </a:solidFill>
                <a:latin typeface="Arial" pitchFamily="-109" charset="0"/>
                <a:ea typeface="+mn-ea"/>
                <a:cs typeface="+mn-cs"/>
              </a:rPr>
              <a:t>that critical assets are sufficiently protected in a cost-effective manner. More specifically,</a:t>
            </a:r>
          </a:p>
          <a:p>
            <a:r>
              <a:rPr lang="en-US" sz="1200" kern="1200" baseline="0" dirty="0">
                <a:solidFill>
                  <a:schemeClr val="tx1"/>
                </a:solidFill>
                <a:latin typeface="Arial" pitchFamily="-109" charset="0"/>
                <a:ea typeface="+mn-ea"/>
                <a:cs typeface="+mn-cs"/>
              </a:rPr>
              <a:t>IT security management consists of first determining a clear view of an organization’s IT</a:t>
            </a:r>
          </a:p>
          <a:p>
            <a:r>
              <a:rPr lang="en-US" sz="1200" kern="1200" baseline="0" dirty="0">
                <a:solidFill>
                  <a:schemeClr val="tx1"/>
                </a:solidFill>
                <a:latin typeface="Arial" pitchFamily="-109" charset="0"/>
                <a:ea typeface="+mn-ea"/>
                <a:cs typeface="+mn-cs"/>
              </a:rPr>
              <a:t>security objectives and general risk profile. Next, an IT security </a:t>
            </a:r>
            <a:r>
              <a:rPr lang="en-US" sz="1200" b="1" kern="1200" baseline="0" dirty="0">
                <a:solidFill>
                  <a:schemeClr val="tx1"/>
                </a:solidFill>
                <a:latin typeface="Arial" pitchFamily="-109" charset="0"/>
                <a:ea typeface="+mn-ea"/>
                <a:cs typeface="+mn-cs"/>
              </a:rPr>
              <a:t>risk assessment </a:t>
            </a:r>
            <a:r>
              <a:rPr lang="en-US" sz="1200" kern="1200" baseline="0" dirty="0">
                <a:solidFill>
                  <a:schemeClr val="tx1"/>
                </a:solidFill>
                <a:latin typeface="Arial" pitchFamily="-109" charset="0"/>
                <a:ea typeface="+mn-ea"/>
                <a:cs typeface="+mn-cs"/>
              </a:rPr>
              <a:t>is needed</a:t>
            </a:r>
          </a:p>
          <a:p>
            <a:r>
              <a:rPr lang="en-US" sz="1200" kern="1200" baseline="0" dirty="0">
                <a:solidFill>
                  <a:schemeClr val="tx1"/>
                </a:solidFill>
                <a:latin typeface="Arial" pitchFamily="-109" charset="0"/>
                <a:ea typeface="+mn-ea"/>
                <a:cs typeface="+mn-cs"/>
              </a:rPr>
              <a:t>for each asset in the organization that requires protection; this assessment must answer</a:t>
            </a:r>
          </a:p>
          <a:p>
            <a:r>
              <a:rPr lang="en-US" sz="1200" kern="1200" baseline="0" dirty="0">
                <a:solidFill>
                  <a:schemeClr val="tx1"/>
                </a:solidFill>
                <a:latin typeface="Arial" pitchFamily="-109" charset="0"/>
                <a:ea typeface="+mn-ea"/>
                <a:cs typeface="+mn-cs"/>
              </a:rPr>
              <a:t>the three key questions listed above. It provides the information necessary to decide</a:t>
            </a:r>
          </a:p>
          <a:p>
            <a:r>
              <a:rPr lang="en-US" sz="1200" kern="1200" baseline="0" dirty="0">
                <a:solidFill>
                  <a:schemeClr val="tx1"/>
                </a:solidFill>
                <a:latin typeface="Arial" pitchFamily="-109" charset="0"/>
                <a:ea typeface="+mn-ea"/>
                <a:cs typeface="+mn-cs"/>
              </a:rPr>
              <a:t>what management, operational, and technical controls are needed to either reduce</a:t>
            </a:r>
          </a:p>
          <a:p>
            <a:r>
              <a:rPr lang="en-US" sz="1200" kern="1200" baseline="0" dirty="0">
                <a:solidFill>
                  <a:schemeClr val="tx1"/>
                </a:solidFill>
                <a:latin typeface="Arial" pitchFamily="-109" charset="0"/>
                <a:ea typeface="+mn-ea"/>
                <a:cs typeface="+mn-cs"/>
              </a:rPr>
              <a:t>the risks identified to an acceptable level or otherwise accept the resultant risk. This</a:t>
            </a:r>
          </a:p>
          <a:p>
            <a:r>
              <a:rPr lang="en-US" sz="1200" kern="1200" baseline="0" dirty="0">
                <a:solidFill>
                  <a:schemeClr val="tx1"/>
                </a:solidFill>
                <a:latin typeface="Arial" pitchFamily="-109" charset="0"/>
                <a:ea typeface="+mn-ea"/>
                <a:cs typeface="+mn-cs"/>
              </a:rPr>
              <a:t>chapter will consider each of these items. The process continues by selecting suitable</a:t>
            </a:r>
          </a:p>
          <a:p>
            <a:r>
              <a:rPr lang="en-US" sz="1200" kern="1200" baseline="0" dirty="0">
                <a:solidFill>
                  <a:schemeClr val="tx1"/>
                </a:solidFill>
                <a:latin typeface="Arial" pitchFamily="-109" charset="0"/>
                <a:ea typeface="+mn-ea"/>
                <a:cs typeface="+mn-cs"/>
              </a:rPr>
              <a:t>controls and then writing plans and procedures to ensure these necessary controls</a:t>
            </a:r>
          </a:p>
          <a:p>
            <a:r>
              <a:rPr lang="en-US" sz="1200" kern="1200" baseline="0" dirty="0">
                <a:solidFill>
                  <a:schemeClr val="tx1"/>
                </a:solidFill>
                <a:latin typeface="Arial" pitchFamily="-109" charset="0"/>
                <a:ea typeface="+mn-ea"/>
                <a:cs typeface="+mn-cs"/>
              </a:rPr>
              <a:t>are implemented effectively. That implementation must be monitored to determine if</a:t>
            </a:r>
          </a:p>
          <a:p>
            <a:r>
              <a:rPr lang="en-US" sz="1200" kern="1200" baseline="0" dirty="0">
                <a:solidFill>
                  <a:schemeClr val="tx1"/>
                </a:solidFill>
                <a:latin typeface="Arial" pitchFamily="-109" charset="0"/>
                <a:ea typeface="+mn-ea"/>
                <a:cs typeface="+mn-cs"/>
              </a:rPr>
              <a:t>the security objectives are met. The whole process must be iterated, and the plans and</a:t>
            </a:r>
          </a:p>
          <a:p>
            <a:r>
              <a:rPr lang="en-US" sz="1200" kern="1200" baseline="0" dirty="0">
                <a:solidFill>
                  <a:schemeClr val="tx1"/>
                </a:solidFill>
                <a:latin typeface="Arial" pitchFamily="-109" charset="0"/>
                <a:ea typeface="+mn-ea"/>
                <a:cs typeface="+mn-cs"/>
              </a:rPr>
              <a:t>procedures kept up-to-date, because of the rapid rate of change in both the technology</a:t>
            </a:r>
          </a:p>
          <a:p>
            <a:r>
              <a:rPr lang="en-US" sz="1200" kern="1200" baseline="0" dirty="0">
                <a:solidFill>
                  <a:schemeClr val="tx1"/>
                </a:solidFill>
                <a:latin typeface="Arial" pitchFamily="-109" charset="0"/>
                <a:ea typeface="+mn-ea"/>
                <a:cs typeface="+mn-cs"/>
              </a:rPr>
              <a:t>and the risk environment. We discuss the latter part of this process in Chapter 15. The</a:t>
            </a:r>
          </a:p>
          <a:p>
            <a:r>
              <a:rPr lang="en-US" sz="1200" kern="1200" baseline="0" dirty="0">
                <a:solidFill>
                  <a:schemeClr val="tx1"/>
                </a:solidFill>
                <a:latin typeface="Arial" pitchFamily="-109" charset="0"/>
                <a:ea typeface="+mn-ea"/>
                <a:cs typeface="+mn-cs"/>
              </a:rPr>
              <a:t>following chapters, then, address specific control areas relating to physical security in</a:t>
            </a:r>
          </a:p>
          <a:p>
            <a:r>
              <a:rPr lang="en-US" sz="1200" kern="1200" baseline="0" dirty="0">
                <a:solidFill>
                  <a:schemeClr val="tx1"/>
                </a:solidFill>
                <a:latin typeface="Arial" pitchFamily="-109" charset="0"/>
                <a:ea typeface="+mn-ea"/>
                <a:cs typeface="+mn-cs"/>
              </a:rPr>
              <a:t>Chapter 16, human factors in Chapter 17, and auditing in Chapter 18.</a:t>
            </a:r>
            <a:endParaRPr lang="en-US" dirty="0">
              <a:latin typeface="Times" pitchFamily="-109"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67732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[ISO13335] provides a conceptual framework for managing security. It defines</a:t>
            </a:r>
          </a:p>
          <a:p>
            <a:r>
              <a:rPr lang="en-US" sz="1200" b="1" kern="1200" baseline="0" dirty="0">
                <a:solidFill>
                  <a:schemeClr val="tx1"/>
                </a:solidFill>
                <a:latin typeface="Arial" pitchFamily="-109" charset="0"/>
                <a:ea typeface="+mn-ea"/>
                <a:cs typeface="+mn-cs"/>
              </a:rPr>
              <a:t>IT security management </a:t>
            </a:r>
            <a:r>
              <a:rPr lang="en-US" sz="1200" b="0" kern="1200" baseline="0" dirty="0">
                <a:solidFill>
                  <a:schemeClr val="tx1"/>
                </a:solidFill>
                <a:latin typeface="Arial" pitchFamily="-109" charset="0"/>
                <a:ea typeface="+mn-ea"/>
                <a:cs typeface="+mn-cs"/>
              </a:rPr>
              <a:t>as follows:</a:t>
            </a:r>
          </a:p>
          <a:p>
            <a:endParaRPr lang="en-US" sz="1200" b="0" kern="1200" baseline="0" dirty="0">
              <a:solidFill>
                <a:schemeClr val="tx1"/>
              </a:solidFill>
              <a:latin typeface="Arial" pitchFamily="-109" charset="0"/>
              <a:ea typeface="+mn-ea"/>
              <a:cs typeface="+mn-cs"/>
            </a:endParaRPr>
          </a:p>
          <a:p>
            <a:r>
              <a:rPr lang="en-US" sz="1200" b="1" kern="1200" baseline="0" dirty="0">
                <a:solidFill>
                  <a:schemeClr val="tx1"/>
                </a:solidFill>
                <a:latin typeface="Arial" pitchFamily="-109" charset="0"/>
                <a:ea typeface="+mn-ea"/>
                <a:cs typeface="+mn-cs"/>
              </a:rPr>
              <a:t>IT SECURITY MANAGEMENT</a:t>
            </a:r>
            <a:r>
              <a:rPr lang="en-US" sz="1200" b="0" kern="1200" baseline="0" dirty="0">
                <a:solidFill>
                  <a:schemeClr val="tx1"/>
                </a:solidFill>
                <a:latin typeface="Arial" pitchFamily="-109" charset="0"/>
                <a:ea typeface="+mn-ea"/>
                <a:cs typeface="+mn-cs"/>
              </a:rPr>
              <a:t>: A process used to achieve and maintain appropriate</a:t>
            </a:r>
          </a:p>
          <a:p>
            <a:r>
              <a:rPr lang="en-US" sz="1200" kern="1200" baseline="0" dirty="0">
                <a:solidFill>
                  <a:schemeClr val="tx1"/>
                </a:solidFill>
                <a:latin typeface="Arial" pitchFamily="-109" charset="0"/>
                <a:ea typeface="+mn-ea"/>
                <a:cs typeface="+mn-cs"/>
              </a:rPr>
              <a:t>levels of confidentiality, integrity, availability, accountability, authenticity, and reliability.</a:t>
            </a:r>
          </a:p>
          <a:p>
            <a:r>
              <a:rPr lang="en-US" sz="1200" kern="1200" baseline="0" dirty="0">
                <a:solidFill>
                  <a:schemeClr val="tx1"/>
                </a:solidFill>
                <a:latin typeface="Arial" pitchFamily="-109" charset="0"/>
                <a:ea typeface="+mn-ea"/>
                <a:cs typeface="+mn-cs"/>
              </a:rPr>
              <a:t>IT security management functions include: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determining organizational IT security objectives, strategies, and policies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determining organizational IT security requirements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identifying and analyzing security threats to IT assets within the organization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identifying and analyzing risks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specifying appropriate safeguards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monitoring the implementation and operation of safeguards that are necessary in</a:t>
            </a:r>
          </a:p>
          <a:p>
            <a:r>
              <a:rPr lang="en-US" sz="1200" kern="1200" baseline="0" dirty="0">
                <a:solidFill>
                  <a:schemeClr val="tx1"/>
                </a:solidFill>
                <a:latin typeface="Arial" pitchFamily="-109" charset="0"/>
                <a:ea typeface="+mn-ea"/>
                <a:cs typeface="+mn-cs"/>
              </a:rPr>
              <a:t>order to cost effectively protect the information and services within the organization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developing and implementing a security awareness program</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detecting and reacting to incidents</a:t>
            </a:r>
          </a:p>
          <a:p>
            <a:endParaRPr lang="en-US" sz="1200" b="1" kern="1200" baseline="0" dirty="0">
              <a:solidFill>
                <a:schemeClr val="tx1"/>
              </a:solidFill>
              <a:latin typeface="Arial" pitchFamily="-109" charset="0"/>
              <a:ea typeface="+mn-ea"/>
              <a:cs typeface="+mn-cs"/>
            </a:endParaRPr>
          </a:p>
          <a:p>
            <a:endParaRPr lang="en-US" sz="1200" b="1" kern="1200" baseline="0" dirty="0">
              <a:solidFill>
                <a:schemeClr val="tx1"/>
              </a:solidFill>
              <a:latin typeface="Arial" pitchFamily="-109" charset="0"/>
              <a:ea typeface="+mn-ea"/>
              <a:cs typeface="+mn-cs"/>
            </a:endParaRPr>
          </a:p>
          <a:p>
            <a:endParaRPr lang="en-US" sz="1200" b="1" kern="1200" baseline="0" dirty="0">
              <a:solidFill>
                <a:schemeClr val="tx1"/>
              </a:solidFill>
              <a:latin typeface="Arial" pitchFamily="-109" charset="0"/>
              <a:ea typeface="+mn-ea"/>
              <a:cs typeface="+mn-cs"/>
            </a:endParaRPr>
          </a:p>
          <a:p>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80961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This process is illustrated in Figure 14.1 (adapted from figure 1 in ISO27005 (</a:t>
            </a:r>
            <a:r>
              <a:rPr lang="en-US" sz="1200" i="1" kern="1200" baseline="0" dirty="0">
                <a:solidFill>
                  <a:schemeClr val="tx1"/>
                </a:solidFill>
                <a:latin typeface="Arial" pitchFamily="-109" charset="0"/>
                <a:ea typeface="+mn-ea"/>
                <a:cs typeface="+mn-cs"/>
              </a:rPr>
              <a:t>Information security risk management, </a:t>
            </a:r>
            <a:r>
              <a:rPr lang="en-US" sz="1200" i="0" kern="1200" baseline="0" dirty="0">
                <a:solidFill>
                  <a:schemeClr val="tx1"/>
                </a:solidFill>
                <a:latin typeface="Arial" pitchFamily="-109" charset="0"/>
                <a:ea typeface="+mn-ea"/>
                <a:cs typeface="+mn-cs"/>
              </a:rPr>
              <a:t>2005)</a:t>
            </a:r>
            <a:r>
              <a:rPr lang="en-US" sz="1200" kern="1200" baseline="0" dirty="0">
                <a:solidFill>
                  <a:schemeClr val="tx1"/>
                </a:solidFill>
                <a:latin typeface="Arial" pitchFamily="-109" charset="0"/>
                <a:ea typeface="+mn-ea"/>
                <a:cs typeface="+mn-cs"/>
              </a:rPr>
              <a:t> and</a:t>
            </a:r>
          </a:p>
          <a:p>
            <a:r>
              <a:rPr lang="en-US" sz="1200" kern="1200" baseline="0" dirty="0">
                <a:solidFill>
                  <a:schemeClr val="tx1"/>
                </a:solidFill>
                <a:latin typeface="Arial" pitchFamily="-109" charset="0"/>
                <a:ea typeface="+mn-ea"/>
                <a:cs typeface="+mn-cs"/>
              </a:rPr>
              <a:t>figure 1 in ISO13335, part 3]), with  a particular</a:t>
            </a:r>
          </a:p>
          <a:p>
            <a:r>
              <a:rPr lang="en-US" sz="1200" kern="1200" baseline="0" dirty="0">
                <a:solidFill>
                  <a:schemeClr val="tx1"/>
                </a:solidFill>
                <a:latin typeface="Arial" pitchFamily="-109" charset="0"/>
                <a:ea typeface="+mn-ea"/>
                <a:cs typeface="+mn-cs"/>
              </a:rPr>
              <a:t>focus on the internal details relating to the </a:t>
            </a:r>
            <a:r>
              <a:rPr lang="en-US" sz="1200" b="1" kern="1200" baseline="0" dirty="0">
                <a:solidFill>
                  <a:schemeClr val="tx1"/>
                </a:solidFill>
                <a:latin typeface="Arial" pitchFamily="-109" charset="0"/>
                <a:ea typeface="+mn-ea"/>
                <a:cs typeface="+mn-cs"/>
              </a:rPr>
              <a:t>risk assessment</a:t>
            </a:r>
            <a:r>
              <a:rPr lang="en-US" sz="1200" kern="1200" baseline="0" dirty="0">
                <a:solidFill>
                  <a:schemeClr val="tx1"/>
                </a:solidFill>
                <a:latin typeface="Arial" pitchFamily="-109" charset="0"/>
                <a:ea typeface="+mn-ea"/>
                <a:cs typeface="+mn-cs"/>
              </a:rPr>
              <a:t>  process. IT security management</a:t>
            </a:r>
          </a:p>
          <a:p>
            <a:r>
              <a:rPr lang="en-US" sz="1200" kern="1200" baseline="0" dirty="0">
                <a:solidFill>
                  <a:schemeClr val="tx1"/>
                </a:solidFill>
                <a:latin typeface="Arial" pitchFamily="-109" charset="0"/>
                <a:ea typeface="+mn-ea"/>
                <a:cs typeface="+mn-cs"/>
              </a:rPr>
              <a:t>needs to be a key part of an organization’s overall management plan. Similarly,</a:t>
            </a:r>
          </a:p>
          <a:p>
            <a:r>
              <a:rPr lang="en-US" sz="1200" kern="1200" baseline="0" dirty="0">
                <a:solidFill>
                  <a:schemeClr val="tx1"/>
                </a:solidFill>
                <a:latin typeface="Arial" pitchFamily="-109" charset="0"/>
                <a:ea typeface="+mn-ea"/>
                <a:cs typeface="+mn-cs"/>
              </a:rPr>
              <a:t>the IT security risk assessment process should be incorporated into the wider risk</a:t>
            </a:r>
          </a:p>
          <a:p>
            <a:r>
              <a:rPr lang="en-US" sz="1200" kern="1200" baseline="0" dirty="0">
                <a:solidFill>
                  <a:schemeClr val="tx1"/>
                </a:solidFill>
                <a:latin typeface="Arial" pitchFamily="-109" charset="0"/>
                <a:ea typeface="+mn-ea"/>
                <a:cs typeface="+mn-cs"/>
              </a:rPr>
              <a:t>assessment of all the organization’s assets and business processes. Hence, unless senior</a:t>
            </a:r>
          </a:p>
          <a:p>
            <a:r>
              <a:rPr lang="en-US" sz="1200" kern="1200" baseline="0" dirty="0">
                <a:solidFill>
                  <a:schemeClr val="tx1"/>
                </a:solidFill>
                <a:latin typeface="Arial" pitchFamily="-109" charset="0"/>
                <a:ea typeface="+mn-ea"/>
                <a:cs typeface="+mn-cs"/>
              </a:rPr>
              <a:t>management in an organization are aware of, and support, this process, it is unlikely</a:t>
            </a:r>
          </a:p>
          <a:p>
            <a:r>
              <a:rPr lang="en-US" sz="1200" kern="1200" baseline="0" dirty="0">
                <a:solidFill>
                  <a:schemeClr val="tx1"/>
                </a:solidFill>
                <a:latin typeface="Arial" pitchFamily="-109" charset="0"/>
                <a:ea typeface="+mn-ea"/>
                <a:cs typeface="+mn-cs"/>
              </a:rPr>
              <a:t>that the desired security objectives will be met and contribute appropriately to the</a:t>
            </a:r>
          </a:p>
          <a:p>
            <a:r>
              <a:rPr lang="en-US" sz="1200" kern="1200" baseline="0" dirty="0">
                <a:solidFill>
                  <a:schemeClr val="tx1"/>
                </a:solidFill>
                <a:latin typeface="Arial" pitchFamily="-109" charset="0"/>
                <a:ea typeface="+mn-ea"/>
                <a:cs typeface="+mn-cs"/>
              </a:rPr>
              <a:t>organization’s business outcomes. Note that IT management is not something undertaken</a:t>
            </a:r>
          </a:p>
          <a:p>
            <a:r>
              <a:rPr lang="en-US" sz="1200" kern="1200" baseline="0" dirty="0">
                <a:solidFill>
                  <a:schemeClr val="tx1"/>
                </a:solidFill>
                <a:latin typeface="Arial" pitchFamily="-109" charset="0"/>
                <a:ea typeface="+mn-ea"/>
                <a:cs typeface="+mn-cs"/>
              </a:rPr>
              <a:t>just once. Rather it is a cyclic process that must be repeated constantly in order</a:t>
            </a:r>
          </a:p>
          <a:p>
            <a:r>
              <a:rPr lang="en-US" sz="1200" kern="1200" baseline="0" dirty="0">
                <a:solidFill>
                  <a:schemeClr val="tx1"/>
                </a:solidFill>
                <a:latin typeface="Arial" pitchFamily="-109" charset="0"/>
                <a:ea typeface="+mn-ea"/>
                <a:cs typeface="+mn-cs"/>
              </a:rPr>
              <a:t>to keep pace with the rapid changes in both IT technology and the risk environment.</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80354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This process is illustrated in Figure 14.1 (adapted from figure 1 in ISO27005 (</a:t>
            </a:r>
            <a:r>
              <a:rPr lang="en-US" sz="1200" i="1" kern="1200" baseline="0" dirty="0">
                <a:solidFill>
                  <a:schemeClr val="tx1"/>
                </a:solidFill>
                <a:latin typeface="Arial" pitchFamily="-109" charset="0"/>
                <a:ea typeface="+mn-ea"/>
                <a:cs typeface="+mn-cs"/>
              </a:rPr>
              <a:t>Information security risk management, </a:t>
            </a:r>
            <a:r>
              <a:rPr lang="en-US" sz="1200" i="0" kern="1200" baseline="0" dirty="0">
                <a:solidFill>
                  <a:schemeClr val="tx1"/>
                </a:solidFill>
                <a:latin typeface="Arial" pitchFamily="-109" charset="0"/>
                <a:ea typeface="+mn-ea"/>
                <a:cs typeface="+mn-cs"/>
              </a:rPr>
              <a:t>2005)</a:t>
            </a:r>
            <a:r>
              <a:rPr lang="en-US" sz="1200" kern="1200" baseline="0" dirty="0">
                <a:solidFill>
                  <a:schemeClr val="tx1"/>
                </a:solidFill>
                <a:latin typeface="Arial" pitchFamily="-109" charset="0"/>
                <a:ea typeface="+mn-ea"/>
                <a:cs typeface="+mn-cs"/>
              </a:rPr>
              <a:t> and</a:t>
            </a:r>
          </a:p>
          <a:p>
            <a:r>
              <a:rPr lang="en-US" sz="1200" kern="1200" baseline="0" dirty="0">
                <a:solidFill>
                  <a:schemeClr val="tx1"/>
                </a:solidFill>
                <a:latin typeface="Arial" pitchFamily="-109" charset="0"/>
                <a:ea typeface="+mn-ea"/>
                <a:cs typeface="+mn-cs"/>
              </a:rPr>
              <a:t>figure 1 in ISO13335, part 3]), with  a particular</a:t>
            </a:r>
          </a:p>
          <a:p>
            <a:r>
              <a:rPr lang="en-US" sz="1200" kern="1200" baseline="0" dirty="0">
                <a:solidFill>
                  <a:schemeClr val="tx1"/>
                </a:solidFill>
                <a:latin typeface="Arial" pitchFamily="-109" charset="0"/>
                <a:ea typeface="+mn-ea"/>
                <a:cs typeface="+mn-cs"/>
              </a:rPr>
              <a:t>focus on the internal details relating to the </a:t>
            </a:r>
            <a:r>
              <a:rPr lang="en-US" sz="1200" b="1" kern="1200" baseline="0" dirty="0">
                <a:solidFill>
                  <a:schemeClr val="tx1"/>
                </a:solidFill>
                <a:latin typeface="Arial" pitchFamily="-109" charset="0"/>
                <a:ea typeface="+mn-ea"/>
                <a:cs typeface="+mn-cs"/>
              </a:rPr>
              <a:t>risk assessment</a:t>
            </a:r>
            <a:r>
              <a:rPr lang="en-US" sz="1200" kern="1200" baseline="0" dirty="0">
                <a:solidFill>
                  <a:schemeClr val="tx1"/>
                </a:solidFill>
                <a:latin typeface="Arial" pitchFamily="-109" charset="0"/>
                <a:ea typeface="+mn-ea"/>
                <a:cs typeface="+mn-cs"/>
              </a:rPr>
              <a:t>  process. IT security management</a:t>
            </a:r>
          </a:p>
          <a:p>
            <a:r>
              <a:rPr lang="en-US" sz="1200" kern="1200" baseline="0" dirty="0">
                <a:solidFill>
                  <a:schemeClr val="tx1"/>
                </a:solidFill>
                <a:latin typeface="Arial" pitchFamily="-109" charset="0"/>
                <a:ea typeface="+mn-ea"/>
                <a:cs typeface="+mn-cs"/>
              </a:rPr>
              <a:t>needs to be a key part of an organization’s overall management plan. Similarly,</a:t>
            </a:r>
          </a:p>
          <a:p>
            <a:r>
              <a:rPr lang="en-US" sz="1200" kern="1200" baseline="0" dirty="0">
                <a:solidFill>
                  <a:schemeClr val="tx1"/>
                </a:solidFill>
                <a:latin typeface="Arial" pitchFamily="-109" charset="0"/>
                <a:ea typeface="+mn-ea"/>
                <a:cs typeface="+mn-cs"/>
              </a:rPr>
              <a:t>the IT security risk assessment process should be incorporated into the wider risk</a:t>
            </a:r>
          </a:p>
          <a:p>
            <a:r>
              <a:rPr lang="en-US" sz="1200" kern="1200" baseline="0" dirty="0">
                <a:solidFill>
                  <a:schemeClr val="tx1"/>
                </a:solidFill>
                <a:latin typeface="Arial" pitchFamily="-109" charset="0"/>
                <a:ea typeface="+mn-ea"/>
                <a:cs typeface="+mn-cs"/>
              </a:rPr>
              <a:t>assessment of all the organization’s assets and business processes. Hence, unless senior</a:t>
            </a:r>
          </a:p>
          <a:p>
            <a:r>
              <a:rPr lang="en-US" sz="1200" kern="1200" baseline="0" dirty="0">
                <a:solidFill>
                  <a:schemeClr val="tx1"/>
                </a:solidFill>
                <a:latin typeface="Arial" pitchFamily="-109" charset="0"/>
                <a:ea typeface="+mn-ea"/>
                <a:cs typeface="+mn-cs"/>
              </a:rPr>
              <a:t>management in an organization are aware of, and support, this process, it is unlikely</a:t>
            </a:r>
          </a:p>
          <a:p>
            <a:r>
              <a:rPr lang="en-US" sz="1200" kern="1200" baseline="0" dirty="0">
                <a:solidFill>
                  <a:schemeClr val="tx1"/>
                </a:solidFill>
                <a:latin typeface="Arial" pitchFamily="-109" charset="0"/>
                <a:ea typeface="+mn-ea"/>
                <a:cs typeface="+mn-cs"/>
              </a:rPr>
              <a:t>that the desired security objectives will be met and contribute appropriately to the</a:t>
            </a:r>
          </a:p>
          <a:p>
            <a:r>
              <a:rPr lang="en-US" sz="1200" kern="1200" baseline="0" dirty="0">
                <a:solidFill>
                  <a:schemeClr val="tx1"/>
                </a:solidFill>
                <a:latin typeface="Arial" pitchFamily="-109" charset="0"/>
                <a:ea typeface="+mn-ea"/>
                <a:cs typeface="+mn-cs"/>
              </a:rPr>
              <a:t>organization’s business outcomes. Note that IT management is not something undertaken</a:t>
            </a:r>
          </a:p>
          <a:p>
            <a:r>
              <a:rPr lang="en-US" sz="1200" kern="1200" baseline="0" dirty="0">
                <a:solidFill>
                  <a:schemeClr val="tx1"/>
                </a:solidFill>
                <a:latin typeface="Arial" pitchFamily="-109" charset="0"/>
                <a:ea typeface="+mn-ea"/>
                <a:cs typeface="+mn-cs"/>
              </a:rPr>
              <a:t>just once. Rather it is a cyclic process that must be repeated constantly in order</a:t>
            </a:r>
          </a:p>
          <a:p>
            <a:r>
              <a:rPr lang="en-US" sz="1200" kern="1200" baseline="0" dirty="0">
                <a:solidFill>
                  <a:schemeClr val="tx1"/>
                </a:solidFill>
                <a:latin typeface="Arial" pitchFamily="-109" charset="0"/>
                <a:ea typeface="+mn-ea"/>
                <a:cs typeface="+mn-cs"/>
              </a:rPr>
              <a:t>to keep pace with the rapid changes in both IT technology and the risk environment.</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98598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The initial step in the IT security management process comprises an examination of</a:t>
            </a:r>
          </a:p>
          <a:p>
            <a:r>
              <a:rPr lang="en-US" sz="1200" kern="1200" baseline="0" dirty="0">
                <a:solidFill>
                  <a:schemeClr val="tx1"/>
                </a:solidFill>
                <a:latin typeface="Arial" pitchFamily="-109" charset="0"/>
                <a:ea typeface="+mn-ea"/>
                <a:cs typeface="+mn-cs"/>
              </a:rPr>
              <a:t>the organization’s IT security objectives, strategies, and policies in the context of the</a:t>
            </a:r>
          </a:p>
          <a:p>
            <a:r>
              <a:rPr lang="en-US" sz="1200" kern="1200" baseline="0" dirty="0">
                <a:solidFill>
                  <a:schemeClr val="tx1"/>
                </a:solidFill>
                <a:latin typeface="Arial" pitchFamily="-109" charset="0"/>
                <a:ea typeface="+mn-ea"/>
                <a:cs typeface="+mn-cs"/>
              </a:rPr>
              <a:t>organization’s general risk profile. This can only occur in the context of the wider</a:t>
            </a:r>
          </a:p>
          <a:p>
            <a:r>
              <a:rPr lang="en-US" sz="1200" kern="1200" baseline="0" dirty="0">
                <a:solidFill>
                  <a:schemeClr val="tx1"/>
                </a:solidFill>
                <a:latin typeface="Arial" pitchFamily="-109" charset="0"/>
                <a:ea typeface="+mn-ea"/>
                <a:cs typeface="+mn-cs"/>
              </a:rPr>
              <a:t>organizational objectives and policies, as part of the management of the organization.</a:t>
            </a:r>
          </a:p>
          <a:p>
            <a:r>
              <a:rPr lang="en-US" sz="1200" kern="1200" baseline="0" dirty="0">
                <a:solidFill>
                  <a:schemeClr val="tx1"/>
                </a:solidFill>
                <a:latin typeface="Arial" pitchFamily="-109" charset="0"/>
                <a:ea typeface="+mn-ea"/>
                <a:cs typeface="+mn-cs"/>
              </a:rPr>
              <a:t>Organizational security objectives identify what IT security outcomes should be</a:t>
            </a:r>
          </a:p>
          <a:p>
            <a:r>
              <a:rPr lang="en-US" sz="1200" kern="1200" baseline="0" dirty="0">
                <a:solidFill>
                  <a:schemeClr val="tx1"/>
                </a:solidFill>
                <a:latin typeface="Arial" pitchFamily="-109" charset="0"/>
                <a:ea typeface="+mn-ea"/>
                <a:cs typeface="+mn-cs"/>
              </a:rPr>
              <a:t>achieved. They need to address individual rights, legal requirements, and standards</a:t>
            </a:r>
          </a:p>
          <a:p>
            <a:r>
              <a:rPr lang="en-US" sz="1200" kern="1200" baseline="0" dirty="0">
                <a:solidFill>
                  <a:schemeClr val="tx1"/>
                </a:solidFill>
                <a:latin typeface="Arial" pitchFamily="-109" charset="0"/>
                <a:ea typeface="+mn-ea"/>
                <a:cs typeface="+mn-cs"/>
              </a:rPr>
              <a:t>imposed on the organization, in support of the overall organizational objectives.</a:t>
            </a:r>
          </a:p>
          <a:p>
            <a:r>
              <a:rPr lang="en-US" sz="1200" kern="1200" baseline="0" dirty="0">
                <a:solidFill>
                  <a:schemeClr val="tx1"/>
                </a:solidFill>
                <a:latin typeface="Arial" pitchFamily="-109" charset="0"/>
                <a:ea typeface="+mn-ea"/>
                <a:cs typeface="+mn-cs"/>
              </a:rPr>
              <a:t>Organizational security strategies identify how these objectives can be met. Organizational</a:t>
            </a:r>
          </a:p>
          <a:p>
            <a:r>
              <a:rPr lang="en-US" sz="1200" kern="1200" baseline="0" dirty="0">
                <a:solidFill>
                  <a:schemeClr val="tx1"/>
                </a:solidFill>
                <a:latin typeface="Arial" pitchFamily="-109" charset="0"/>
                <a:ea typeface="+mn-ea"/>
                <a:cs typeface="+mn-cs"/>
              </a:rPr>
              <a:t>security policies identify what needs to be done. These objectives, strategies, and</a:t>
            </a:r>
          </a:p>
          <a:p>
            <a:r>
              <a:rPr lang="en-US" sz="1200" kern="1200" baseline="0" dirty="0">
                <a:solidFill>
                  <a:schemeClr val="tx1"/>
                </a:solidFill>
                <a:latin typeface="Arial" pitchFamily="-109" charset="0"/>
                <a:ea typeface="+mn-ea"/>
                <a:cs typeface="+mn-cs"/>
              </a:rPr>
              <a:t>policies need to be maintained and regularly updated based on the results of periodic</a:t>
            </a:r>
          </a:p>
          <a:p>
            <a:r>
              <a:rPr lang="en-US" sz="1200" kern="1200" baseline="0" dirty="0">
                <a:solidFill>
                  <a:schemeClr val="tx1"/>
                </a:solidFill>
                <a:latin typeface="Arial" pitchFamily="-109" charset="0"/>
                <a:ea typeface="+mn-ea"/>
                <a:cs typeface="+mn-cs"/>
              </a:rPr>
              <a:t>security reviews to reflect the constantly changing technological and risk environments.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To help identify these organizational security objectives, the role and importance</a:t>
            </a:r>
          </a:p>
          <a:p>
            <a:r>
              <a:rPr lang="en-US" sz="1200" kern="1200" baseline="0" dirty="0">
                <a:solidFill>
                  <a:schemeClr val="tx1"/>
                </a:solidFill>
                <a:latin typeface="Arial" pitchFamily="-109" charset="0"/>
                <a:ea typeface="+mn-ea"/>
                <a:cs typeface="+mn-cs"/>
              </a:rPr>
              <a:t>of the IT systems in the organization is examined. The value of these systems</a:t>
            </a:r>
          </a:p>
          <a:p>
            <a:r>
              <a:rPr lang="en-US" sz="1200" kern="1200" baseline="0" dirty="0">
                <a:solidFill>
                  <a:schemeClr val="tx1"/>
                </a:solidFill>
                <a:latin typeface="Arial" pitchFamily="-109" charset="0"/>
                <a:ea typeface="+mn-ea"/>
                <a:cs typeface="+mn-cs"/>
              </a:rPr>
              <a:t>in assisting the organization achieve its goals is reviewed, not just the direct costs of</a:t>
            </a:r>
          </a:p>
          <a:p>
            <a:r>
              <a:rPr lang="en-US" sz="1200" kern="1200" baseline="0" dirty="0">
                <a:solidFill>
                  <a:schemeClr val="tx1"/>
                </a:solidFill>
                <a:latin typeface="Arial" pitchFamily="-109" charset="0"/>
                <a:ea typeface="+mn-ea"/>
                <a:cs typeface="+mn-cs"/>
              </a:rPr>
              <a:t>these systems. Questions that help clarify these issues include the following:</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What key aspects of the organization require IT support in order to function</a:t>
            </a:r>
          </a:p>
          <a:p>
            <a:r>
              <a:rPr lang="en-US" sz="1200" kern="1200" baseline="0" dirty="0">
                <a:solidFill>
                  <a:schemeClr val="tx1"/>
                </a:solidFill>
                <a:latin typeface="Arial" pitchFamily="-109" charset="0"/>
                <a:ea typeface="+mn-ea"/>
                <a:cs typeface="+mn-cs"/>
              </a:rPr>
              <a:t>efficiently?</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What tasks can only be performed with IT support?</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Which essential decisions depend on the accuracy, currency, integrity, or</a:t>
            </a:r>
          </a:p>
          <a:p>
            <a:r>
              <a:rPr lang="en-US" sz="1200" kern="1200" baseline="0" dirty="0">
                <a:solidFill>
                  <a:schemeClr val="tx1"/>
                </a:solidFill>
                <a:latin typeface="Arial" pitchFamily="-109" charset="0"/>
                <a:ea typeface="+mn-ea"/>
                <a:cs typeface="+mn-cs"/>
              </a:rPr>
              <a:t>availability of data managed by the IT systems?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What data created, managed, processed, and stored by the IT systems need</a:t>
            </a:r>
          </a:p>
          <a:p>
            <a:r>
              <a:rPr lang="en-US" sz="1200" kern="1200" baseline="0" dirty="0">
                <a:solidFill>
                  <a:schemeClr val="tx1"/>
                </a:solidFill>
                <a:latin typeface="Arial" pitchFamily="-109" charset="0"/>
                <a:ea typeface="+mn-ea"/>
                <a:cs typeface="+mn-cs"/>
              </a:rPr>
              <a:t>protection?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What are the consequences to the organization of a security failure in their IT</a:t>
            </a:r>
          </a:p>
          <a:p>
            <a:r>
              <a:rPr lang="en-US" sz="1200" kern="1200" baseline="0" dirty="0">
                <a:solidFill>
                  <a:schemeClr val="tx1"/>
                </a:solidFill>
                <a:latin typeface="Arial" pitchFamily="-109" charset="0"/>
                <a:ea typeface="+mn-ea"/>
                <a:cs typeface="+mn-cs"/>
              </a:rPr>
              <a:t>systems?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If the answers to some of the above questions show that IT systems are important</a:t>
            </a:r>
          </a:p>
          <a:p>
            <a:r>
              <a:rPr lang="en-US" sz="1200" kern="1200" baseline="0" dirty="0">
                <a:solidFill>
                  <a:schemeClr val="tx1"/>
                </a:solidFill>
                <a:latin typeface="Arial" pitchFamily="-109" charset="0"/>
                <a:ea typeface="+mn-ea"/>
                <a:cs typeface="+mn-cs"/>
              </a:rPr>
              <a:t>to the organization in achieving its goals, then clearly the risks to them should be</a:t>
            </a:r>
          </a:p>
          <a:p>
            <a:r>
              <a:rPr lang="en-US" sz="1200" kern="1200" baseline="0" dirty="0">
                <a:solidFill>
                  <a:schemeClr val="tx1"/>
                </a:solidFill>
                <a:latin typeface="Arial" pitchFamily="-109" charset="0"/>
                <a:ea typeface="+mn-ea"/>
                <a:cs typeface="+mn-cs"/>
              </a:rPr>
              <a:t>assessed and appropriate action taken to address any deficiencies identified. A list</a:t>
            </a:r>
          </a:p>
          <a:p>
            <a:r>
              <a:rPr lang="en-US" sz="1200" kern="1200" baseline="0" dirty="0">
                <a:solidFill>
                  <a:schemeClr val="tx1"/>
                </a:solidFill>
                <a:latin typeface="Arial" pitchFamily="-109" charset="0"/>
                <a:ea typeface="+mn-ea"/>
                <a:cs typeface="+mn-cs"/>
              </a:rPr>
              <a:t>of key organization security objectives should result from this examination.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Once the objectives are listed, some broad strategy statements can be developed.</a:t>
            </a:r>
          </a:p>
          <a:p>
            <a:r>
              <a:rPr lang="en-US" sz="1200" kern="1200" baseline="0" dirty="0">
                <a:solidFill>
                  <a:schemeClr val="tx1"/>
                </a:solidFill>
                <a:latin typeface="Arial" pitchFamily="-109" charset="0"/>
                <a:ea typeface="+mn-ea"/>
                <a:cs typeface="+mn-cs"/>
              </a:rPr>
              <a:t>These outline in general terms how the identified objectives will be met in a consistent</a:t>
            </a:r>
          </a:p>
          <a:p>
            <a:r>
              <a:rPr lang="en-US" sz="1200" kern="1200" baseline="0" dirty="0">
                <a:solidFill>
                  <a:schemeClr val="tx1"/>
                </a:solidFill>
                <a:latin typeface="Arial" pitchFamily="-109" charset="0"/>
                <a:ea typeface="+mn-ea"/>
                <a:cs typeface="+mn-cs"/>
              </a:rPr>
              <a:t>manner across the organization. The topics and details in the strategy statements</a:t>
            </a:r>
          </a:p>
          <a:p>
            <a:r>
              <a:rPr lang="en-US" sz="1200" kern="1200" baseline="0" dirty="0">
                <a:solidFill>
                  <a:schemeClr val="tx1"/>
                </a:solidFill>
                <a:latin typeface="Arial" pitchFamily="-109" charset="0"/>
                <a:ea typeface="+mn-ea"/>
                <a:cs typeface="+mn-cs"/>
              </a:rPr>
              <a:t>depend on the identified objectives, the size of the organization, and the importance</a:t>
            </a:r>
          </a:p>
          <a:p>
            <a:r>
              <a:rPr lang="en-US" sz="1200" kern="1200" baseline="0" dirty="0">
                <a:solidFill>
                  <a:schemeClr val="tx1"/>
                </a:solidFill>
                <a:latin typeface="Arial" pitchFamily="-109" charset="0"/>
                <a:ea typeface="+mn-ea"/>
                <a:cs typeface="+mn-cs"/>
              </a:rPr>
              <a:t>of the IT systems to the organization. The strategy statements should address the</a:t>
            </a:r>
          </a:p>
          <a:p>
            <a:r>
              <a:rPr lang="en-US" sz="1200" kern="1200" baseline="0" dirty="0">
                <a:solidFill>
                  <a:schemeClr val="tx1"/>
                </a:solidFill>
                <a:latin typeface="Arial" pitchFamily="-109" charset="0"/>
                <a:ea typeface="+mn-ea"/>
                <a:cs typeface="+mn-cs"/>
              </a:rPr>
              <a:t>approaches the organization will use to manage the security of its IT systems.</a:t>
            </a:r>
          </a:p>
          <a:p>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80176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Given the organizational security objectives and strategies, an </a:t>
            </a:r>
            <a:r>
              <a:rPr lang="en-US" sz="1200" b="1" kern="1200" baseline="0" dirty="0">
                <a:solidFill>
                  <a:schemeClr val="tx1"/>
                </a:solidFill>
                <a:latin typeface="Arial" pitchFamily="-109" charset="0"/>
                <a:ea typeface="+mn-ea"/>
                <a:cs typeface="+mn-cs"/>
              </a:rPr>
              <a:t>organizational</a:t>
            </a:r>
          </a:p>
          <a:p>
            <a:r>
              <a:rPr lang="en-US" sz="1200" b="1" kern="1200" baseline="0" dirty="0">
                <a:solidFill>
                  <a:schemeClr val="tx1"/>
                </a:solidFill>
                <a:latin typeface="Arial" pitchFamily="-109" charset="0"/>
                <a:ea typeface="+mn-ea"/>
                <a:cs typeface="+mn-cs"/>
              </a:rPr>
              <a:t>security policy </a:t>
            </a:r>
            <a:r>
              <a:rPr lang="en-US" sz="1200" kern="1200" baseline="0" dirty="0">
                <a:solidFill>
                  <a:schemeClr val="tx1"/>
                </a:solidFill>
                <a:latin typeface="Arial" pitchFamily="-109" charset="0"/>
                <a:ea typeface="+mn-ea"/>
                <a:cs typeface="+mn-cs"/>
              </a:rPr>
              <a:t>is developed that describes what the objectives and strategies are and</a:t>
            </a:r>
          </a:p>
          <a:p>
            <a:r>
              <a:rPr lang="en-US" sz="1200" kern="1200" baseline="0" dirty="0">
                <a:solidFill>
                  <a:schemeClr val="tx1"/>
                </a:solidFill>
                <a:latin typeface="Arial" pitchFamily="-109" charset="0"/>
                <a:ea typeface="+mn-ea"/>
                <a:cs typeface="+mn-cs"/>
              </a:rPr>
              <a:t>the process used to achieve them. The organizational or corporate security policy</a:t>
            </a:r>
          </a:p>
          <a:p>
            <a:r>
              <a:rPr lang="en-US" sz="1200" kern="1200" baseline="0" dirty="0">
                <a:solidFill>
                  <a:schemeClr val="tx1"/>
                </a:solidFill>
                <a:latin typeface="Arial" pitchFamily="-109" charset="0"/>
                <a:ea typeface="+mn-ea"/>
                <a:cs typeface="+mn-cs"/>
              </a:rPr>
              <a:t>may be either a single large document or, more commonly, a set of related documents.</a:t>
            </a:r>
          </a:p>
          <a:p>
            <a:r>
              <a:rPr lang="en-US" sz="1200" kern="1200" baseline="0" dirty="0">
                <a:solidFill>
                  <a:schemeClr val="tx1"/>
                </a:solidFill>
                <a:latin typeface="Arial" pitchFamily="-109" charset="0"/>
                <a:ea typeface="+mn-ea"/>
                <a:cs typeface="+mn-cs"/>
              </a:rPr>
              <a:t>This policy typically needs to address at least the following topics: </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The scope and purpose of the policy</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The relationship of the security objectives to the organization’s legal and</a:t>
            </a:r>
          </a:p>
          <a:p>
            <a:r>
              <a:rPr lang="en-US" sz="1200" kern="1200" baseline="0" dirty="0">
                <a:solidFill>
                  <a:schemeClr val="tx1"/>
                </a:solidFill>
                <a:latin typeface="Arial" pitchFamily="-109" charset="0"/>
                <a:ea typeface="+mn-ea"/>
                <a:cs typeface="+mn-cs"/>
              </a:rPr>
              <a:t>regulatory obligations, and its business objectives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IT security requirements in terms of confidentiality, integrity, availability,</a:t>
            </a:r>
          </a:p>
          <a:p>
            <a:r>
              <a:rPr lang="en-US" sz="1200" kern="1200" baseline="0" dirty="0">
                <a:solidFill>
                  <a:schemeClr val="tx1"/>
                </a:solidFill>
                <a:latin typeface="Arial" pitchFamily="-109" charset="0"/>
                <a:ea typeface="+mn-ea"/>
                <a:cs typeface="+mn-cs"/>
              </a:rPr>
              <a:t>accountability, authenticity, and reliability, particularly with regard to the</a:t>
            </a:r>
          </a:p>
          <a:p>
            <a:r>
              <a:rPr lang="en-US" sz="1200" kern="1200" baseline="0" dirty="0">
                <a:solidFill>
                  <a:schemeClr val="tx1"/>
                </a:solidFill>
                <a:latin typeface="Arial" pitchFamily="-109" charset="0"/>
                <a:ea typeface="+mn-ea"/>
                <a:cs typeface="+mn-cs"/>
              </a:rPr>
              <a:t>views of the asset owners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The assignment of responsibilities relating to the management of IT security</a:t>
            </a:r>
          </a:p>
          <a:p>
            <a:r>
              <a:rPr lang="en-US" sz="1200" kern="1200" baseline="0" dirty="0">
                <a:solidFill>
                  <a:schemeClr val="tx1"/>
                </a:solidFill>
                <a:latin typeface="Arial" pitchFamily="-109" charset="0"/>
                <a:ea typeface="+mn-ea"/>
                <a:cs typeface="+mn-cs"/>
              </a:rPr>
              <a:t>and the organizational infrastructure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The risk management approach adopted by the organization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How security awareness and training is to be handled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General personnel issues, especially for those in positions of trust</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Any legal sanctions that may be imposed on staff, and the conditions under</a:t>
            </a:r>
          </a:p>
          <a:p>
            <a:r>
              <a:rPr lang="en-US" sz="1200" kern="1200" baseline="0" dirty="0">
                <a:solidFill>
                  <a:schemeClr val="tx1"/>
                </a:solidFill>
                <a:latin typeface="Arial" pitchFamily="-109" charset="0"/>
                <a:ea typeface="+mn-ea"/>
                <a:cs typeface="+mn-cs"/>
              </a:rPr>
              <a:t>which such penalties apply</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Integration of security into systems development and procurement</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Definition of the information classification scheme used across the organization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Contingency and business continuity planning</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Incident detection and handling processes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How and when this policy should be reviewed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The method for controlling changes to this policy</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intent of the policy is to provide a clear overview of how an organization’s IT</a:t>
            </a:r>
          </a:p>
          <a:p>
            <a:r>
              <a:rPr lang="en-US" sz="1200" kern="1200" baseline="0" dirty="0">
                <a:solidFill>
                  <a:schemeClr val="tx1"/>
                </a:solidFill>
                <a:latin typeface="Arial" pitchFamily="-109" charset="0"/>
                <a:ea typeface="+mn-ea"/>
                <a:cs typeface="+mn-cs"/>
              </a:rPr>
              <a:t>infrastructure supports its overall business objectives in general, and more specifically</a:t>
            </a:r>
          </a:p>
          <a:p>
            <a:r>
              <a:rPr lang="en-US" sz="1200" kern="1200" baseline="0" dirty="0">
                <a:solidFill>
                  <a:schemeClr val="tx1"/>
                </a:solidFill>
                <a:latin typeface="Arial" pitchFamily="-109" charset="0"/>
                <a:ea typeface="+mn-ea"/>
                <a:cs typeface="+mn-cs"/>
              </a:rPr>
              <a:t>what security requirements must be provided in order to do this most</a:t>
            </a:r>
          </a:p>
          <a:p>
            <a:r>
              <a:rPr lang="en-US" sz="1200" kern="1200" baseline="0" dirty="0">
                <a:solidFill>
                  <a:schemeClr val="tx1"/>
                </a:solidFill>
                <a:latin typeface="Arial" pitchFamily="-109" charset="0"/>
                <a:ea typeface="+mn-ea"/>
                <a:cs typeface="+mn-cs"/>
              </a:rPr>
              <a:t>effectively.</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3621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We now turn to the key risk management component of the IT security process.</a:t>
            </a:r>
          </a:p>
          <a:p>
            <a:r>
              <a:rPr lang="en-US" sz="1200" kern="1200" baseline="0" dirty="0">
                <a:solidFill>
                  <a:schemeClr val="tx1"/>
                </a:solidFill>
                <a:latin typeface="Arial" pitchFamily="-109" charset="0"/>
                <a:ea typeface="+mn-ea"/>
                <a:cs typeface="+mn-cs"/>
              </a:rPr>
              <a:t>This stage is critical, because without it there is a significant chance that resources</a:t>
            </a:r>
          </a:p>
          <a:p>
            <a:r>
              <a:rPr lang="en-US" sz="1200" kern="1200" baseline="0" dirty="0">
                <a:solidFill>
                  <a:schemeClr val="tx1"/>
                </a:solidFill>
                <a:latin typeface="Arial" pitchFamily="-109" charset="0"/>
                <a:ea typeface="+mn-ea"/>
                <a:cs typeface="+mn-cs"/>
              </a:rPr>
              <a:t>will not be deployed where most effective. The result will be that some risks are</a:t>
            </a:r>
          </a:p>
          <a:p>
            <a:r>
              <a:rPr lang="en-US" sz="1200" kern="1200" baseline="0" dirty="0">
                <a:solidFill>
                  <a:schemeClr val="tx1"/>
                </a:solidFill>
                <a:latin typeface="Arial" pitchFamily="-109" charset="0"/>
                <a:ea typeface="+mn-ea"/>
                <a:cs typeface="+mn-cs"/>
              </a:rPr>
              <a:t>not addressed, leaving the organization vulnerable, while other safeguards may be</a:t>
            </a:r>
          </a:p>
          <a:p>
            <a:r>
              <a:rPr lang="en-US" sz="1200" kern="1200" baseline="0" dirty="0">
                <a:solidFill>
                  <a:schemeClr val="tx1"/>
                </a:solidFill>
                <a:latin typeface="Arial" pitchFamily="-109" charset="0"/>
                <a:ea typeface="+mn-ea"/>
                <a:cs typeface="+mn-cs"/>
              </a:rPr>
              <a:t>deployed without sufficient justification, wasting time and money. Ideally every</a:t>
            </a:r>
          </a:p>
          <a:p>
            <a:r>
              <a:rPr lang="en-US" sz="1200" kern="1200" baseline="0" dirty="0">
                <a:solidFill>
                  <a:schemeClr val="tx1"/>
                </a:solidFill>
                <a:latin typeface="Arial" pitchFamily="-109" charset="0"/>
                <a:ea typeface="+mn-ea"/>
                <a:cs typeface="+mn-cs"/>
              </a:rPr>
              <a:t>single organizational asset is examined, and every conceivable risk to it is evaluated.</a:t>
            </a:r>
          </a:p>
          <a:p>
            <a:r>
              <a:rPr lang="en-US" sz="1200" kern="1200" baseline="0" dirty="0">
                <a:solidFill>
                  <a:schemeClr val="tx1"/>
                </a:solidFill>
                <a:latin typeface="Arial" pitchFamily="-109" charset="0"/>
                <a:ea typeface="+mn-ea"/>
                <a:cs typeface="+mn-cs"/>
              </a:rPr>
              <a:t>If a risk is judged to be too great, then appropriate remedial controls are deployed to</a:t>
            </a:r>
          </a:p>
          <a:p>
            <a:r>
              <a:rPr lang="en-US" sz="1200" kern="1200" baseline="0" dirty="0">
                <a:solidFill>
                  <a:schemeClr val="tx1"/>
                </a:solidFill>
                <a:latin typeface="Arial" pitchFamily="-109" charset="0"/>
                <a:ea typeface="+mn-ea"/>
                <a:cs typeface="+mn-cs"/>
              </a:rPr>
              <a:t>reduce the risk to an acceptable level. In practice this is clearly impossible. The time</a:t>
            </a:r>
          </a:p>
          <a:p>
            <a:r>
              <a:rPr lang="en-US" sz="1200" kern="1200" baseline="0" dirty="0">
                <a:solidFill>
                  <a:schemeClr val="tx1"/>
                </a:solidFill>
                <a:latin typeface="Arial" pitchFamily="-109" charset="0"/>
                <a:ea typeface="+mn-ea"/>
                <a:cs typeface="+mn-cs"/>
              </a:rPr>
              <a:t>and effort required, even for large, well-resourced organizations, is clearly neither</a:t>
            </a:r>
          </a:p>
          <a:p>
            <a:r>
              <a:rPr lang="en-US" sz="1200" kern="1200" baseline="0" dirty="0">
                <a:solidFill>
                  <a:schemeClr val="tx1"/>
                </a:solidFill>
                <a:latin typeface="Arial" pitchFamily="-109" charset="0"/>
                <a:ea typeface="+mn-ea"/>
                <a:cs typeface="+mn-cs"/>
              </a:rPr>
              <a:t>achievable nor cost effective. Even if possible, the rapid rate of change in both IT</a:t>
            </a:r>
          </a:p>
          <a:p>
            <a:r>
              <a:rPr lang="en-US" sz="1200" kern="1200" baseline="0" dirty="0">
                <a:solidFill>
                  <a:schemeClr val="tx1"/>
                </a:solidFill>
                <a:latin typeface="Arial" pitchFamily="-109" charset="0"/>
                <a:ea typeface="+mn-ea"/>
                <a:cs typeface="+mn-cs"/>
              </a:rPr>
              <a:t>technologies and the wider threat environment means that any such assessment</a:t>
            </a:r>
          </a:p>
          <a:p>
            <a:r>
              <a:rPr lang="en-US" sz="1200" kern="1200" baseline="0" dirty="0">
                <a:solidFill>
                  <a:schemeClr val="tx1"/>
                </a:solidFill>
                <a:latin typeface="Arial" pitchFamily="-109" charset="0"/>
                <a:ea typeface="+mn-ea"/>
                <a:cs typeface="+mn-cs"/>
              </a:rPr>
              <a:t>would be obsolete as soon as it is completed, if not earlier! Clearly some form of</a:t>
            </a:r>
          </a:p>
          <a:p>
            <a:r>
              <a:rPr lang="en-US" sz="1200" kern="1200" baseline="0" dirty="0">
                <a:solidFill>
                  <a:schemeClr val="tx1"/>
                </a:solidFill>
                <a:latin typeface="Arial" pitchFamily="-109" charset="0"/>
                <a:ea typeface="+mn-ea"/>
                <a:cs typeface="+mn-cs"/>
              </a:rPr>
              <a:t>compromise evaluation is needed.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Another issue is the decision as to what constitutes an appropriate level of</a:t>
            </a:r>
          </a:p>
          <a:p>
            <a:r>
              <a:rPr lang="en-US" sz="1200" kern="1200" baseline="0" dirty="0">
                <a:solidFill>
                  <a:schemeClr val="tx1"/>
                </a:solidFill>
                <a:latin typeface="Arial" pitchFamily="-109" charset="0"/>
                <a:ea typeface="+mn-ea"/>
                <a:cs typeface="+mn-cs"/>
              </a:rPr>
              <a:t>risk to accept. In an ideal world the goal would be to eliminate all risks completely.</a:t>
            </a:r>
          </a:p>
          <a:p>
            <a:r>
              <a:rPr lang="en-US" sz="1200" kern="1200" baseline="0" dirty="0">
                <a:solidFill>
                  <a:schemeClr val="tx1"/>
                </a:solidFill>
                <a:latin typeface="Arial" pitchFamily="-109" charset="0"/>
                <a:ea typeface="+mn-ea"/>
                <a:cs typeface="+mn-cs"/>
              </a:rPr>
              <a:t>Again, this is simply not possible. A more realistic alternative is to expend an amount</a:t>
            </a:r>
          </a:p>
          <a:p>
            <a:r>
              <a:rPr lang="en-US" sz="1200" kern="1200" baseline="0" dirty="0">
                <a:solidFill>
                  <a:schemeClr val="tx1"/>
                </a:solidFill>
                <a:latin typeface="Arial" pitchFamily="-109" charset="0"/>
                <a:ea typeface="+mn-ea"/>
                <a:cs typeface="+mn-cs"/>
              </a:rPr>
              <a:t>of resources in reducing risks proportional to the potential costs to the organization</a:t>
            </a:r>
          </a:p>
          <a:p>
            <a:r>
              <a:rPr lang="en-US" sz="1200" kern="1200" baseline="0" dirty="0">
                <a:solidFill>
                  <a:schemeClr val="tx1"/>
                </a:solidFill>
                <a:latin typeface="Arial" pitchFamily="-109" charset="0"/>
                <a:ea typeface="+mn-ea"/>
                <a:cs typeface="+mn-cs"/>
              </a:rPr>
              <a:t>should that risk occur. This process also must take into consideration the likelihood</a:t>
            </a:r>
          </a:p>
          <a:p>
            <a:r>
              <a:rPr lang="en-US" sz="1200" kern="1200" baseline="0" dirty="0">
                <a:solidFill>
                  <a:schemeClr val="tx1"/>
                </a:solidFill>
                <a:latin typeface="Arial" pitchFamily="-109" charset="0"/>
                <a:ea typeface="+mn-ea"/>
                <a:cs typeface="+mn-cs"/>
              </a:rPr>
              <a:t>of the risk’s occurrence. Specifying the acceptable level of risk is simply prudent</a:t>
            </a:r>
          </a:p>
          <a:p>
            <a:r>
              <a:rPr lang="en-US" sz="1200" kern="1200" baseline="0" dirty="0">
                <a:solidFill>
                  <a:schemeClr val="tx1"/>
                </a:solidFill>
                <a:latin typeface="Arial" pitchFamily="-109" charset="0"/>
                <a:ea typeface="+mn-ea"/>
                <a:cs typeface="+mn-cs"/>
              </a:rPr>
              <a:t>management and means that resources expended are reasonable in the context of</a:t>
            </a:r>
          </a:p>
          <a:p>
            <a:r>
              <a:rPr lang="en-US" sz="1200" kern="1200" baseline="0" dirty="0">
                <a:solidFill>
                  <a:schemeClr val="tx1"/>
                </a:solidFill>
                <a:latin typeface="Arial" pitchFamily="-109" charset="0"/>
                <a:ea typeface="+mn-ea"/>
                <a:cs typeface="+mn-cs"/>
              </a:rPr>
              <a:t>the organization’s available budget, time, and personnel resources. The aim of the</a:t>
            </a:r>
          </a:p>
          <a:p>
            <a:r>
              <a:rPr lang="en-US" sz="1200" kern="1200" baseline="0" dirty="0">
                <a:solidFill>
                  <a:schemeClr val="tx1"/>
                </a:solidFill>
                <a:latin typeface="Arial" pitchFamily="-109" charset="0"/>
                <a:ea typeface="+mn-ea"/>
                <a:cs typeface="+mn-cs"/>
              </a:rPr>
              <a:t>risk assessment process is to provide management with the information necessary for</a:t>
            </a:r>
          </a:p>
          <a:p>
            <a:r>
              <a:rPr lang="en-US" sz="1200" kern="1200" baseline="0" dirty="0">
                <a:solidFill>
                  <a:schemeClr val="tx1"/>
                </a:solidFill>
                <a:latin typeface="Arial" pitchFamily="-109" charset="0"/>
                <a:ea typeface="+mn-ea"/>
                <a:cs typeface="+mn-cs"/>
              </a:rPr>
              <a:t>them to make reasonable decisions on where available resources will be deployed.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Given the wide range of organizations, from very small businesses to global</a:t>
            </a:r>
          </a:p>
          <a:p>
            <a:r>
              <a:rPr lang="en-US" sz="1200" kern="1200" baseline="0" dirty="0">
                <a:solidFill>
                  <a:schemeClr val="tx1"/>
                </a:solidFill>
                <a:latin typeface="Arial" pitchFamily="-109" charset="0"/>
                <a:ea typeface="+mn-ea"/>
                <a:cs typeface="+mn-cs"/>
              </a:rPr>
              <a:t>multinationals and national governments, there clearly needs to be a range of alternatives</a:t>
            </a:r>
          </a:p>
          <a:p>
            <a:r>
              <a:rPr lang="en-US" sz="1200" kern="1200" baseline="0" dirty="0">
                <a:solidFill>
                  <a:schemeClr val="tx1"/>
                </a:solidFill>
                <a:latin typeface="Arial" pitchFamily="-109" charset="0"/>
                <a:ea typeface="+mn-ea"/>
                <a:cs typeface="+mn-cs"/>
              </a:rPr>
              <a:t>available in performing this process. There are a range of formal standards that</a:t>
            </a:r>
          </a:p>
          <a:p>
            <a:r>
              <a:rPr lang="en-US" sz="1200" kern="1200" baseline="0" dirty="0">
                <a:solidFill>
                  <a:schemeClr val="tx1"/>
                </a:solidFill>
                <a:latin typeface="Arial" pitchFamily="-109" charset="0"/>
                <a:ea typeface="+mn-ea"/>
                <a:cs typeface="+mn-cs"/>
              </a:rPr>
              <a:t>detail suitable IT security risk assessment processes, including ISO 13335, ISO 27005,</a:t>
            </a:r>
          </a:p>
          <a:p>
            <a:r>
              <a:rPr lang="en-US" sz="1200" kern="1200" baseline="0" dirty="0">
                <a:solidFill>
                  <a:schemeClr val="tx1"/>
                </a:solidFill>
                <a:latin typeface="Arial" pitchFamily="-109" charset="0"/>
                <a:ea typeface="+mn-ea"/>
                <a:cs typeface="+mn-cs"/>
              </a:rPr>
              <a:t>ISO 31000, and NIST SP 800-30. In particular, ISO 13335 recognizes four approaches</a:t>
            </a:r>
          </a:p>
          <a:p>
            <a:r>
              <a:rPr lang="en-US" sz="1200" kern="1200" baseline="0" dirty="0">
                <a:solidFill>
                  <a:schemeClr val="tx1"/>
                </a:solidFill>
                <a:latin typeface="Arial" pitchFamily="-109" charset="0"/>
                <a:ea typeface="+mn-ea"/>
                <a:cs typeface="+mn-cs"/>
              </a:rPr>
              <a:t>to identifying and mitigating risks to an organization’s IT infrastructure: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Baseline approach</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Informal approach</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Detailed risk analysis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Combined approach</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choice among these will be determined by the resources available to the organization</a:t>
            </a:r>
          </a:p>
          <a:p>
            <a:r>
              <a:rPr lang="en-US" sz="1200" kern="1200" baseline="0" dirty="0">
                <a:solidFill>
                  <a:schemeClr val="tx1"/>
                </a:solidFill>
                <a:latin typeface="Arial" pitchFamily="-109" charset="0"/>
                <a:ea typeface="+mn-ea"/>
                <a:cs typeface="+mn-cs"/>
              </a:rPr>
              <a:t>and from an initial high-level risk analysis that considers how valuable the IT systems</a:t>
            </a:r>
          </a:p>
          <a:p>
            <a:r>
              <a:rPr lang="en-US" sz="1200" kern="1200" baseline="0" dirty="0">
                <a:solidFill>
                  <a:schemeClr val="tx1"/>
                </a:solidFill>
                <a:latin typeface="Arial" pitchFamily="-109" charset="0"/>
                <a:ea typeface="+mn-ea"/>
                <a:cs typeface="+mn-cs"/>
              </a:rPr>
              <a:t>are and how critical to the organization’s business objectives. Legal and regulatory</a:t>
            </a:r>
          </a:p>
          <a:p>
            <a:r>
              <a:rPr lang="en-US" sz="1200" kern="1200" baseline="0" dirty="0">
                <a:solidFill>
                  <a:schemeClr val="tx1"/>
                </a:solidFill>
                <a:latin typeface="Arial" pitchFamily="-109" charset="0"/>
                <a:ea typeface="+mn-ea"/>
                <a:cs typeface="+mn-cs"/>
              </a:rPr>
              <a:t>constraints may also require specific approaches. This information should be determined</a:t>
            </a:r>
          </a:p>
          <a:p>
            <a:r>
              <a:rPr lang="en-US" sz="1200" kern="1200" baseline="0" dirty="0">
                <a:solidFill>
                  <a:schemeClr val="tx1"/>
                </a:solidFill>
                <a:latin typeface="Arial" pitchFamily="-109" charset="0"/>
                <a:ea typeface="+mn-ea"/>
                <a:cs typeface="+mn-cs"/>
              </a:rPr>
              <a:t>when developing the organization’s IT security objectives, strategies, and policies.</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42387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The baseline approach to risk assessment aims to implement a basic general level</a:t>
            </a:r>
          </a:p>
          <a:p>
            <a:r>
              <a:rPr lang="en-US" sz="1200" kern="1200" baseline="0" dirty="0">
                <a:solidFill>
                  <a:schemeClr val="tx1"/>
                </a:solidFill>
                <a:latin typeface="Arial" pitchFamily="-109" charset="0"/>
                <a:ea typeface="+mn-ea"/>
                <a:cs typeface="+mn-cs"/>
              </a:rPr>
              <a:t>of security controls on systems using baseline documents, codes of practice, and</a:t>
            </a:r>
          </a:p>
          <a:p>
            <a:r>
              <a:rPr lang="en-US" sz="1200" i="1" kern="1200" baseline="0" dirty="0">
                <a:solidFill>
                  <a:schemeClr val="tx1"/>
                </a:solidFill>
                <a:latin typeface="Arial" pitchFamily="-109" charset="0"/>
                <a:ea typeface="+mn-ea"/>
                <a:cs typeface="+mn-cs"/>
              </a:rPr>
              <a:t>industry best practice . </a:t>
            </a:r>
            <a:r>
              <a:rPr lang="en-US" sz="1200" i="0" kern="1200" baseline="0" dirty="0">
                <a:solidFill>
                  <a:schemeClr val="tx1"/>
                </a:solidFill>
                <a:latin typeface="Arial" pitchFamily="-109" charset="0"/>
                <a:ea typeface="+mn-ea"/>
                <a:cs typeface="+mn-cs"/>
              </a:rPr>
              <a:t>The advantages of this approach are that it doesn’t require</a:t>
            </a:r>
          </a:p>
          <a:p>
            <a:r>
              <a:rPr lang="en-US" sz="1200" kern="1200" baseline="0" dirty="0">
                <a:solidFill>
                  <a:schemeClr val="tx1"/>
                </a:solidFill>
                <a:latin typeface="Arial" pitchFamily="-109" charset="0"/>
                <a:ea typeface="+mn-ea"/>
                <a:cs typeface="+mn-cs"/>
              </a:rPr>
              <a:t>the expenditure of additional resources in conducting a more formal risk assessment</a:t>
            </a:r>
          </a:p>
          <a:p>
            <a:r>
              <a:rPr lang="en-US" sz="1200" kern="1200" baseline="0" dirty="0">
                <a:solidFill>
                  <a:schemeClr val="tx1"/>
                </a:solidFill>
                <a:latin typeface="Arial" pitchFamily="-109" charset="0"/>
                <a:ea typeface="+mn-ea"/>
                <a:cs typeface="+mn-cs"/>
              </a:rPr>
              <a:t>and that the same measures can be replicated over a range of systems. The</a:t>
            </a:r>
          </a:p>
          <a:p>
            <a:r>
              <a:rPr lang="en-US" sz="1200" kern="1200" baseline="0" dirty="0">
                <a:solidFill>
                  <a:schemeClr val="tx1"/>
                </a:solidFill>
                <a:latin typeface="Arial" pitchFamily="-109" charset="0"/>
                <a:ea typeface="+mn-ea"/>
                <a:cs typeface="+mn-cs"/>
              </a:rPr>
              <a:t>major disadvantage is that no special consideration is given to variations in the organization’s</a:t>
            </a:r>
          </a:p>
          <a:p>
            <a:r>
              <a:rPr lang="en-US" sz="1200" kern="1200" baseline="0" dirty="0">
                <a:solidFill>
                  <a:schemeClr val="tx1"/>
                </a:solidFill>
                <a:latin typeface="Arial" pitchFamily="-109" charset="0"/>
                <a:ea typeface="+mn-ea"/>
                <a:cs typeface="+mn-cs"/>
              </a:rPr>
              <a:t>risk exposure based on who they are and how their systems are used.</a:t>
            </a:r>
          </a:p>
          <a:p>
            <a:r>
              <a:rPr lang="en-US" sz="1200" kern="1200" baseline="0" dirty="0">
                <a:solidFill>
                  <a:schemeClr val="tx1"/>
                </a:solidFill>
                <a:latin typeface="Arial" pitchFamily="-109" charset="0"/>
                <a:ea typeface="+mn-ea"/>
                <a:cs typeface="+mn-cs"/>
              </a:rPr>
              <a:t>Also, there is a chance that the baseline level may be set either too high, leading to</a:t>
            </a:r>
          </a:p>
          <a:p>
            <a:r>
              <a:rPr lang="en-US" sz="1200" kern="1200" baseline="0" dirty="0">
                <a:solidFill>
                  <a:schemeClr val="tx1"/>
                </a:solidFill>
                <a:latin typeface="Arial" pitchFamily="-109" charset="0"/>
                <a:ea typeface="+mn-ea"/>
                <a:cs typeface="+mn-cs"/>
              </a:rPr>
              <a:t>expensive or restrictive security measures that may not be warranted, or set too low,</a:t>
            </a:r>
          </a:p>
          <a:p>
            <a:r>
              <a:rPr lang="en-US" sz="1200" kern="1200" baseline="0" dirty="0">
                <a:solidFill>
                  <a:schemeClr val="tx1"/>
                </a:solidFill>
                <a:latin typeface="Arial" pitchFamily="-109" charset="0"/>
                <a:ea typeface="+mn-ea"/>
                <a:cs typeface="+mn-cs"/>
              </a:rPr>
              <a:t>resulting in insufficient security and leaving the organization vulnerable.</a:t>
            </a:r>
          </a:p>
          <a:p>
            <a:endParaRPr lang="en-US" sz="1200" kern="1200" baseline="0" dirty="0">
              <a:solidFill>
                <a:schemeClr val="tx1"/>
              </a:solidFill>
              <a:latin typeface="Arial" pitchFamily="-10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23153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The informal approach involves conducting some form of informal, pragmatic risk</a:t>
            </a:r>
          </a:p>
          <a:p>
            <a:r>
              <a:rPr lang="en-US" sz="1200" kern="1200" baseline="0" dirty="0">
                <a:solidFill>
                  <a:schemeClr val="tx1"/>
                </a:solidFill>
                <a:latin typeface="Arial" pitchFamily="-109" charset="0"/>
                <a:ea typeface="+mn-ea"/>
                <a:cs typeface="+mn-cs"/>
              </a:rPr>
              <a:t>analysis for the organization’s IT systems. This analysis does not involve the use of</a:t>
            </a:r>
          </a:p>
          <a:p>
            <a:r>
              <a:rPr lang="en-US" sz="1200" kern="1200" baseline="0" dirty="0">
                <a:solidFill>
                  <a:schemeClr val="tx1"/>
                </a:solidFill>
                <a:latin typeface="Arial" pitchFamily="-109" charset="0"/>
                <a:ea typeface="+mn-ea"/>
                <a:cs typeface="+mn-cs"/>
              </a:rPr>
              <a:t>a formal, structured process, but rather exploits the knowledge and expertise of the</a:t>
            </a:r>
          </a:p>
          <a:p>
            <a:r>
              <a:rPr lang="en-US" sz="1200" kern="1200" baseline="0" dirty="0">
                <a:solidFill>
                  <a:schemeClr val="tx1"/>
                </a:solidFill>
                <a:latin typeface="Arial" pitchFamily="-109" charset="0"/>
                <a:ea typeface="+mn-ea"/>
                <a:cs typeface="+mn-cs"/>
              </a:rPr>
              <a:t>individuals performing this analysis. These may either be internal experts, if available,</a:t>
            </a:r>
          </a:p>
          <a:p>
            <a:r>
              <a:rPr lang="en-US" sz="1200" kern="1200" baseline="0" dirty="0">
                <a:solidFill>
                  <a:schemeClr val="tx1"/>
                </a:solidFill>
                <a:latin typeface="Arial" pitchFamily="-109" charset="0"/>
                <a:ea typeface="+mn-ea"/>
                <a:cs typeface="+mn-cs"/>
              </a:rPr>
              <a:t>or, alternatively, external consultants. A major advantage of this approach is</a:t>
            </a:r>
          </a:p>
          <a:p>
            <a:r>
              <a:rPr lang="en-US" sz="1200" kern="1200" baseline="0" dirty="0">
                <a:solidFill>
                  <a:schemeClr val="tx1"/>
                </a:solidFill>
                <a:latin typeface="Arial" pitchFamily="-109" charset="0"/>
                <a:ea typeface="+mn-ea"/>
                <a:cs typeface="+mn-cs"/>
              </a:rPr>
              <a:t>that the individuals performing the analysis require no additional skills. Hence, an</a:t>
            </a:r>
          </a:p>
          <a:p>
            <a:r>
              <a:rPr lang="en-US" sz="1200" kern="1200" baseline="0" dirty="0">
                <a:solidFill>
                  <a:schemeClr val="tx1"/>
                </a:solidFill>
                <a:latin typeface="Arial" pitchFamily="-109" charset="0"/>
                <a:ea typeface="+mn-ea"/>
                <a:cs typeface="+mn-cs"/>
              </a:rPr>
              <a:t>informal risk assessment can be performed relatively quickly and cheaply. In addition,</a:t>
            </a:r>
          </a:p>
          <a:p>
            <a:r>
              <a:rPr lang="en-US" sz="1200" kern="1200" baseline="0" dirty="0">
                <a:solidFill>
                  <a:schemeClr val="tx1"/>
                </a:solidFill>
                <a:latin typeface="Arial" pitchFamily="-109" charset="0"/>
                <a:ea typeface="+mn-ea"/>
                <a:cs typeface="+mn-cs"/>
              </a:rPr>
              <a:t>because the organization’s systems are being examined, judgments can be</a:t>
            </a:r>
          </a:p>
          <a:p>
            <a:r>
              <a:rPr lang="en-US" sz="1200" kern="1200" baseline="0" dirty="0">
                <a:solidFill>
                  <a:schemeClr val="tx1"/>
                </a:solidFill>
                <a:latin typeface="Arial" pitchFamily="-109" charset="0"/>
                <a:ea typeface="+mn-ea"/>
                <a:cs typeface="+mn-cs"/>
              </a:rPr>
              <a:t>made about specific vulnerabilities and risks to systems for the organization that</a:t>
            </a:r>
          </a:p>
          <a:p>
            <a:r>
              <a:rPr lang="en-US" sz="1200" kern="1200" baseline="0" dirty="0">
                <a:solidFill>
                  <a:schemeClr val="tx1"/>
                </a:solidFill>
                <a:latin typeface="Arial" pitchFamily="-109" charset="0"/>
                <a:ea typeface="+mn-ea"/>
                <a:cs typeface="+mn-cs"/>
              </a:rPr>
              <a:t>the baseline approach would not address. Thus more accurate and targeted controls</a:t>
            </a:r>
          </a:p>
          <a:p>
            <a:r>
              <a:rPr lang="en-US" sz="1200" kern="1200" baseline="0" dirty="0">
                <a:solidFill>
                  <a:schemeClr val="tx1"/>
                </a:solidFill>
                <a:latin typeface="Arial" pitchFamily="-109" charset="0"/>
                <a:ea typeface="+mn-ea"/>
                <a:cs typeface="+mn-cs"/>
              </a:rPr>
              <a:t>may be used than would be the case with the baseline approach. There are a number</a:t>
            </a:r>
          </a:p>
          <a:p>
            <a:r>
              <a:rPr lang="en-US" sz="1200" kern="1200" baseline="0" dirty="0">
                <a:solidFill>
                  <a:schemeClr val="tx1"/>
                </a:solidFill>
                <a:latin typeface="Arial" pitchFamily="-109" charset="0"/>
                <a:ea typeface="+mn-ea"/>
                <a:cs typeface="+mn-cs"/>
              </a:rPr>
              <a:t>of disadvantages. Because a formal process is not used, there is a chance that some</a:t>
            </a:r>
          </a:p>
          <a:p>
            <a:r>
              <a:rPr lang="en-US" sz="1200" kern="1200" baseline="0" dirty="0">
                <a:solidFill>
                  <a:schemeClr val="tx1"/>
                </a:solidFill>
                <a:latin typeface="Arial" pitchFamily="-109" charset="0"/>
                <a:ea typeface="+mn-ea"/>
                <a:cs typeface="+mn-cs"/>
              </a:rPr>
              <a:t>risks may not be considered appropriately, potentially leaving the organization vulnerable.</a:t>
            </a:r>
          </a:p>
          <a:p>
            <a:r>
              <a:rPr lang="en-US" sz="1200" kern="1200" baseline="0" dirty="0">
                <a:solidFill>
                  <a:schemeClr val="tx1"/>
                </a:solidFill>
                <a:latin typeface="Arial" pitchFamily="-109" charset="0"/>
                <a:ea typeface="+mn-ea"/>
                <a:cs typeface="+mn-cs"/>
              </a:rPr>
              <a:t>Besides, because the approach is informal, the results may be skewed by the</a:t>
            </a:r>
          </a:p>
          <a:p>
            <a:r>
              <a:rPr lang="en-US" sz="1200" kern="1200" baseline="0" dirty="0">
                <a:solidFill>
                  <a:schemeClr val="tx1"/>
                </a:solidFill>
                <a:latin typeface="Arial" pitchFamily="-109" charset="0"/>
                <a:ea typeface="+mn-ea"/>
                <a:cs typeface="+mn-cs"/>
              </a:rPr>
              <a:t>views and prejudices of the individuals performing the analysis. It may also result in</a:t>
            </a:r>
          </a:p>
          <a:p>
            <a:r>
              <a:rPr lang="en-US" sz="1200" kern="1200" baseline="0" dirty="0">
                <a:solidFill>
                  <a:schemeClr val="tx1"/>
                </a:solidFill>
                <a:latin typeface="Arial" pitchFamily="-109" charset="0"/>
                <a:ea typeface="+mn-ea"/>
                <a:cs typeface="+mn-cs"/>
              </a:rPr>
              <a:t>insufficient justification for suggested controls, leading to questions over whether</a:t>
            </a:r>
          </a:p>
          <a:p>
            <a:r>
              <a:rPr lang="en-US" sz="1200" kern="1200" baseline="0" dirty="0">
                <a:solidFill>
                  <a:schemeClr val="tx1"/>
                </a:solidFill>
                <a:latin typeface="Arial" pitchFamily="-109" charset="0"/>
                <a:ea typeface="+mn-ea"/>
                <a:cs typeface="+mn-cs"/>
              </a:rPr>
              <a:t>the proposed expenditure is really justified. Lastly, there may be inconsistent results</a:t>
            </a:r>
          </a:p>
          <a:p>
            <a:r>
              <a:rPr lang="en-US" sz="1200" kern="1200" baseline="0" dirty="0">
                <a:solidFill>
                  <a:schemeClr val="tx1"/>
                </a:solidFill>
                <a:latin typeface="Arial" pitchFamily="-109" charset="0"/>
                <a:ea typeface="+mn-ea"/>
                <a:cs typeface="+mn-cs"/>
              </a:rPr>
              <a:t>over time as a result of differing expertise in those conducting the analysis.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use of the informal approach would generally be recommended for small</a:t>
            </a:r>
          </a:p>
          <a:p>
            <a:r>
              <a:rPr lang="en-US" sz="1200" kern="1200" baseline="0" dirty="0">
                <a:solidFill>
                  <a:schemeClr val="tx1"/>
                </a:solidFill>
                <a:latin typeface="Arial" pitchFamily="-109" charset="0"/>
                <a:ea typeface="+mn-ea"/>
                <a:cs typeface="+mn-cs"/>
              </a:rPr>
              <a:t>to medium-sized organizations where the IT systems are not necessarily essential to</a:t>
            </a:r>
          </a:p>
          <a:p>
            <a:r>
              <a:rPr lang="en-US" sz="1200" kern="1200" baseline="0" dirty="0">
                <a:solidFill>
                  <a:schemeClr val="tx1"/>
                </a:solidFill>
                <a:latin typeface="Arial" pitchFamily="-109" charset="0"/>
                <a:ea typeface="+mn-ea"/>
                <a:cs typeface="+mn-cs"/>
              </a:rPr>
              <a:t>meeting the organization’s business objectives and where additional expenditure on</a:t>
            </a:r>
          </a:p>
          <a:p>
            <a:r>
              <a:rPr lang="en-US" sz="1200" kern="1200" baseline="0" dirty="0">
                <a:solidFill>
                  <a:schemeClr val="tx1"/>
                </a:solidFill>
                <a:latin typeface="Arial" pitchFamily="-109" charset="0"/>
                <a:ea typeface="+mn-ea"/>
                <a:cs typeface="+mn-cs"/>
              </a:rPr>
              <a:t>risk analysis cannot be justified.</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32305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The third and most comprehensive approach is to conduct a detailed risk assessment</a:t>
            </a:r>
          </a:p>
          <a:p>
            <a:r>
              <a:rPr lang="en-US" sz="1200" kern="1200" baseline="0" dirty="0">
                <a:solidFill>
                  <a:schemeClr val="tx1"/>
                </a:solidFill>
                <a:latin typeface="Arial" pitchFamily="-109" charset="0"/>
                <a:ea typeface="+mn-ea"/>
                <a:cs typeface="+mn-cs"/>
              </a:rPr>
              <a:t>of the organization’s IT systems, using a formal structured process. This provides</a:t>
            </a:r>
          </a:p>
          <a:p>
            <a:r>
              <a:rPr lang="en-US" sz="1200" kern="1200" baseline="0" dirty="0">
                <a:solidFill>
                  <a:schemeClr val="tx1"/>
                </a:solidFill>
                <a:latin typeface="Arial" pitchFamily="-109" charset="0"/>
                <a:ea typeface="+mn-ea"/>
                <a:cs typeface="+mn-cs"/>
              </a:rPr>
              <a:t>the greatest degree of assurance that all significant risks are identified and their</a:t>
            </a:r>
          </a:p>
          <a:p>
            <a:r>
              <a:rPr lang="en-US" sz="1200" kern="1200" baseline="0" dirty="0">
                <a:solidFill>
                  <a:schemeClr val="tx1"/>
                </a:solidFill>
                <a:latin typeface="Arial" pitchFamily="-109" charset="0"/>
                <a:ea typeface="+mn-ea"/>
                <a:cs typeface="+mn-cs"/>
              </a:rPr>
              <a:t>implications considered. This process involves a number of stages, including</a:t>
            </a:r>
          </a:p>
          <a:p>
            <a:r>
              <a:rPr lang="en-US" sz="1200" kern="1200" baseline="0" dirty="0">
                <a:solidFill>
                  <a:schemeClr val="tx1"/>
                </a:solidFill>
                <a:latin typeface="Arial" pitchFamily="-109" charset="0"/>
                <a:ea typeface="+mn-ea"/>
                <a:cs typeface="+mn-cs"/>
              </a:rPr>
              <a:t>identification of assets, identification of threats and vulnerabilities to those assets,</a:t>
            </a:r>
          </a:p>
          <a:p>
            <a:r>
              <a:rPr lang="en-US" sz="1200" kern="1200" baseline="0" dirty="0">
                <a:solidFill>
                  <a:schemeClr val="tx1"/>
                </a:solidFill>
                <a:latin typeface="Arial" pitchFamily="-109" charset="0"/>
                <a:ea typeface="+mn-ea"/>
                <a:cs typeface="+mn-cs"/>
              </a:rPr>
              <a:t>determination of the likelihood of the risk occurring and the consequences to the</a:t>
            </a:r>
          </a:p>
          <a:p>
            <a:r>
              <a:rPr lang="en-US" sz="1200" kern="1200" baseline="0" dirty="0">
                <a:solidFill>
                  <a:schemeClr val="tx1"/>
                </a:solidFill>
                <a:latin typeface="Arial" pitchFamily="-109" charset="0"/>
                <a:ea typeface="+mn-ea"/>
                <a:cs typeface="+mn-cs"/>
              </a:rPr>
              <a:t>organization should that occur, and hence the risk the organization is exposed to. With</a:t>
            </a:r>
          </a:p>
          <a:p>
            <a:r>
              <a:rPr lang="en-US" sz="1200" kern="1200" baseline="0" dirty="0">
                <a:solidFill>
                  <a:schemeClr val="tx1"/>
                </a:solidFill>
                <a:latin typeface="Arial" pitchFamily="-109" charset="0"/>
                <a:ea typeface="+mn-ea"/>
                <a:cs typeface="+mn-cs"/>
              </a:rPr>
              <a:t>that information, appropriate controls can be chosen and implemented to address</a:t>
            </a:r>
          </a:p>
          <a:p>
            <a:r>
              <a:rPr lang="en-US" sz="1200" kern="1200" baseline="0" dirty="0">
                <a:solidFill>
                  <a:schemeClr val="tx1"/>
                </a:solidFill>
                <a:latin typeface="Arial" pitchFamily="-109" charset="0"/>
                <a:ea typeface="+mn-ea"/>
                <a:cs typeface="+mn-cs"/>
              </a:rPr>
              <a:t>the risks identified. The advantages of this approach are that it provides the most</a:t>
            </a:r>
          </a:p>
          <a:p>
            <a:r>
              <a:rPr lang="en-US" sz="1200" kern="1200" baseline="0" dirty="0">
                <a:solidFill>
                  <a:schemeClr val="tx1"/>
                </a:solidFill>
                <a:latin typeface="Arial" pitchFamily="-109" charset="0"/>
                <a:ea typeface="+mn-ea"/>
                <a:cs typeface="+mn-cs"/>
              </a:rPr>
              <a:t>detailed examination of the security risks of an organization’s IT system, and produces</a:t>
            </a:r>
          </a:p>
          <a:p>
            <a:r>
              <a:rPr lang="en-US" sz="1200" kern="1200" baseline="0" dirty="0">
                <a:solidFill>
                  <a:schemeClr val="tx1"/>
                </a:solidFill>
                <a:latin typeface="Arial" pitchFamily="-109" charset="0"/>
                <a:ea typeface="+mn-ea"/>
                <a:cs typeface="+mn-cs"/>
              </a:rPr>
              <a:t>strong justification for expenditure on the controls proposed. It also provides</a:t>
            </a:r>
          </a:p>
          <a:p>
            <a:r>
              <a:rPr lang="en-US" sz="1200" kern="1200" baseline="0" dirty="0">
                <a:solidFill>
                  <a:schemeClr val="tx1"/>
                </a:solidFill>
                <a:latin typeface="Arial" pitchFamily="-109" charset="0"/>
                <a:ea typeface="+mn-ea"/>
                <a:cs typeface="+mn-cs"/>
              </a:rPr>
              <a:t>the best information for continuing to manage the security of these systems as they</a:t>
            </a:r>
          </a:p>
          <a:p>
            <a:r>
              <a:rPr lang="en-US" sz="1200" kern="1200" baseline="0" dirty="0">
                <a:solidFill>
                  <a:schemeClr val="tx1"/>
                </a:solidFill>
                <a:latin typeface="Arial" pitchFamily="-109" charset="0"/>
                <a:ea typeface="+mn-ea"/>
                <a:cs typeface="+mn-cs"/>
              </a:rPr>
              <a:t>evolve and change. The major disadvantage is the significant cost in time, resources,</a:t>
            </a:r>
          </a:p>
          <a:p>
            <a:r>
              <a:rPr lang="en-US" sz="1200" kern="1200" baseline="0" dirty="0">
                <a:solidFill>
                  <a:schemeClr val="tx1"/>
                </a:solidFill>
                <a:latin typeface="Arial" pitchFamily="-109" charset="0"/>
                <a:ea typeface="+mn-ea"/>
                <a:cs typeface="+mn-cs"/>
              </a:rPr>
              <a:t>and expertise needed to perform such an analysis. The time taken to perform this</a:t>
            </a:r>
          </a:p>
          <a:p>
            <a:r>
              <a:rPr lang="en-US" sz="1200" kern="1200" baseline="0" dirty="0">
                <a:solidFill>
                  <a:schemeClr val="tx1"/>
                </a:solidFill>
                <a:latin typeface="Arial" pitchFamily="-109" charset="0"/>
                <a:ea typeface="+mn-ea"/>
                <a:cs typeface="+mn-cs"/>
              </a:rPr>
              <a:t>analysis may also result in delays in providing suitable levels of protection for some</a:t>
            </a:r>
          </a:p>
          <a:p>
            <a:r>
              <a:rPr lang="en-US" sz="1200" kern="1200" baseline="0" dirty="0">
                <a:solidFill>
                  <a:schemeClr val="tx1"/>
                </a:solidFill>
                <a:latin typeface="Arial" pitchFamily="-109" charset="0"/>
                <a:ea typeface="+mn-ea"/>
                <a:cs typeface="+mn-cs"/>
              </a:rPr>
              <a:t>systems. The details of this approach are discussed in the next section.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use of a formal, detailed risk analysis is often a legal requirement for</a:t>
            </a:r>
          </a:p>
          <a:p>
            <a:r>
              <a:rPr lang="en-US" sz="1200" kern="1200" baseline="0" dirty="0">
                <a:solidFill>
                  <a:schemeClr val="tx1"/>
                </a:solidFill>
                <a:latin typeface="Arial" pitchFamily="-109" charset="0"/>
                <a:ea typeface="+mn-ea"/>
                <a:cs typeface="+mn-cs"/>
              </a:rPr>
              <a:t>some government organizations and businesses providing key services to them. This</a:t>
            </a:r>
          </a:p>
          <a:p>
            <a:r>
              <a:rPr lang="en-US" sz="1200" kern="1200" baseline="0" dirty="0">
                <a:solidFill>
                  <a:schemeClr val="tx1"/>
                </a:solidFill>
                <a:latin typeface="Arial" pitchFamily="-109" charset="0"/>
                <a:ea typeface="+mn-ea"/>
                <a:cs typeface="+mn-cs"/>
              </a:rPr>
              <a:t>may also be the case for organizations providing key national infrastructure. For</a:t>
            </a:r>
          </a:p>
          <a:p>
            <a:r>
              <a:rPr lang="en-US" sz="1200" kern="1200" baseline="0" dirty="0">
                <a:solidFill>
                  <a:schemeClr val="tx1"/>
                </a:solidFill>
                <a:latin typeface="Arial" pitchFamily="-109" charset="0"/>
                <a:ea typeface="+mn-ea"/>
                <a:cs typeface="+mn-cs"/>
              </a:rPr>
              <a:t>such organizations, there is no choice but to use this approach. It may also be the</a:t>
            </a:r>
          </a:p>
          <a:p>
            <a:r>
              <a:rPr lang="en-US" sz="1200" kern="1200" baseline="0" dirty="0">
                <a:solidFill>
                  <a:schemeClr val="tx1"/>
                </a:solidFill>
                <a:latin typeface="Arial" pitchFamily="-109" charset="0"/>
                <a:ea typeface="+mn-ea"/>
                <a:cs typeface="+mn-cs"/>
              </a:rPr>
              <a:t>approach of choice for large organizations with IT systems critical to their business</a:t>
            </a:r>
          </a:p>
          <a:p>
            <a:r>
              <a:rPr lang="en-US" sz="1200" kern="1200" baseline="0" dirty="0">
                <a:solidFill>
                  <a:schemeClr val="tx1"/>
                </a:solidFill>
                <a:latin typeface="Arial" pitchFamily="-109" charset="0"/>
                <a:ea typeface="+mn-ea"/>
                <a:cs typeface="+mn-cs"/>
              </a:rPr>
              <a:t>objectives and with the resources available to perform this type of analysis.</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59202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The last approach combines elements of the baseline, informal, and detailed risk</a:t>
            </a:r>
          </a:p>
          <a:p>
            <a:r>
              <a:rPr lang="en-US" sz="1200" kern="1200" baseline="0" dirty="0">
                <a:solidFill>
                  <a:schemeClr val="tx1"/>
                </a:solidFill>
                <a:latin typeface="Arial" pitchFamily="-109" charset="0"/>
                <a:ea typeface="+mn-ea"/>
                <a:cs typeface="+mn-cs"/>
              </a:rPr>
              <a:t>analysis approaches. The aim is to provide reasonable levels of protection as quickly</a:t>
            </a:r>
          </a:p>
          <a:p>
            <a:r>
              <a:rPr lang="en-US" sz="1200" kern="1200" baseline="0" dirty="0">
                <a:solidFill>
                  <a:schemeClr val="tx1"/>
                </a:solidFill>
                <a:latin typeface="Arial" pitchFamily="-109" charset="0"/>
                <a:ea typeface="+mn-ea"/>
                <a:cs typeface="+mn-cs"/>
              </a:rPr>
              <a:t>as possible, and then to examine and adjust the protection controls deployed on key</a:t>
            </a:r>
          </a:p>
          <a:p>
            <a:r>
              <a:rPr lang="en-US" sz="1200" kern="1200" baseline="0" dirty="0">
                <a:solidFill>
                  <a:schemeClr val="tx1"/>
                </a:solidFill>
                <a:latin typeface="Arial" pitchFamily="-109" charset="0"/>
                <a:ea typeface="+mn-ea"/>
                <a:cs typeface="+mn-cs"/>
              </a:rPr>
              <a:t>systems over time. The approach starts with the implementation of suitable baseline</a:t>
            </a:r>
          </a:p>
          <a:p>
            <a:r>
              <a:rPr lang="en-US" sz="1200" kern="1200" baseline="0" dirty="0">
                <a:solidFill>
                  <a:schemeClr val="tx1"/>
                </a:solidFill>
                <a:latin typeface="Arial" pitchFamily="-109" charset="0"/>
                <a:ea typeface="+mn-ea"/>
                <a:cs typeface="+mn-cs"/>
              </a:rPr>
              <a:t>security recommendations on all systems. Next, systems either exposed to high risk</a:t>
            </a:r>
          </a:p>
          <a:p>
            <a:r>
              <a:rPr lang="en-US" sz="1200" kern="1200" baseline="0" dirty="0">
                <a:solidFill>
                  <a:schemeClr val="tx1"/>
                </a:solidFill>
                <a:latin typeface="Arial" pitchFamily="-109" charset="0"/>
                <a:ea typeface="+mn-ea"/>
                <a:cs typeface="+mn-cs"/>
              </a:rPr>
              <a:t>levels or critical to the organization’s business objectives are identified in the high-level</a:t>
            </a:r>
          </a:p>
          <a:p>
            <a:r>
              <a:rPr lang="en-US" sz="1200" kern="1200" baseline="0" dirty="0">
                <a:solidFill>
                  <a:schemeClr val="tx1"/>
                </a:solidFill>
                <a:latin typeface="Arial" pitchFamily="-109" charset="0"/>
                <a:ea typeface="+mn-ea"/>
                <a:cs typeface="+mn-cs"/>
              </a:rPr>
              <a:t>risk assessment. A decision can then be made to possibly conduct an immediate</a:t>
            </a:r>
          </a:p>
          <a:p>
            <a:r>
              <a:rPr lang="en-US" sz="1200" kern="1200" baseline="0" dirty="0">
                <a:solidFill>
                  <a:schemeClr val="tx1"/>
                </a:solidFill>
                <a:latin typeface="Arial" pitchFamily="-109" charset="0"/>
                <a:ea typeface="+mn-ea"/>
                <a:cs typeface="+mn-cs"/>
              </a:rPr>
              <a:t>informal risk assessment on key systems, with the aim of relatively quickly</a:t>
            </a:r>
          </a:p>
          <a:p>
            <a:r>
              <a:rPr lang="en-US" sz="1200" kern="1200" baseline="0" dirty="0">
                <a:solidFill>
                  <a:schemeClr val="tx1"/>
                </a:solidFill>
                <a:latin typeface="Arial" pitchFamily="-109" charset="0"/>
                <a:ea typeface="+mn-ea"/>
                <a:cs typeface="+mn-cs"/>
              </a:rPr>
              <a:t>tailoring controls to more accurately reflect their requirements. Lastly, an ordered</a:t>
            </a:r>
          </a:p>
          <a:p>
            <a:r>
              <a:rPr lang="en-US" sz="1200" kern="1200" baseline="0" dirty="0">
                <a:solidFill>
                  <a:schemeClr val="tx1"/>
                </a:solidFill>
                <a:latin typeface="Arial" pitchFamily="-109" charset="0"/>
                <a:ea typeface="+mn-ea"/>
                <a:cs typeface="+mn-cs"/>
              </a:rPr>
              <a:t>process of performing detailed risk analyses of these systems can be instituted. Over</a:t>
            </a:r>
          </a:p>
          <a:p>
            <a:r>
              <a:rPr lang="en-US" sz="1200" kern="1200" baseline="0" dirty="0">
                <a:solidFill>
                  <a:schemeClr val="tx1"/>
                </a:solidFill>
                <a:latin typeface="Arial" pitchFamily="-109" charset="0"/>
                <a:ea typeface="+mn-ea"/>
                <a:cs typeface="+mn-cs"/>
              </a:rPr>
              <a:t>time this can result in the most appropriate and cost-effective security controls being</a:t>
            </a:r>
          </a:p>
          <a:p>
            <a:r>
              <a:rPr lang="en-US" sz="1200" kern="1200" baseline="0" dirty="0">
                <a:solidFill>
                  <a:schemeClr val="tx1"/>
                </a:solidFill>
                <a:latin typeface="Arial" pitchFamily="-109" charset="0"/>
                <a:ea typeface="+mn-ea"/>
                <a:cs typeface="+mn-cs"/>
              </a:rPr>
              <a:t>selected and implemented on these systems. This approach has a significant number</a:t>
            </a:r>
          </a:p>
          <a:p>
            <a:r>
              <a:rPr lang="en-US" sz="1200" kern="1200" baseline="0" dirty="0">
                <a:solidFill>
                  <a:schemeClr val="tx1"/>
                </a:solidFill>
                <a:latin typeface="Arial" pitchFamily="-109" charset="0"/>
                <a:ea typeface="+mn-ea"/>
                <a:cs typeface="+mn-cs"/>
              </a:rPr>
              <a:t>of advantages. The use of the initial high-level analysis to determine where further</a:t>
            </a:r>
          </a:p>
          <a:p>
            <a:r>
              <a:rPr lang="en-US" sz="1200" kern="1200" baseline="0" dirty="0">
                <a:solidFill>
                  <a:schemeClr val="tx1"/>
                </a:solidFill>
                <a:latin typeface="Arial" pitchFamily="-109" charset="0"/>
                <a:ea typeface="+mn-ea"/>
                <a:cs typeface="+mn-cs"/>
              </a:rPr>
              <a:t>resources need to be expended, rather than facing a full detailed risk analysis of</a:t>
            </a:r>
          </a:p>
          <a:p>
            <a:r>
              <a:rPr lang="en-US" sz="1200" kern="1200" baseline="0" dirty="0">
                <a:solidFill>
                  <a:schemeClr val="tx1"/>
                </a:solidFill>
                <a:latin typeface="Arial" pitchFamily="-109" charset="0"/>
                <a:ea typeface="+mn-ea"/>
                <a:cs typeface="+mn-cs"/>
              </a:rPr>
              <a:t>all systems, may well be easier to sell to management. It also results in the development</a:t>
            </a:r>
          </a:p>
          <a:p>
            <a:r>
              <a:rPr lang="en-US" sz="1200" kern="1200" baseline="0" dirty="0">
                <a:solidFill>
                  <a:schemeClr val="tx1"/>
                </a:solidFill>
                <a:latin typeface="Arial" pitchFamily="-109" charset="0"/>
                <a:ea typeface="+mn-ea"/>
                <a:cs typeface="+mn-cs"/>
              </a:rPr>
              <a:t>of a strategic picture of the IT resources and where major risks are likely</a:t>
            </a:r>
          </a:p>
          <a:p>
            <a:r>
              <a:rPr lang="en-US" sz="1200" kern="1200" baseline="0" dirty="0">
                <a:solidFill>
                  <a:schemeClr val="tx1"/>
                </a:solidFill>
                <a:latin typeface="Arial" pitchFamily="-109" charset="0"/>
                <a:ea typeface="+mn-ea"/>
                <a:cs typeface="+mn-cs"/>
              </a:rPr>
              <a:t>to occur. This provides a key planning aid in the subsequent management of the</a:t>
            </a:r>
          </a:p>
          <a:p>
            <a:r>
              <a:rPr lang="en-US" sz="1200" kern="1200" baseline="0" dirty="0">
                <a:solidFill>
                  <a:schemeClr val="tx1"/>
                </a:solidFill>
                <a:latin typeface="Arial" pitchFamily="-109" charset="0"/>
                <a:ea typeface="+mn-ea"/>
                <a:cs typeface="+mn-cs"/>
              </a:rPr>
              <a:t>organization’s security. The use of the baseline and informal analyses ensures that a</a:t>
            </a:r>
          </a:p>
          <a:p>
            <a:r>
              <a:rPr lang="en-US" sz="1200" kern="1200" baseline="0" dirty="0">
                <a:solidFill>
                  <a:schemeClr val="tx1"/>
                </a:solidFill>
                <a:latin typeface="Arial" pitchFamily="-109" charset="0"/>
                <a:ea typeface="+mn-ea"/>
                <a:cs typeface="+mn-cs"/>
              </a:rPr>
              <a:t>basic level of security protection is implemented early. And it means that resources</a:t>
            </a:r>
          </a:p>
          <a:p>
            <a:r>
              <a:rPr lang="en-US" sz="1200" kern="1200" baseline="0" dirty="0">
                <a:solidFill>
                  <a:schemeClr val="tx1"/>
                </a:solidFill>
                <a:latin typeface="Arial" pitchFamily="-109" charset="0"/>
                <a:ea typeface="+mn-ea"/>
                <a:cs typeface="+mn-cs"/>
              </a:rPr>
              <a:t>are likely to be applied where most needed and that systems most at risk are likely</a:t>
            </a:r>
          </a:p>
          <a:p>
            <a:r>
              <a:rPr lang="en-US" sz="1200" kern="1200" baseline="0" dirty="0">
                <a:solidFill>
                  <a:schemeClr val="tx1"/>
                </a:solidFill>
                <a:latin typeface="Arial" pitchFamily="-109" charset="0"/>
                <a:ea typeface="+mn-ea"/>
                <a:cs typeface="+mn-cs"/>
              </a:rPr>
              <a:t>to be examined further reasonably early in the process. However, there are some</a:t>
            </a:r>
          </a:p>
          <a:p>
            <a:r>
              <a:rPr lang="en-US" sz="1200" kern="1200" baseline="0" dirty="0">
                <a:solidFill>
                  <a:schemeClr val="tx1"/>
                </a:solidFill>
                <a:latin typeface="Arial" pitchFamily="-109" charset="0"/>
                <a:ea typeface="+mn-ea"/>
                <a:cs typeface="+mn-cs"/>
              </a:rPr>
              <a:t>disadvantages. If the initial high-level analysis is inaccurate, then some systems for</a:t>
            </a:r>
          </a:p>
          <a:p>
            <a:r>
              <a:rPr lang="en-US" sz="1200" kern="1200" baseline="0" dirty="0">
                <a:solidFill>
                  <a:schemeClr val="tx1"/>
                </a:solidFill>
                <a:latin typeface="Arial" pitchFamily="-109" charset="0"/>
                <a:ea typeface="+mn-ea"/>
                <a:cs typeface="+mn-cs"/>
              </a:rPr>
              <a:t>which a detailed risk analysis should be performed may remain vulnerable for some</a:t>
            </a:r>
          </a:p>
          <a:p>
            <a:r>
              <a:rPr lang="en-US" sz="1200" kern="1200" baseline="0" dirty="0">
                <a:solidFill>
                  <a:schemeClr val="tx1"/>
                </a:solidFill>
                <a:latin typeface="Arial" pitchFamily="-109" charset="0"/>
                <a:ea typeface="+mn-ea"/>
                <a:cs typeface="+mn-cs"/>
              </a:rPr>
              <a:t>time. Nonetheless, the use of the baseline approach should ensure a basic minimum</a:t>
            </a:r>
          </a:p>
          <a:p>
            <a:r>
              <a:rPr lang="en-US" sz="1200" kern="1200" baseline="0" dirty="0">
                <a:solidFill>
                  <a:schemeClr val="tx1"/>
                </a:solidFill>
                <a:latin typeface="Arial" pitchFamily="-109" charset="0"/>
                <a:ea typeface="+mn-ea"/>
                <a:cs typeface="+mn-cs"/>
              </a:rPr>
              <a:t>security level on such systems. Further, if the results of the high-level analysis are</a:t>
            </a:r>
          </a:p>
          <a:p>
            <a:r>
              <a:rPr lang="en-US" sz="1200" kern="1200" baseline="0" dirty="0">
                <a:solidFill>
                  <a:schemeClr val="tx1"/>
                </a:solidFill>
                <a:latin typeface="Arial" pitchFamily="-109" charset="0"/>
                <a:ea typeface="+mn-ea"/>
                <a:cs typeface="+mn-cs"/>
              </a:rPr>
              <a:t>reviewed appropriately, the chance of lingering vulnerability is minimized.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ISO13335 considers that for most organizations, in most circumstances, this</a:t>
            </a:r>
          </a:p>
          <a:p>
            <a:r>
              <a:rPr lang="en-US" sz="1200" kern="1200" baseline="0" dirty="0">
                <a:solidFill>
                  <a:schemeClr val="tx1"/>
                </a:solidFill>
                <a:latin typeface="Arial" pitchFamily="-109" charset="0"/>
                <a:ea typeface="+mn-ea"/>
                <a:cs typeface="+mn-cs"/>
              </a:rPr>
              <a:t>approach is the most cost effective. Consequently its use is highly recommended.</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7405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The formal, detailed security risk analysis approach provides the most accurate</a:t>
            </a:r>
          </a:p>
          <a:p>
            <a:r>
              <a:rPr lang="en-US" sz="1200" kern="1200" baseline="0" dirty="0">
                <a:solidFill>
                  <a:schemeClr val="tx1"/>
                </a:solidFill>
                <a:latin typeface="Arial" pitchFamily="-109" charset="0"/>
                <a:ea typeface="+mn-ea"/>
                <a:cs typeface="+mn-cs"/>
              </a:rPr>
              <a:t>evaluation of an organization’s IT system’s security risks, but at the highest cost.</a:t>
            </a:r>
          </a:p>
          <a:p>
            <a:r>
              <a:rPr lang="en-US" sz="1200" kern="1200" baseline="0" dirty="0">
                <a:solidFill>
                  <a:schemeClr val="tx1"/>
                </a:solidFill>
                <a:latin typeface="Arial" pitchFamily="-109" charset="0"/>
                <a:ea typeface="+mn-ea"/>
                <a:cs typeface="+mn-cs"/>
              </a:rPr>
              <a:t>This approach has evolved with the development of trusted computer systems,</a:t>
            </a:r>
          </a:p>
          <a:p>
            <a:r>
              <a:rPr lang="en-US" sz="1200" kern="1200" baseline="0" dirty="0">
                <a:solidFill>
                  <a:schemeClr val="tx1"/>
                </a:solidFill>
                <a:latin typeface="Arial" pitchFamily="-109" charset="0"/>
                <a:ea typeface="+mn-ea"/>
                <a:cs typeface="+mn-cs"/>
              </a:rPr>
              <a:t>initially focused on addressing defense security concerns, as we discuss in Chapter 13 .</a:t>
            </a:r>
          </a:p>
          <a:p>
            <a:r>
              <a:rPr lang="en-US" sz="1200" kern="1200" baseline="0" dirty="0">
                <a:solidFill>
                  <a:schemeClr val="tx1"/>
                </a:solidFill>
                <a:latin typeface="Arial" pitchFamily="-109" charset="0"/>
                <a:ea typeface="+mn-ea"/>
                <a:cs typeface="+mn-cs"/>
              </a:rPr>
              <a:t>The original security risk assessment methodology was given in the Yellow Book</a:t>
            </a:r>
          </a:p>
          <a:p>
            <a:r>
              <a:rPr lang="en-US" sz="1200" kern="1200" baseline="0" dirty="0">
                <a:solidFill>
                  <a:schemeClr val="tx1"/>
                </a:solidFill>
                <a:latin typeface="Arial" pitchFamily="-109" charset="0"/>
                <a:ea typeface="+mn-ea"/>
                <a:cs typeface="+mn-cs"/>
              </a:rPr>
              <a:t>standard (CSC-STD-004-85 June 1985), one of the original U.S. TCSEC rainbow</a:t>
            </a:r>
          </a:p>
          <a:p>
            <a:r>
              <a:rPr lang="en-US" sz="1200" kern="1200" baseline="0" dirty="0">
                <a:solidFill>
                  <a:schemeClr val="tx1"/>
                </a:solidFill>
                <a:latin typeface="Arial" pitchFamily="-109" charset="0"/>
                <a:ea typeface="+mn-ea"/>
                <a:cs typeface="+mn-cs"/>
              </a:rPr>
              <a:t>book series of standards. Its focus was entirely on protecting the confidentiality of</a:t>
            </a:r>
          </a:p>
          <a:p>
            <a:r>
              <a:rPr lang="en-US" sz="1200" kern="1200" baseline="0" dirty="0">
                <a:solidFill>
                  <a:schemeClr val="tx1"/>
                </a:solidFill>
                <a:latin typeface="Arial" pitchFamily="-109" charset="0"/>
                <a:ea typeface="+mn-ea"/>
                <a:cs typeface="+mn-cs"/>
              </a:rPr>
              <a:t>information, reflecting the military concern with information classification. The</a:t>
            </a:r>
          </a:p>
          <a:p>
            <a:r>
              <a:rPr lang="en-US" sz="1200" kern="1200" baseline="0" dirty="0">
                <a:solidFill>
                  <a:schemeClr val="tx1"/>
                </a:solidFill>
                <a:latin typeface="Arial" pitchFamily="-109" charset="0"/>
                <a:ea typeface="+mn-ea"/>
                <a:cs typeface="+mn-cs"/>
              </a:rPr>
              <a:t>recommended rating it gave for a trusted computer system depended on difference</a:t>
            </a:r>
          </a:p>
          <a:p>
            <a:r>
              <a:rPr lang="en-US" sz="1200" kern="1200" baseline="0" dirty="0">
                <a:solidFill>
                  <a:schemeClr val="tx1"/>
                </a:solidFill>
                <a:latin typeface="Arial" pitchFamily="-109" charset="0"/>
                <a:ea typeface="+mn-ea"/>
                <a:cs typeface="+mn-cs"/>
              </a:rPr>
              <a:t>between the minimum user clearance and the maximum information classification.</a:t>
            </a:r>
          </a:p>
          <a:p>
            <a:r>
              <a:rPr lang="en-US" sz="1200" kern="1200" baseline="0" dirty="0">
                <a:solidFill>
                  <a:schemeClr val="tx1"/>
                </a:solidFill>
                <a:latin typeface="Arial" pitchFamily="-109" charset="0"/>
                <a:ea typeface="+mn-ea"/>
                <a:cs typeface="+mn-cs"/>
              </a:rPr>
              <a:t>Specifically it defined a risk index as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Risk Index = Max Info Sensitivity - Min User Clearance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A table in this standard, listing suitable categories of systems for each risk level,</a:t>
            </a:r>
          </a:p>
          <a:p>
            <a:r>
              <a:rPr lang="en-US" sz="1200" kern="1200" baseline="0" dirty="0">
                <a:solidFill>
                  <a:schemeClr val="tx1"/>
                </a:solidFill>
                <a:latin typeface="Arial" pitchFamily="-109" charset="0"/>
                <a:ea typeface="+mn-ea"/>
                <a:cs typeface="+mn-cs"/>
              </a:rPr>
              <a:t>was used to select the system type. Clearly this limited approach neither adequately</a:t>
            </a:r>
          </a:p>
          <a:p>
            <a:r>
              <a:rPr lang="en-US" sz="1200" kern="1200" baseline="0" dirty="0">
                <a:solidFill>
                  <a:schemeClr val="tx1"/>
                </a:solidFill>
                <a:latin typeface="Arial" pitchFamily="-109" charset="0"/>
                <a:ea typeface="+mn-ea"/>
                <a:cs typeface="+mn-cs"/>
              </a:rPr>
              <a:t>reflects the range of security services required nor the wide range of possible threats.</a:t>
            </a:r>
          </a:p>
          <a:p>
            <a:r>
              <a:rPr lang="en-US" sz="1200" kern="1200" baseline="0" dirty="0">
                <a:solidFill>
                  <a:schemeClr val="tx1"/>
                </a:solidFill>
                <a:latin typeface="Arial" pitchFamily="-109" charset="0"/>
                <a:ea typeface="+mn-ea"/>
                <a:cs typeface="+mn-cs"/>
              </a:rPr>
              <a:t>Over the years since, the process of conducting a security risk assessment that does</a:t>
            </a:r>
          </a:p>
          <a:p>
            <a:r>
              <a:rPr lang="en-US" sz="1200" kern="1200" baseline="0" dirty="0">
                <a:solidFill>
                  <a:schemeClr val="tx1"/>
                </a:solidFill>
                <a:latin typeface="Arial" pitchFamily="-109" charset="0"/>
                <a:ea typeface="+mn-ea"/>
                <a:cs typeface="+mn-cs"/>
              </a:rPr>
              <a:t>consider these issues has evolved.</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31943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baseline="0" dirty="0">
                <a:solidFill>
                  <a:schemeClr val="tx1"/>
                </a:solidFill>
                <a:latin typeface="Arial" pitchFamily="-109" charset="0"/>
                <a:ea typeface="+mn-ea"/>
                <a:cs typeface="+mn-cs"/>
              </a:rPr>
              <a:t>Answering the first of these questions involves</a:t>
            </a:r>
          </a:p>
          <a:p>
            <a:r>
              <a:rPr lang="en-US" sz="1200" b="0" kern="1200" baseline="0" dirty="0">
                <a:solidFill>
                  <a:schemeClr val="tx1"/>
                </a:solidFill>
                <a:latin typeface="Arial" pitchFamily="-109" charset="0"/>
                <a:ea typeface="+mn-ea"/>
                <a:cs typeface="+mn-cs"/>
              </a:rPr>
              <a:t>identifying potential threats to assets. In the broadest sense, a </a:t>
            </a:r>
            <a:r>
              <a:rPr lang="en-US" sz="1200" b="1" kern="1200" baseline="0" dirty="0">
                <a:solidFill>
                  <a:schemeClr val="tx1"/>
                </a:solidFill>
                <a:latin typeface="Arial" pitchFamily="-109" charset="0"/>
                <a:ea typeface="+mn-ea"/>
                <a:cs typeface="+mn-cs"/>
              </a:rPr>
              <a:t>threat </a:t>
            </a:r>
            <a:r>
              <a:rPr lang="en-US" sz="1200" b="0" kern="1200" baseline="0" dirty="0">
                <a:solidFill>
                  <a:schemeClr val="tx1"/>
                </a:solidFill>
                <a:latin typeface="Arial" pitchFamily="-109" charset="0"/>
                <a:ea typeface="+mn-ea"/>
                <a:cs typeface="+mn-cs"/>
              </a:rPr>
              <a:t>is anything</a:t>
            </a:r>
          </a:p>
          <a:p>
            <a:r>
              <a:rPr lang="en-US" sz="1200" b="0" kern="1200" baseline="0" dirty="0">
                <a:solidFill>
                  <a:schemeClr val="tx1"/>
                </a:solidFill>
                <a:latin typeface="Arial" pitchFamily="-109" charset="0"/>
                <a:ea typeface="+mn-ea"/>
                <a:cs typeface="+mn-cs"/>
              </a:rPr>
              <a:t>that might hinder or prevent an asset from providing appropriate levels of the key</a:t>
            </a:r>
          </a:p>
          <a:p>
            <a:r>
              <a:rPr lang="en-US" sz="1200" b="0" kern="1200" baseline="0" dirty="0">
                <a:solidFill>
                  <a:schemeClr val="tx1"/>
                </a:solidFill>
                <a:latin typeface="Arial" pitchFamily="-109" charset="0"/>
                <a:ea typeface="+mn-ea"/>
                <a:cs typeface="+mn-cs"/>
              </a:rPr>
              <a:t>security services: confidentiality, integrity, availability, accountability, authenticity,</a:t>
            </a:r>
          </a:p>
          <a:p>
            <a:r>
              <a:rPr lang="en-US" sz="1200" b="0" kern="1200" baseline="0" dirty="0">
                <a:solidFill>
                  <a:schemeClr val="tx1"/>
                </a:solidFill>
                <a:latin typeface="Arial" pitchFamily="-109" charset="0"/>
                <a:ea typeface="+mn-ea"/>
                <a:cs typeface="+mn-cs"/>
              </a:rPr>
              <a:t>and reliability. Note that one asset may have multiple threats, and a single threat</a:t>
            </a:r>
          </a:p>
          <a:p>
            <a:r>
              <a:rPr lang="en-US" sz="1200" b="0" kern="1200" baseline="0" dirty="0">
                <a:solidFill>
                  <a:schemeClr val="tx1"/>
                </a:solidFill>
                <a:latin typeface="Arial" pitchFamily="-109" charset="0"/>
                <a:ea typeface="+mn-ea"/>
                <a:cs typeface="+mn-cs"/>
              </a:rPr>
              <a:t>may target multiple assets.</a:t>
            </a:r>
            <a:endParaRPr lang="en-US" b="0"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74595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There are five broad alternatives</a:t>
            </a:r>
          </a:p>
          <a:p>
            <a:r>
              <a:rPr lang="en-US" sz="1200" kern="1200" baseline="0" dirty="0">
                <a:solidFill>
                  <a:schemeClr val="tx1"/>
                </a:solidFill>
                <a:latin typeface="Arial" pitchFamily="-109" charset="0"/>
                <a:ea typeface="+mn-ea"/>
                <a:cs typeface="+mn-cs"/>
              </a:rPr>
              <a:t>available to management for treating identified risks:</a:t>
            </a:r>
          </a:p>
          <a:p>
            <a:endParaRPr lang="en-US" sz="1200" kern="1200" baseline="0" dirty="0">
              <a:solidFill>
                <a:schemeClr val="tx1"/>
              </a:solidFill>
              <a:latin typeface="Arial" pitchFamily="-109" charset="0"/>
              <a:ea typeface="+mn-ea"/>
              <a:cs typeface="+mn-cs"/>
            </a:endParaRPr>
          </a:p>
          <a:p>
            <a:pPr>
              <a:buFont typeface="Arial"/>
              <a:buChar char="•"/>
            </a:pPr>
            <a:r>
              <a:rPr lang="en-US" sz="1200" b="1" kern="1200" baseline="0" dirty="0">
                <a:solidFill>
                  <a:schemeClr val="tx1"/>
                </a:solidFill>
                <a:latin typeface="Arial" pitchFamily="-109" charset="0"/>
                <a:ea typeface="+mn-ea"/>
                <a:cs typeface="+mn-cs"/>
              </a:rPr>
              <a:t> Risk acceptance: </a:t>
            </a:r>
            <a:r>
              <a:rPr lang="en-US" sz="1200" b="0" kern="1200" baseline="0" dirty="0">
                <a:solidFill>
                  <a:schemeClr val="tx1"/>
                </a:solidFill>
                <a:latin typeface="Arial" pitchFamily="-109" charset="0"/>
                <a:ea typeface="+mn-ea"/>
                <a:cs typeface="+mn-cs"/>
              </a:rPr>
              <a:t>Choosing to accept a risk level greater than normal for business</a:t>
            </a:r>
          </a:p>
          <a:p>
            <a:r>
              <a:rPr lang="en-US" sz="1200" kern="1200" baseline="0" dirty="0">
                <a:solidFill>
                  <a:schemeClr val="tx1"/>
                </a:solidFill>
                <a:latin typeface="Arial" pitchFamily="-109" charset="0"/>
                <a:ea typeface="+mn-ea"/>
                <a:cs typeface="+mn-cs"/>
              </a:rPr>
              <a:t>reasons. This is typically due to excessive cost or time needed to treat the</a:t>
            </a:r>
          </a:p>
          <a:p>
            <a:r>
              <a:rPr lang="en-US" sz="1200" kern="1200" baseline="0" dirty="0">
                <a:solidFill>
                  <a:schemeClr val="tx1"/>
                </a:solidFill>
                <a:latin typeface="Arial" pitchFamily="-109" charset="0"/>
                <a:ea typeface="+mn-ea"/>
                <a:cs typeface="+mn-cs"/>
              </a:rPr>
              <a:t>risk. Management must then accept responsibility for the consequences to the</a:t>
            </a:r>
          </a:p>
          <a:p>
            <a:r>
              <a:rPr lang="en-US" sz="1200" kern="1200" baseline="0" dirty="0">
                <a:solidFill>
                  <a:schemeClr val="tx1"/>
                </a:solidFill>
                <a:latin typeface="Arial" pitchFamily="-109" charset="0"/>
                <a:ea typeface="+mn-ea"/>
                <a:cs typeface="+mn-cs"/>
              </a:rPr>
              <a:t>organization should the risk eventuate.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a:t>
            </a:r>
            <a:r>
              <a:rPr lang="en-US" sz="1200" b="1" kern="1200" baseline="0" dirty="0">
                <a:solidFill>
                  <a:schemeClr val="tx1"/>
                </a:solidFill>
                <a:latin typeface="Arial" pitchFamily="-109" charset="0"/>
                <a:ea typeface="+mn-ea"/>
                <a:cs typeface="+mn-cs"/>
              </a:rPr>
              <a:t>Risk avoidance: </a:t>
            </a:r>
            <a:r>
              <a:rPr lang="en-US" sz="1200" b="0" kern="1200" baseline="0" dirty="0">
                <a:solidFill>
                  <a:schemeClr val="tx1"/>
                </a:solidFill>
                <a:latin typeface="Arial" pitchFamily="-109" charset="0"/>
                <a:ea typeface="+mn-ea"/>
                <a:cs typeface="+mn-cs"/>
              </a:rPr>
              <a:t>Not proceeding with the activity or system that creates this</a:t>
            </a:r>
          </a:p>
          <a:p>
            <a:r>
              <a:rPr lang="en-US" sz="1200" kern="1200" baseline="0" dirty="0">
                <a:solidFill>
                  <a:schemeClr val="tx1"/>
                </a:solidFill>
                <a:latin typeface="Arial" pitchFamily="-109" charset="0"/>
                <a:ea typeface="+mn-ea"/>
                <a:cs typeface="+mn-cs"/>
              </a:rPr>
              <a:t>risk. This usually results in loss of convenience or ability to perform some</a:t>
            </a:r>
          </a:p>
          <a:p>
            <a:r>
              <a:rPr lang="en-US" sz="1200" kern="1200" baseline="0" dirty="0">
                <a:solidFill>
                  <a:schemeClr val="tx1"/>
                </a:solidFill>
                <a:latin typeface="Arial" pitchFamily="-109" charset="0"/>
                <a:ea typeface="+mn-ea"/>
                <a:cs typeface="+mn-cs"/>
              </a:rPr>
              <a:t>function that is useful to the organization. The loss of this capability is traded</a:t>
            </a:r>
          </a:p>
          <a:p>
            <a:r>
              <a:rPr lang="en-US" sz="1200" kern="1200" baseline="0" dirty="0">
                <a:solidFill>
                  <a:schemeClr val="tx1"/>
                </a:solidFill>
                <a:latin typeface="Arial" pitchFamily="-109" charset="0"/>
                <a:ea typeface="+mn-ea"/>
                <a:cs typeface="+mn-cs"/>
              </a:rPr>
              <a:t>off against the reduced risk profile.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a:t>
            </a:r>
            <a:r>
              <a:rPr lang="en-US" sz="1200" b="1" kern="1200" baseline="0" dirty="0">
                <a:solidFill>
                  <a:schemeClr val="tx1"/>
                </a:solidFill>
                <a:latin typeface="Arial" pitchFamily="-109" charset="0"/>
                <a:ea typeface="+mn-ea"/>
                <a:cs typeface="+mn-cs"/>
              </a:rPr>
              <a:t>Risk transfer: </a:t>
            </a:r>
            <a:r>
              <a:rPr lang="en-US" sz="1200" b="0" kern="1200" baseline="0" dirty="0">
                <a:solidFill>
                  <a:schemeClr val="tx1"/>
                </a:solidFill>
                <a:latin typeface="Arial" pitchFamily="-109" charset="0"/>
                <a:ea typeface="+mn-ea"/>
                <a:cs typeface="+mn-cs"/>
              </a:rPr>
              <a:t>Sharing responsibility for the risk with a third party. This is</a:t>
            </a:r>
          </a:p>
          <a:p>
            <a:r>
              <a:rPr lang="en-US" sz="1200" kern="1200" baseline="0" dirty="0">
                <a:solidFill>
                  <a:schemeClr val="tx1"/>
                </a:solidFill>
                <a:latin typeface="Arial" pitchFamily="-109" charset="0"/>
                <a:ea typeface="+mn-ea"/>
                <a:cs typeface="+mn-cs"/>
              </a:rPr>
              <a:t>typically achieved by taking out insurance against the risk occurring, by entering</a:t>
            </a:r>
          </a:p>
          <a:p>
            <a:r>
              <a:rPr lang="en-US" sz="1200" kern="1200" baseline="0" dirty="0">
                <a:solidFill>
                  <a:schemeClr val="tx1"/>
                </a:solidFill>
                <a:latin typeface="Arial" pitchFamily="-109" charset="0"/>
                <a:ea typeface="+mn-ea"/>
                <a:cs typeface="+mn-cs"/>
              </a:rPr>
              <a:t>into a contract with another organization, or by using partnership or joint</a:t>
            </a:r>
          </a:p>
          <a:p>
            <a:r>
              <a:rPr lang="en-US" sz="1200" kern="1200" baseline="0" dirty="0">
                <a:solidFill>
                  <a:schemeClr val="tx1"/>
                </a:solidFill>
                <a:latin typeface="Arial" pitchFamily="-109" charset="0"/>
                <a:ea typeface="+mn-ea"/>
                <a:cs typeface="+mn-cs"/>
              </a:rPr>
              <a:t>venture structures to share the risks and costs should the threat eventuate.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a:t>
            </a:r>
            <a:r>
              <a:rPr lang="en-US" sz="1200" b="1" kern="1200" baseline="0" dirty="0">
                <a:solidFill>
                  <a:schemeClr val="tx1"/>
                </a:solidFill>
                <a:latin typeface="Arial" pitchFamily="-109" charset="0"/>
                <a:ea typeface="+mn-ea"/>
                <a:cs typeface="+mn-cs"/>
              </a:rPr>
              <a:t>Reduce consequence: </a:t>
            </a:r>
            <a:r>
              <a:rPr lang="en-US" sz="1200" b="0" kern="1200" baseline="0" dirty="0">
                <a:solidFill>
                  <a:schemeClr val="tx1"/>
                </a:solidFill>
                <a:latin typeface="Arial" pitchFamily="-109" charset="0"/>
                <a:ea typeface="+mn-ea"/>
                <a:cs typeface="+mn-cs"/>
              </a:rPr>
              <a:t>By modifying the structure or use of the assets at risk</a:t>
            </a:r>
          </a:p>
          <a:p>
            <a:r>
              <a:rPr lang="en-US" sz="1200" kern="1200" baseline="0" dirty="0">
                <a:solidFill>
                  <a:schemeClr val="tx1"/>
                </a:solidFill>
                <a:latin typeface="Arial" pitchFamily="-109" charset="0"/>
                <a:ea typeface="+mn-ea"/>
                <a:cs typeface="+mn-cs"/>
              </a:rPr>
              <a:t>to reduce the impact on the organization should the risk occur. This could</a:t>
            </a:r>
          </a:p>
          <a:p>
            <a:r>
              <a:rPr lang="en-US" sz="1200" kern="1200" baseline="0" dirty="0">
                <a:solidFill>
                  <a:schemeClr val="tx1"/>
                </a:solidFill>
                <a:latin typeface="Arial" pitchFamily="-109" charset="0"/>
                <a:ea typeface="+mn-ea"/>
                <a:cs typeface="+mn-cs"/>
              </a:rPr>
              <a:t>be achieved by implementing controls to enable the organization to quickly</a:t>
            </a:r>
          </a:p>
          <a:p>
            <a:r>
              <a:rPr lang="en-US" sz="1200" kern="1200" baseline="0" dirty="0">
                <a:solidFill>
                  <a:schemeClr val="tx1"/>
                </a:solidFill>
                <a:latin typeface="Arial" pitchFamily="-109" charset="0"/>
                <a:ea typeface="+mn-ea"/>
                <a:cs typeface="+mn-cs"/>
              </a:rPr>
              <a:t>recover should the risk occur. Examples include implementing an off-site</a:t>
            </a:r>
          </a:p>
          <a:p>
            <a:r>
              <a:rPr lang="en-US" sz="1200" kern="1200" baseline="0" dirty="0">
                <a:solidFill>
                  <a:schemeClr val="tx1"/>
                </a:solidFill>
                <a:latin typeface="Arial" pitchFamily="-109" charset="0"/>
                <a:ea typeface="+mn-ea"/>
                <a:cs typeface="+mn-cs"/>
              </a:rPr>
              <a:t>backup process, developing a disaster recovery plan, or arranging for data and</a:t>
            </a:r>
          </a:p>
          <a:p>
            <a:r>
              <a:rPr lang="en-US" sz="1200" kern="1200" baseline="0" dirty="0">
                <a:solidFill>
                  <a:schemeClr val="tx1"/>
                </a:solidFill>
                <a:latin typeface="Arial" pitchFamily="-109" charset="0"/>
                <a:ea typeface="+mn-ea"/>
                <a:cs typeface="+mn-cs"/>
              </a:rPr>
              <a:t>processing to be replicated over multiple sites.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 </a:t>
            </a:r>
            <a:r>
              <a:rPr lang="en-US" sz="1200" b="1" kern="1200" baseline="0" dirty="0">
                <a:solidFill>
                  <a:schemeClr val="tx1"/>
                </a:solidFill>
                <a:latin typeface="Arial" pitchFamily="-109" charset="0"/>
                <a:ea typeface="+mn-ea"/>
                <a:cs typeface="+mn-cs"/>
              </a:rPr>
              <a:t>Reduce likelihood: </a:t>
            </a:r>
            <a:r>
              <a:rPr lang="en-US" sz="1200" b="0" kern="1200" baseline="0" dirty="0">
                <a:solidFill>
                  <a:schemeClr val="tx1"/>
                </a:solidFill>
                <a:latin typeface="Arial" pitchFamily="-109" charset="0"/>
                <a:ea typeface="+mn-ea"/>
                <a:cs typeface="+mn-cs"/>
              </a:rPr>
              <a:t>By implementing suitable controls to lower the chance of</a:t>
            </a:r>
          </a:p>
          <a:p>
            <a:r>
              <a:rPr lang="en-US" sz="1200" kern="1200" baseline="0" dirty="0">
                <a:solidFill>
                  <a:schemeClr val="tx1"/>
                </a:solidFill>
                <a:latin typeface="Arial" pitchFamily="-109" charset="0"/>
                <a:ea typeface="+mn-ea"/>
                <a:cs typeface="+mn-cs"/>
              </a:rPr>
              <a:t>the vulnerability being exploited. These could include technical or administrative</a:t>
            </a:r>
          </a:p>
          <a:p>
            <a:r>
              <a:rPr lang="en-US" sz="1200" kern="1200" baseline="0" dirty="0">
                <a:solidFill>
                  <a:schemeClr val="tx1"/>
                </a:solidFill>
                <a:latin typeface="Arial" pitchFamily="-109" charset="0"/>
                <a:ea typeface="+mn-ea"/>
                <a:cs typeface="+mn-cs"/>
              </a:rPr>
              <a:t>controls such as deploying firewalls and access tokens, or procedures such</a:t>
            </a:r>
          </a:p>
          <a:p>
            <a:r>
              <a:rPr lang="en-US" sz="1200" kern="1200" baseline="0" dirty="0">
                <a:solidFill>
                  <a:schemeClr val="tx1"/>
                </a:solidFill>
                <a:latin typeface="Arial" pitchFamily="-109" charset="0"/>
                <a:ea typeface="+mn-ea"/>
                <a:cs typeface="+mn-cs"/>
              </a:rPr>
              <a:t>as password complexity and change policies. Such controls aim to improve the</a:t>
            </a:r>
          </a:p>
          <a:p>
            <a:r>
              <a:rPr lang="en-US" sz="1200" kern="1200" baseline="0" dirty="0">
                <a:solidFill>
                  <a:schemeClr val="tx1"/>
                </a:solidFill>
                <a:latin typeface="Arial" pitchFamily="-109" charset="0"/>
                <a:ea typeface="+mn-ea"/>
                <a:cs typeface="+mn-cs"/>
              </a:rPr>
              <a:t>security of the asset, making it more difficult for an attack to succeed by reducing the</a:t>
            </a:r>
          </a:p>
          <a:p>
            <a:r>
              <a:rPr lang="en-US" sz="1200" kern="1200" baseline="0" dirty="0">
                <a:solidFill>
                  <a:schemeClr val="tx1"/>
                </a:solidFill>
                <a:latin typeface="Arial" pitchFamily="-109" charset="0"/>
                <a:ea typeface="+mn-ea"/>
                <a:cs typeface="+mn-cs"/>
              </a:rPr>
              <a:t>vulnerability of the asset.</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If either of the last two options is chosen, then possible treatment controls</a:t>
            </a:r>
          </a:p>
          <a:p>
            <a:r>
              <a:rPr lang="en-US" sz="1200" kern="1200" baseline="0" dirty="0">
                <a:solidFill>
                  <a:schemeClr val="tx1"/>
                </a:solidFill>
                <a:latin typeface="Arial" pitchFamily="-109" charset="0"/>
                <a:ea typeface="+mn-ea"/>
                <a:cs typeface="+mn-cs"/>
              </a:rPr>
              <a:t>need to be selected and their cost effectiveness evaluated. There is a wide range</a:t>
            </a:r>
          </a:p>
          <a:p>
            <a:r>
              <a:rPr lang="en-US" sz="1200" kern="1200" baseline="0" dirty="0">
                <a:solidFill>
                  <a:schemeClr val="tx1"/>
                </a:solidFill>
                <a:latin typeface="Arial" pitchFamily="-109" charset="0"/>
                <a:ea typeface="+mn-ea"/>
                <a:cs typeface="+mn-cs"/>
              </a:rPr>
              <a:t>of available management, operational, and technical controls that may be used.</a:t>
            </a:r>
          </a:p>
          <a:p>
            <a:r>
              <a:rPr lang="en-US" sz="1200" kern="1200" baseline="0" dirty="0">
                <a:solidFill>
                  <a:schemeClr val="tx1"/>
                </a:solidFill>
                <a:latin typeface="Arial" pitchFamily="-109" charset="0"/>
                <a:ea typeface="+mn-ea"/>
                <a:cs typeface="+mn-cs"/>
              </a:rPr>
              <a:t>These would be surveyed to select those that might address the identified threat</a:t>
            </a:r>
          </a:p>
          <a:p>
            <a:r>
              <a:rPr lang="en-US" sz="1200" kern="1200" baseline="0" dirty="0">
                <a:solidFill>
                  <a:schemeClr val="tx1"/>
                </a:solidFill>
                <a:latin typeface="Arial" pitchFamily="-109" charset="0"/>
                <a:ea typeface="+mn-ea"/>
                <a:cs typeface="+mn-cs"/>
              </a:rPr>
              <a:t>most effectively and to evaluate the cost to implement against the benefit gained.</a:t>
            </a:r>
          </a:p>
          <a:p>
            <a:r>
              <a:rPr lang="en-US" sz="1200" kern="1200" baseline="0" dirty="0">
                <a:solidFill>
                  <a:schemeClr val="tx1"/>
                </a:solidFill>
                <a:latin typeface="Arial" pitchFamily="-109" charset="0"/>
                <a:ea typeface="+mn-ea"/>
                <a:cs typeface="+mn-cs"/>
              </a:rPr>
              <a:t>Management would then choose among the options as to which should be adopted</a:t>
            </a:r>
          </a:p>
          <a:p>
            <a:r>
              <a:rPr lang="en-US" sz="1200" kern="1200" baseline="0" dirty="0">
                <a:solidFill>
                  <a:schemeClr val="tx1"/>
                </a:solidFill>
                <a:latin typeface="Arial" pitchFamily="-109" charset="0"/>
                <a:ea typeface="+mn-ea"/>
                <a:cs typeface="+mn-cs"/>
              </a:rPr>
              <a:t>and plan for their implementation. We introduce the range of controls often used</a:t>
            </a:r>
          </a:p>
          <a:p>
            <a:r>
              <a:rPr lang="en-US" sz="1200" kern="1200" baseline="0" dirty="0">
                <a:solidFill>
                  <a:schemeClr val="tx1"/>
                </a:solidFill>
                <a:latin typeface="Arial" pitchFamily="-109" charset="0"/>
                <a:ea typeface="+mn-ea"/>
                <a:cs typeface="+mn-cs"/>
              </a:rPr>
              <a:t>and the use of security plans and policies in Chapter 15 and provide further details</a:t>
            </a:r>
          </a:p>
          <a:p>
            <a:r>
              <a:rPr lang="en-US" sz="1200" kern="1200" baseline="0" dirty="0">
                <a:solidFill>
                  <a:schemeClr val="tx1"/>
                </a:solidFill>
                <a:latin typeface="Arial" pitchFamily="-109" charset="0"/>
                <a:ea typeface="+mn-ea"/>
                <a:cs typeface="+mn-cs"/>
              </a:rPr>
              <a:t>of some specific control areas in Chapters 16 – 18 .</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6085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Having identified key assets and the likely threats and vulnerabilities they are</a:t>
            </a:r>
          </a:p>
          <a:p>
            <a:r>
              <a:rPr lang="en-US" sz="1200" kern="1200" baseline="0" dirty="0">
                <a:solidFill>
                  <a:schemeClr val="tx1"/>
                </a:solidFill>
                <a:latin typeface="Arial" pitchFamily="-109" charset="0"/>
                <a:ea typeface="+mn-ea"/>
                <a:cs typeface="+mn-cs"/>
              </a:rPr>
              <a:t>exposed to, the next step is to determine the level of risk each of these poses to the</a:t>
            </a:r>
          </a:p>
          <a:p>
            <a:r>
              <a:rPr lang="en-US" sz="1200" kern="1200" baseline="0" dirty="0">
                <a:solidFill>
                  <a:schemeClr val="tx1"/>
                </a:solidFill>
                <a:latin typeface="Arial" pitchFamily="-109" charset="0"/>
                <a:ea typeface="+mn-ea"/>
                <a:cs typeface="+mn-cs"/>
              </a:rPr>
              <a:t>organization. The aim is to identify and categorize the risks to assets that threaten</a:t>
            </a:r>
          </a:p>
          <a:p>
            <a:r>
              <a:rPr lang="en-US" sz="1200" kern="1200" baseline="0" dirty="0">
                <a:solidFill>
                  <a:schemeClr val="tx1"/>
                </a:solidFill>
                <a:latin typeface="Arial" pitchFamily="-109" charset="0"/>
                <a:ea typeface="+mn-ea"/>
                <a:cs typeface="+mn-cs"/>
              </a:rPr>
              <a:t>the regular operations of the organization. Risk analysis also provides information</a:t>
            </a:r>
          </a:p>
          <a:p>
            <a:r>
              <a:rPr lang="en-US" sz="1200" kern="1200" baseline="0" dirty="0">
                <a:solidFill>
                  <a:schemeClr val="tx1"/>
                </a:solidFill>
                <a:latin typeface="Arial" pitchFamily="-109" charset="0"/>
                <a:ea typeface="+mn-ea"/>
                <a:cs typeface="+mn-cs"/>
              </a:rPr>
              <a:t>to management to help managers evaluate these risks and determine how best to</a:t>
            </a:r>
          </a:p>
          <a:p>
            <a:r>
              <a:rPr lang="en-US" sz="1200" kern="1200" baseline="0" dirty="0">
                <a:solidFill>
                  <a:schemeClr val="tx1"/>
                </a:solidFill>
                <a:latin typeface="Arial" pitchFamily="-109" charset="0"/>
                <a:ea typeface="+mn-ea"/>
                <a:cs typeface="+mn-cs"/>
              </a:rPr>
              <a:t>treat them. Risk analysis involves first specifying the likelihood of occurrence of</a:t>
            </a:r>
          </a:p>
          <a:p>
            <a:r>
              <a:rPr lang="en-US" sz="1200" kern="1200" baseline="0" dirty="0">
                <a:solidFill>
                  <a:schemeClr val="tx1"/>
                </a:solidFill>
                <a:latin typeface="Arial" pitchFamily="-109" charset="0"/>
                <a:ea typeface="+mn-ea"/>
                <a:cs typeface="+mn-cs"/>
              </a:rPr>
              <a:t>each identified threat to an asset, in the context of any existing controls. Next, the</a:t>
            </a:r>
          </a:p>
          <a:p>
            <a:r>
              <a:rPr lang="en-US" sz="1200" kern="1200" baseline="0" dirty="0">
                <a:solidFill>
                  <a:schemeClr val="tx1"/>
                </a:solidFill>
                <a:latin typeface="Arial" pitchFamily="-109" charset="0"/>
                <a:ea typeface="+mn-ea"/>
                <a:cs typeface="+mn-cs"/>
              </a:rPr>
              <a:t>consequence to the organization is determined, should that threat eventuate. Lastly,</a:t>
            </a:r>
          </a:p>
          <a:p>
            <a:r>
              <a:rPr lang="en-US" sz="1200" kern="1200" baseline="0" dirty="0">
                <a:solidFill>
                  <a:schemeClr val="tx1"/>
                </a:solidFill>
                <a:latin typeface="Arial" pitchFamily="-109" charset="0"/>
                <a:ea typeface="+mn-ea"/>
                <a:cs typeface="+mn-cs"/>
              </a:rPr>
              <a:t>this information is combined to derive an overall risk rating for each threat. The</a:t>
            </a:r>
          </a:p>
          <a:p>
            <a:r>
              <a:rPr lang="en-US" sz="1200" kern="1200" baseline="0" dirty="0">
                <a:solidFill>
                  <a:schemeClr val="tx1"/>
                </a:solidFill>
                <a:latin typeface="Arial" pitchFamily="-109" charset="0"/>
                <a:ea typeface="+mn-ea"/>
                <a:cs typeface="+mn-cs"/>
              </a:rPr>
              <a:t>ideal would be to specify the likelihood as a probability value and the consequence</a:t>
            </a:r>
          </a:p>
          <a:p>
            <a:r>
              <a:rPr lang="en-US" sz="1200" kern="1200" baseline="0" dirty="0">
                <a:solidFill>
                  <a:schemeClr val="tx1"/>
                </a:solidFill>
                <a:latin typeface="Arial" pitchFamily="-109" charset="0"/>
                <a:ea typeface="+mn-ea"/>
                <a:cs typeface="+mn-cs"/>
              </a:rPr>
              <a:t>as a monetary cost to the organization should it occur. The resulting risk is then</a:t>
            </a:r>
          </a:p>
          <a:p>
            <a:r>
              <a:rPr lang="en-US" sz="1200" kern="1200" baseline="0" dirty="0">
                <a:solidFill>
                  <a:schemeClr val="tx1"/>
                </a:solidFill>
                <a:latin typeface="Arial" pitchFamily="-109" charset="0"/>
                <a:ea typeface="+mn-ea"/>
                <a:cs typeface="+mn-cs"/>
              </a:rPr>
              <a:t>simply given as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Risk = (Probability that threat occurs) x (Cost to organization)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This can be directly equated to the value the threatened asset has for the organization,</a:t>
            </a:r>
          </a:p>
          <a:p>
            <a:r>
              <a:rPr lang="en-US" sz="1200" kern="1200" baseline="0" dirty="0">
                <a:solidFill>
                  <a:schemeClr val="tx1"/>
                </a:solidFill>
                <a:latin typeface="Arial" pitchFamily="-109" charset="0"/>
                <a:ea typeface="+mn-ea"/>
                <a:cs typeface="+mn-cs"/>
              </a:rPr>
              <a:t>and hence specify what level of expenditure is reasonable to reduce the</a:t>
            </a:r>
          </a:p>
          <a:p>
            <a:r>
              <a:rPr lang="en-US" sz="1200" kern="1200" baseline="0" dirty="0">
                <a:solidFill>
                  <a:schemeClr val="tx1"/>
                </a:solidFill>
                <a:latin typeface="Arial" pitchFamily="-109" charset="0"/>
                <a:ea typeface="+mn-ea"/>
                <a:cs typeface="+mn-cs"/>
              </a:rPr>
              <a:t>probability of its occurrence to an acceptable level. Unfortunately, it is often</a:t>
            </a:r>
          </a:p>
          <a:p>
            <a:r>
              <a:rPr lang="en-US" sz="1200" kern="1200" baseline="0" dirty="0">
                <a:solidFill>
                  <a:schemeClr val="tx1"/>
                </a:solidFill>
                <a:latin typeface="Arial" pitchFamily="-109" charset="0"/>
                <a:ea typeface="+mn-ea"/>
                <a:cs typeface="+mn-cs"/>
              </a:rPr>
              <a:t>extremely hard to determine accurate probabilities, realistic cost consequences,</a:t>
            </a:r>
          </a:p>
          <a:p>
            <a:r>
              <a:rPr lang="en-US" sz="1200" kern="1200" baseline="0" dirty="0">
                <a:solidFill>
                  <a:schemeClr val="tx1"/>
                </a:solidFill>
                <a:latin typeface="Arial" pitchFamily="-109" charset="0"/>
                <a:ea typeface="+mn-ea"/>
                <a:cs typeface="+mn-cs"/>
              </a:rPr>
              <a:t>or both. This is particularly true of intangible assets, such as the loss of confidentiality</a:t>
            </a:r>
          </a:p>
          <a:p>
            <a:r>
              <a:rPr lang="en-US" sz="1200" kern="1200" baseline="0" dirty="0">
                <a:solidFill>
                  <a:schemeClr val="tx1"/>
                </a:solidFill>
                <a:latin typeface="Arial" pitchFamily="-109" charset="0"/>
                <a:ea typeface="+mn-ea"/>
                <a:cs typeface="+mn-cs"/>
              </a:rPr>
              <a:t>of a trade secret. Hence, most risk analyses use qualitative, rather than</a:t>
            </a:r>
          </a:p>
          <a:p>
            <a:r>
              <a:rPr lang="en-US" sz="1200" kern="1200" baseline="0" dirty="0">
                <a:solidFill>
                  <a:schemeClr val="tx1"/>
                </a:solidFill>
                <a:latin typeface="Arial" pitchFamily="-109" charset="0"/>
                <a:ea typeface="+mn-ea"/>
                <a:cs typeface="+mn-cs"/>
              </a:rPr>
              <a:t>quantitative, ratings for both these items. The goal is then to order the resulting</a:t>
            </a:r>
          </a:p>
          <a:p>
            <a:r>
              <a:rPr lang="en-US" sz="1200" kern="1200" baseline="0" dirty="0">
                <a:solidFill>
                  <a:schemeClr val="tx1"/>
                </a:solidFill>
                <a:latin typeface="Arial" pitchFamily="-109" charset="0"/>
                <a:ea typeface="+mn-ea"/>
                <a:cs typeface="+mn-cs"/>
              </a:rPr>
              <a:t>risks to help determine which need to be most urgently treated, rather than to</a:t>
            </a:r>
          </a:p>
          <a:p>
            <a:r>
              <a:rPr lang="en-US" sz="1200" kern="1200" baseline="0" dirty="0">
                <a:solidFill>
                  <a:schemeClr val="tx1"/>
                </a:solidFill>
                <a:latin typeface="Arial" pitchFamily="-109" charset="0"/>
                <a:ea typeface="+mn-ea"/>
                <a:cs typeface="+mn-cs"/>
              </a:rPr>
              <a:t>give them an absolute value.</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54891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Having identified existing controls, the </a:t>
            </a:r>
            <a:r>
              <a:rPr lang="en-US" sz="1200" b="1" kern="1200" baseline="0" dirty="0">
                <a:solidFill>
                  <a:schemeClr val="tx1"/>
                </a:solidFill>
                <a:latin typeface="Arial" pitchFamily="-109" charset="0"/>
                <a:ea typeface="+mn-ea"/>
                <a:cs typeface="+mn-cs"/>
              </a:rPr>
              <a:t>likelihood</a:t>
            </a:r>
          </a:p>
          <a:p>
            <a:r>
              <a:rPr lang="en-US" sz="1200" kern="1200" baseline="0" dirty="0">
                <a:solidFill>
                  <a:schemeClr val="tx1"/>
                </a:solidFill>
                <a:latin typeface="Arial" pitchFamily="-109" charset="0"/>
                <a:ea typeface="+mn-ea"/>
                <a:cs typeface="+mn-cs"/>
              </a:rPr>
              <a:t>that each identified threat could occur and cause harm to some asset needs to</a:t>
            </a:r>
          </a:p>
          <a:p>
            <a:r>
              <a:rPr lang="en-US" sz="1200" kern="1200" baseline="0" dirty="0">
                <a:solidFill>
                  <a:schemeClr val="tx1"/>
                </a:solidFill>
                <a:latin typeface="Arial" pitchFamily="-109" charset="0"/>
                <a:ea typeface="+mn-ea"/>
                <a:cs typeface="+mn-cs"/>
              </a:rPr>
              <a:t>be specified. The likelihood is typically described qualitatively, using values and</a:t>
            </a:r>
          </a:p>
          <a:p>
            <a:r>
              <a:rPr lang="en-US" sz="1200" kern="1200" baseline="0" dirty="0">
                <a:solidFill>
                  <a:schemeClr val="tx1"/>
                </a:solidFill>
                <a:latin typeface="Arial" pitchFamily="-109" charset="0"/>
                <a:ea typeface="+mn-ea"/>
                <a:cs typeface="+mn-cs"/>
              </a:rPr>
              <a:t>descriptions such as those shown in Table 14.2. While the various risk assessment</a:t>
            </a:r>
          </a:p>
          <a:p>
            <a:r>
              <a:rPr lang="en-US" sz="1200" kern="1200" baseline="0" dirty="0">
                <a:solidFill>
                  <a:schemeClr val="tx1"/>
                </a:solidFill>
                <a:latin typeface="Arial" pitchFamily="-109" charset="0"/>
                <a:ea typeface="+mn-ea"/>
                <a:cs typeface="+mn-cs"/>
              </a:rPr>
              <a:t>standards all suggest tables similar to these, there is considerable variation in their</a:t>
            </a:r>
          </a:p>
          <a:p>
            <a:r>
              <a:rPr lang="en-US" sz="1200" kern="1200" baseline="0" dirty="0">
                <a:solidFill>
                  <a:schemeClr val="tx1"/>
                </a:solidFill>
                <a:latin typeface="Arial" pitchFamily="-109" charset="0"/>
                <a:ea typeface="+mn-ea"/>
                <a:cs typeface="+mn-cs"/>
              </a:rPr>
              <a:t>detail. The selection of the specific descriptions and tables used is determined at</a:t>
            </a:r>
          </a:p>
          <a:p>
            <a:r>
              <a:rPr lang="en-US" sz="1200" kern="1200" baseline="0" dirty="0">
                <a:solidFill>
                  <a:schemeClr val="tx1"/>
                </a:solidFill>
                <a:latin typeface="Arial" pitchFamily="-109" charset="0"/>
                <a:ea typeface="+mn-ea"/>
                <a:cs typeface="+mn-cs"/>
              </a:rPr>
              <a:t>the beginning of the risk assessment process, when the context is established.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There will very likely be some uncertainty and debate over exactly which rating</a:t>
            </a:r>
          </a:p>
          <a:p>
            <a:r>
              <a:rPr lang="en-US" sz="1200" kern="1200" baseline="0" dirty="0">
                <a:solidFill>
                  <a:schemeClr val="tx1"/>
                </a:solidFill>
                <a:latin typeface="Arial" pitchFamily="-109" charset="0"/>
                <a:ea typeface="+mn-ea"/>
                <a:cs typeface="+mn-cs"/>
              </a:rPr>
              <a:t>is most appropriate. This reflects the qualitative nature of the ratings, ambiguity</a:t>
            </a:r>
          </a:p>
          <a:p>
            <a:r>
              <a:rPr lang="en-US" sz="1200" kern="1200" baseline="0" dirty="0">
                <a:solidFill>
                  <a:schemeClr val="tx1"/>
                </a:solidFill>
                <a:latin typeface="Arial" pitchFamily="-109" charset="0"/>
                <a:ea typeface="+mn-ea"/>
                <a:cs typeface="+mn-cs"/>
              </a:rPr>
              <a:t>in their precise meaning, and uncertainty over precisely how likely it is that some</a:t>
            </a:r>
          </a:p>
          <a:p>
            <a:r>
              <a:rPr lang="en-US" sz="1200" kern="1200" baseline="0" dirty="0">
                <a:solidFill>
                  <a:schemeClr val="tx1"/>
                </a:solidFill>
                <a:latin typeface="Arial" pitchFamily="-109" charset="0"/>
                <a:ea typeface="+mn-ea"/>
                <a:cs typeface="+mn-cs"/>
              </a:rPr>
              <a:t>threat may eventuate. It is important to remember that the goal of this process is</a:t>
            </a:r>
          </a:p>
          <a:p>
            <a:r>
              <a:rPr lang="en-US" sz="1200" kern="1200" baseline="0" dirty="0">
                <a:solidFill>
                  <a:schemeClr val="tx1"/>
                </a:solidFill>
                <a:latin typeface="Arial" pitchFamily="-109" charset="0"/>
                <a:ea typeface="+mn-ea"/>
                <a:cs typeface="+mn-cs"/>
              </a:rPr>
              <a:t>to provide guidance to management as to which risks exist, and provide enough</a:t>
            </a:r>
          </a:p>
          <a:p>
            <a:r>
              <a:rPr lang="en-US" sz="1200" kern="1200" baseline="0" dirty="0">
                <a:solidFill>
                  <a:schemeClr val="tx1"/>
                </a:solidFill>
                <a:latin typeface="Arial" pitchFamily="-109" charset="0"/>
                <a:ea typeface="+mn-ea"/>
                <a:cs typeface="+mn-cs"/>
              </a:rPr>
              <a:t>information to help management decide how to most appropriately respond. Any</a:t>
            </a:r>
          </a:p>
          <a:p>
            <a:r>
              <a:rPr lang="en-US" sz="1200" kern="1200" baseline="0" dirty="0">
                <a:solidFill>
                  <a:schemeClr val="tx1"/>
                </a:solidFill>
                <a:latin typeface="Arial" pitchFamily="-109" charset="0"/>
                <a:ea typeface="+mn-ea"/>
                <a:cs typeface="+mn-cs"/>
              </a:rPr>
              <a:t>uncertainty in the selection of ratings should be noted in the discussion on their</a:t>
            </a:r>
          </a:p>
          <a:p>
            <a:r>
              <a:rPr lang="en-US" sz="1200" kern="1200" baseline="0" dirty="0">
                <a:solidFill>
                  <a:schemeClr val="tx1"/>
                </a:solidFill>
                <a:latin typeface="Arial" pitchFamily="-109" charset="0"/>
                <a:ea typeface="+mn-ea"/>
                <a:cs typeface="+mn-cs"/>
              </a:rPr>
              <a:t>selection, but ultimately management will make a business decision in response to</a:t>
            </a:r>
          </a:p>
          <a:p>
            <a:r>
              <a:rPr lang="en-US" sz="1200" kern="1200" baseline="0" dirty="0">
                <a:solidFill>
                  <a:schemeClr val="tx1"/>
                </a:solidFill>
                <a:latin typeface="Arial" pitchFamily="-109" charset="0"/>
                <a:ea typeface="+mn-ea"/>
                <a:cs typeface="+mn-cs"/>
              </a:rPr>
              <a:t>this information.</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risk analyst takes the descriptive asset and threat/vulnerability details</a:t>
            </a:r>
          </a:p>
          <a:p>
            <a:r>
              <a:rPr lang="en-US" sz="1200" kern="1200" baseline="0" dirty="0">
                <a:solidFill>
                  <a:schemeClr val="tx1"/>
                </a:solidFill>
                <a:latin typeface="Arial" pitchFamily="-109" charset="0"/>
                <a:ea typeface="+mn-ea"/>
                <a:cs typeface="+mn-cs"/>
              </a:rPr>
              <a:t>from the preceding steps in this process and, in light of the organization’s overall</a:t>
            </a:r>
          </a:p>
          <a:p>
            <a:r>
              <a:rPr lang="en-US" sz="1200" kern="1200" baseline="0" dirty="0">
                <a:solidFill>
                  <a:schemeClr val="tx1"/>
                </a:solidFill>
                <a:latin typeface="Arial" pitchFamily="-109" charset="0"/>
                <a:ea typeface="+mn-ea"/>
                <a:cs typeface="+mn-cs"/>
              </a:rPr>
              <a:t>risk environment and existing controls, decides the appropriate rating. This</a:t>
            </a:r>
          </a:p>
          <a:p>
            <a:r>
              <a:rPr lang="en-US" sz="1200" kern="1200" baseline="0" dirty="0">
                <a:solidFill>
                  <a:schemeClr val="tx1"/>
                </a:solidFill>
                <a:latin typeface="Arial" pitchFamily="-109" charset="0"/>
                <a:ea typeface="+mn-ea"/>
                <a:cs typeface="+mn-cs"/>
              </a:rPr>
              <a:t>estimation relates to the likelihood of the specified threat exploiting one or</a:t>
            </a:r>
          </a:p>
          <a:p>
            <a:r>
              <a:rPr lang="en-US" sz="1200" kern="1200" baseline="0" dirty="0">
                <a:solidFill>
                  <a:schemeClr val="tx1"/>
                </a:solidFill>
                <a:latin typeface="Arial" pitchFamily="-109" charset="0"/>
                <a:ea typeface="+mn-ea"/>
                <a:cs typeface="+mn-cs"/>
              </a:rPr>
              <a:t>more vulnerabilities to an asset or group of assets, which results in harm to the</a:t>
            </a:r>
          </a:p>
          <a:p>
            <a:r>
              <a:rPr lang="en-US" sz="1200" kern="1200" baseline="0" dirty="0">
                <a:solidFill>
                  <a:schemeClr val="tx1"/>
                </a:solidFill>
                <a:latin typeface="Arial" pitchFamily="-109" charset="0"/>
                <a:ea typeface="+mn-ea"/>
                <a:cs typeface="+mn-cs"/>
              </a:rPr>
              <a:t>organization. The specified likelihood needs to be realistic. In particular, a rating</a:t>
            </a:r>
          </a:p>
          <a:p>
            <a:r>
              <a:rPr lang="en-US" sz="1200" kern="1200" baseline="0" dirty="0">
                <a:solidFill>
                  <a:schemeClr val="tx1"/>
                </a:solidFill>
                <a:latin typeface="Arial" pitchFamily="-109" charset="0"/>
                <a:ea typeface="+mn-ea"/>
                <a:cs typeface="+mn-cs"/>
              </a:rPr>
              <a:t>of likely or higher suggests that this threat has occurred sometime previously. This</a:t>
            </a:r>
          </a:p>
          <a:p>
            <a:r>
              <a:rPr lang="en-US" sz="1200" kern="1200" baseline="0" dirty="0">
                <a:solidFill>
                  <a:schemeClr val="tx1"/>
                </a:solidFill>
                <a:latin typeface="Arial" pitchFamily="-109" charset="0"/>
                <a:ea typeface="+mn-ea"/>
                <a:cs typeface="+mn-cs"/>
              </a:rPr>
              <a:t>means past history provides supporting evidence for its specification. If this is</a:t>
            </a:r>
          </a:p>
          <a:p>
            <a:r>
              <a:rPr lang="en-US" sz="1200" kern="1200" baseline="0" dirty="0">
                <a:solidFill>
                  <a:schemeClr val="tx1"/>
                </a:solidFill>
                <a:latin typeface="Arial" pitchFamily="-109" charset="0"/>
                <a:ea typeface="+mn-ea"/>
                <a:cs typeface="+mn-cs"/>
              </a:rPr>
              <a:t>not the case, then specifying such a value would need to be justified on the basis</a:t>
            </a:r>
          </a:p>
          <a:p>
            <a:r>
              <a:rPr lang="en-US" sz="1200" kern="1200" baseline="0" dirty="0">
                <a:solidFill>
                  <a:schemeClr val="tx1"/>
                </a:solidFill>
                <a:latin typeface="Arial" pitchFamily="-109" charset="0"/>
                <a:ea typeface="+mn-ea"/>
                <a:cs typeface="+mn-cs"/>
              </a:rPr>
              <a:t>of a significantly changed threat environment, a change in the IT system that</a:t>
            </a:r>
          </a:p>
          <a:p>
            <a:r>
              <a:rPr lang="en-US" sz="1200" kern="1200" baseline="0" dirty="0">
                <a:solidFill>
                  <a:schemeClr val="tx1"/>
                </a:solidFill>
                <a:latin typeface="Arial" pitchFamily="-109" charset="0"/>
                <a:ea typeface="+mn-ea"/>
                <a:cs typeface="+mn-cs"/>
              </a:rPr>
              <a:t>has weakened its security, or some other rationale for the threat’s anticipated</a:t>
            </a:r>
          </a:p>
          <a:p>
            <a:r>
              <a:rPr lang="en-US" sz="1200" kern="1200" baseline="0" dirty="0">
                <a:solidFill>
                  <a:schemeClr val="tx1"/>
                </a:solidFill>
                <a:latin typeface="Arial" pitchFamily="-109" charset="0"/>
                <a:ea typeface="+mn-ea"/>
                <a:cs typeface="+mn-cs"/>
              </a:rPr>
              <a:t>likely occurrence. In contrast, the Unlikely and Rare ratings can be very hard to</a:t>
            </a:r>
          </a:p>
          <a:p>
            <a:r>
              <a:rPr lang="en-US" sz="1200" kern="1200" baseline="0" dirty="0">
                <a:solidFill>
                  <a:schemeClr val="tx1"/>
                </a:solidFill>
                <a:latin typeface="Arial" pitchFamily="-109" charset="0"/>
                <a:ea typeface="+mn-ea"/>
                <a:cs typeface="+mn-cs"/>
              </a:rPr>
              <a:t>quantify. They are an indication that the threat is of concern, but whether it could</a:t>
            </a:r>
          </a:p>
          <a:p>
            <a:r>
              <a:rPr lang="en-US" sz="1200" kern="1200" baseline="0" dirty="0">
                <a:solidFill>
                  <a:schemeClr val="tx1"/>
                </a:solidFill>
                <a:latin typeface="Arial" pitchFamily="-109" charset="0"/>
                <a:ea typeface="+mn-ea"/>
                <a:cs typeface="+mn-cs"/>
              </a:rPr>
              <a:t>occur is difficult to specify. Typically such threats would only be considered if the</a:t>
            </a:r>
          </a:p>
          <a:p>
            <a:r>
              <a:rPr lang="en-US" sz="1200" kern="1200" baseline="0" dirty="0">
                <a:solidFill>
                  <a:schemeClr val="tx1"/>
                </a:solidFill>
                <a:latin typeface="Arial" pitchFamily="-109" charset="0"/>
                <a:ea typeface="+mn-ea"/>
                <a:cs typeface="+mn-cs"/>
              </a:rPr>
              <a:t>consequences to the organization of their occurrence are so severe that they must</a:t>
            </a:r>
          </a:p>
          <a:p>
            <a:r>
              <a:rPr lang="en-US" sz="1200" kern="1200" baseline="0" dirty="0">
                <a:solidFill>
                  <a:schemeClr val="tx1"/>
                </a:solidFill>
                <a:latin typeface="Arial" pitchFamily="-109" charset="0"/>
                <a:ea typeface="+mn-ea"/>
                <a:cs typeface="+mn-cs"/>
              </a:rPr>
              <a:t>be considered, even if extremely improbable.</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408147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The analyst must then</a:t>
            </a:r>
          </a:p>
          <a:p>
            <a:r>
              <a:rPr lang="en-US" sz="1200" kern="1200" baseline="0" dirty="0">
                <a:solidFill>
                  <a:schemeClr val="tx1"/>
                </a:solidFill>
                <a:latin typeface="Arial" pitchFamily="-109" charset="0"/>
                <a:ea typeface="+mn-ea"/>
                <a:cs typeface="+mn-cs"/>
              </a:rPr>
              <a:t>specify the consequence of a specific threat eventuating. Note this is distinct from,</a:t>
            </a:r>
          </a:p>
          <a:p>
            <a:r>
              <a:rPr lang="en-US" sz="1200" kern="1200" baseline="0" dirty="0">
                <a:solidFill>
                  <a:schemeClr val="tx1"/>
                </a:solidFill>
                <a:latin typeface="Arial" pitchFamily="-109" charset="0"/>
                <a:ea typeface="+mn-ea"/>
                <a:cs typeface="+mn-cs"/>
              </a:rPr>
              <a:t>and not related to, the likelihood of the threat occurring. Rather, </a:t>
            </a:r>
            <a:r>
              <a:rPr lang="en-US" sz="1200" b="1" kern="1200" baseline="0" dirty="0">
                <a:solidFill>
                  <a:schemeClr val="tx1"/>
                </a:solidFill>
                <a:latin typeface="Arial" pitchFamily="-109" charset="0"/>
                <a:ea typeface="+mn-ea"/>
                <a:cs typeface="+mn-cs"/>
              </a:rPr>
              <a:t>consequence</a:t>
            </a:r>
          </a:p>
          <a:p>
            <a:r>
              <a:rPr lang="en-US" sz="1200" kern="1200" baseline="0" dirty="0">
                <a:solidFill>
                  <a:schemeClr val="tx1"/>
                </a:solidFill>
                <a:latin typeface="Arial" pitchFamily="-109" charset="0"/>
                <a:ea typeface="+mn-ea"/>
                <a:cs typeface="+mn-cs"/>
              </a:rPr>
              <a:t>specification indicates the impact on the organization should the particular threat</a:t>
            </a:r>
          </a:p>
          <a:p>
            <a:r>
              <a:rPr lang="en-US" sz="1200" kern="1200" baseline="0" dirty="0">
                <a:solidFill>
                  <a:schemeClr val="tx1"/>
                </a:solidFill>
                <a:latin typeface="Arial" pitchFamily="-109" charset="0"/>
                <a:ea typeface="+mn-ea"/>
                <a:cs typeface="+mn-cs"/>
              </a:rPr>
              <a:t>in question actually eventuate. Even if a threat is regarded as rare or unlikely, if</a:t>
            </a:r>
          </a:p>
          <a:p>
            <a:r>
              <a:rPr lang="en-US" sz="1200" kern="1200" baseline="0" dirty="0">
                <a:solidFill>
                  <a:schemeClr val="tx1"/>
                </a:solidFill>
                <a:latin typeface="Arial" pitchFamily="-109" charset="0"/>
                <a:ea typeface="+mn-ea"/>
                <a:cs typeface="+mn-cs"/>
              </a:rPr>
              <a:t>the organization would suffer severe consequence should it occur, then it clearly</a:t>
            </a:r>
          </a:p>
          <a:p>
            <a:r>
              <a:rPr lang="en-US" sz="1200" kern="1200" baseline="0" dirty="0">
                <a:solidFill>
                  <a:schemeClr val="tx1"/>
                </a:solidFill>
                <a:latin typeface="Arial" pitchFamily="-109" charset="0"/>
                <a:ea typeface="+mn-ea"/>
                <a:cs typeface="+mn-cs"/>
              </a:rPr>
              <a:t>poses a risk to the organization. Hence, appropriate responses must be considered.</a:t>
            </a:r>
          </a:p>
          <a:p>
            <a:r>
              <a:rPr lang="en-US" sz="1200" kern="1200" baseline="0" dirty="0">
                <a:solidFill>
                  <a:schemeClr val="tx1"/>
                </a:solidFill>
                <a:latin typeface="Arial" pitchFamily="-109" charset="0"/>
                <a:ea typeface="+mn-ea"/>
                <a:cs typeface="+mn-cs"/>
              </a:rPr>
              <a:t>A qualitative descriptive value, such as those shown in Table 14.3, is typically used</a:t>
            </a:r>
          </a:p>
          <a:p>
            <a:r>
              <a:rPr lang="en-US" sz="1200" kern="1200" baseline="0" dirty="0">
                <a:solidFill>
                  <a:schemeClr val="tx1"/>
                </a:solidFill>
                <a:latin typeface="Arial" pitchFamily="-109" charset="0"/>
                <a:ea typeface="+mn-ea"/>
                <a:cs typeface="+mn-cs"/>
              </a:rPr>
              <a:t>to describe the consequence. As with the likelihood ratings, there is likely to be</a:t>
            </a:r>
          </a:p>
          <a:p>
            <a:r>
              <a:rPr lang="en-US" sz="1200" kern="1200" baseline="0" dirty="0">
                <a:solidFill>
                  <a:schemeClr val="tx1"/>
                </a:solidFill>
                <a:latin typeface="Arial" pitchFamily="-109" charset="0"/>
                <a:ea typeface="+mn-ea"/>
                <a:cs typeface="+mn-cs"/>
              </a:rPr>
              <a:t>some uncertainty as to the best rating to use.</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This determination should be based upon the judgment of the asset’s owners,</a:t>
            </a:r>
          </a:p>
          <a:p>
            <a:r>
              <a:rPr lang="en-US" sz="1200" kern="1200" baseline="0" dirty="0">
                <a:solidFill>
                  <a:schemeClr val="tx1"/>
                </a:solidFill>
                <a:latin typeface="Arial" pitchFamily="-109" charset="0"/>
                <a:ea typeface="+mn-ea"/>
                <a:cs typeface="+mn-cs"/>
              </a:rPr>
              <a:t>and the organization’s management, rather than the opinion of the risk analyst. This</a:t>
            </a:r>
          </a:p>
          <a:p>
            <a:r>
              <a:rPr lang="en-US" sz="1200" kern="1200" baseline="0" dirty="0">
                <a:solidFill>
                  <a:schemeClr val="tx1"/>
                </a:solidFill>
                <a:latin typeface="Arial" pitchFamily="-109" charset="0"/>
                <a:ea typeface="+mn-ea"/>
                <a:cs typeface="+mn-cs"/>
              </a:rPr>
              <a:t>is in contrast with the likelihood determination. The specified consequence needs to</a:t>
            </a:r>
          </a:p>
          <a:p>
            <a:r>
              <a:rPr lang="en-US" sz="1200" kern="1200" baseline="0" dirty="0">
                <a:solidFill>
                  <a:schemeClr val="tx1"/>
                </a:solidFill>
                <a:latin typeface="Arial" pitchFamily="-109" charset="0"/>
                <a:ea typeface="+mn-ea"/>
                <a:cs typeface="+mn-cs"/>
              </a:rPr>
              <a:t>be realistic. It must relate to the impact on the organization as a whole should this</a:t>
            </a:r>
          </a:p>
          <a:p>
            <a:r>
              <a:rPr lang="en-US" sz="1200" kern="1200" baseline="0" dirty="0">
                <a:solidFill>
                  <a:schemeClr val="tx1"/>
                </a:solidFill>
                <a:latin typeface="Arial" pitchFamily="-109" charset="0"/>
                <a:ea typeface="+mn-ea"/>
                <a:cs typeface="+mn-cs"/>
              </a:rPr>
              <a:t>specific threat eventuate. It is not just the impact on the affected system. It is possible</a:t>
            </a:r>
          </a:p>
          <a:p>
            <a:r>
              <a:rPr lang="en-US" sz="1200" kern="1200" baseline="0" dirty="0">
                <a:solidFill>
                  <a:schemeClr val="tx1"/>
                </a:solidFill>
                <a:latin typeface="Arial" pitchFamily="-109" charset="0"/>
                <a:ea typeface="+mn-ea"/>
                <a:cs typeface="+mn-cs"/>
              </a:rPr>
              <a:t>that a particular system (a server in one location, for example) might be completely</a:t>
            </a:r>
          </a:p>
          <a:p>
            <a:r>
              <a:rPr lang="en-US" sz="1200" kern="1200" baseline="0" dirty="0">
                <a:solidFill>
                  <a:schemeClr val="tx1"/>
                </a:solidFill>
                <a:latin typeface="Arial" pitchFamily="-109" charset="0"/>
                <a:ea typeface="+mn-ea"/>
                <a:cs typeface="+mn-cs"/>
              </a:rPr>
              <a:t>destroyed in a fire. However, the impact on the organization could vary from it being</a:t>
            </a:r>
          </a:p>
          <a:p>
            <a:r>
              <a:rPr lang="en-US" sz="1200" kern="1200" baseline="0" dirty="0">
                <a:solidFill>
                  <a:schemeClr val="tx1"/>
                </a:solidFill>
                <a:latin typeface="Arial" pitchFamily="-109" charset="0"/>
                <a:ea typeface="+mn-ea"/>
                <a:cs typeface="+mn-cs"/>
              </a:rPr>
              <a:t>a minor inconvenience (the server was in a branch office, and all data were replicated</a:t>
            </a:r>
          </a:p>
          <a:p>
            <a:r>
              <a:rPr lang="en-US" sz="1200" kern="1200" baseline="0" dirty="0">
                <a:solidFill>
                  <a:schemeClr val="tx1"/>
                </a:solidFill>
                <a:latin typeface="Arial" pitchFamily="-109" charset="0"/>
                <a:ea typeface="+mn-ea"/>
                <a:cs typeface="+mn-cs"/>
              </a:rPr>
              <a:t>elsewhere) to a major disaster (the server had the sole copy of all customer</a:t>
            </a:r>
          </a:p>
          <a:p>
            <a:r>
              <a:rPr lang="en-US" sz="1200" kern="1200" baseline="0" dirty="0">
                <a:solidFill>
                  <a:schemeClr val="tx1"/>
                </a:solidFill>
                <a:latin typeface="Arial" pitchFamily="-109" charset="0"/>
                <a:ea typeface="+mn-ea"/>
                <a:cs typeface="+mn-cs"/>
              </a:rPr>
              <a:t>and financial records for a small business). As with the likelihood ratings, the consequence</a:t>
            </a:r>
          </a:p>
          <a:p>
            <a:r>
              <a:rPr lang="en-US" sz="1200" kern="1200" baseline="0" dirty="0">
                <a:solidFill>
                  <a:schemeClr val="tx1"/>
                </a:solidFill>
                <a:latin typeface="Arial" pitchFamily="-109" charset="0"/>
                <a:ea typeface="+mn-ea"/>
                <a:cs typeface="+mn-cs"/>
              </a:rPr>
              <a:t>ratings must be determined knowing the organization’s current practices and</a:t>
            </a:r>
          </a:p>
          <a:p>
            <a:r>
              <a:rPr lang="en-US" sz="1200" kern="1200" baseline="0" dirty="0">
                <a:solidFill>
                  <a:schemeClr val="tx1"/>
                </a:solidFill>
                <a:latin typeface="Arial" pitchFamily="-109" charset="0"/>
                <a:ea typeface="+mn-ea"/>
                <a:cs typeface="+mn-cs"/>
              </a:rPr>
              <a:t>arrangements. In particular, the organization’s existing backup, disaster recovery,</a:t>
            </a:r>
          </a:p>
          <a:p>
            <a:r>
              <a:rPr lang="en-US" sz="1200" kern="1200" baseline="0" dirty="0">
                <a:solidFill>
                  <a:schemeClr val="tx1"/>
                </a:solidFill>
                <a:latin typeface="Arial" pitchFamily="-109" charset="0"/>
                <a:ea typeface="+mn-ea"/>
                <a:cs typeface="+mn-cs"/>
              </a:rPr>
              <a:t>and contingency planning, or lack thereof, will influence the choice of rating.</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933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Once the likelihood and consequence</a:t>
            </a:r>
          </a:p>
          <a:p>
            <a:r>
              <a:rPr lang="en-US" sz="1200" kern="1200" baseline="0" dirty="0">
                <a:solidFill>
                  <a:schemeClr val="tx1"/>
                </a:solidFill>
                <a:latin typeface="Arial" pitchFamily="-109" charset="0"/>
                <a:ea typeface="+mn-ea"/>
                <a:cs typeface="+mn-cs"/>
              </a:rPr>
              <a:t>of each specific threat have been identified, a final </a:t>
            </a:r>
            <a:r>
              <a:rPr lang="en-US" sz="1200" b="1" kern="1200" baseline="0" dirty="0">
                <a:solidFill>
                  <a:schemeClr val="tx1"/>
                </a:solidFill>
                <a:latin typeface="Arial" pitchFamily="-109" charset="0"/>
                <a:ea typeface="+mn-ea"/>
                <a:cs typeface="+mn-cs"/>
              </a:rPr>
              <a:t>level of risk </a:t>
            </a:r>
            <a:r>
              <a:rPr lang="en-US" sz="1200" kern="1200" baseline="0" dirty="0">
                <a:solidFill>
                  <a:schemeClr val="tx1"/>
                </a:solidFill>
                <a:latin typeface="Arial" pitchFamily="-109" charset="0"/>
                <a:ea typeface="+mn-ea"/>
                <a:cs typeface="+mn-cs"/>
              </a:rPr>
              <a:t>can be assigned.</a:t>
            </a:r>
          </a:p>
          <a:p>
            <a:r>
              <a:rPr lang="en-US" sz="1200" kern="1200" baseline="0" dirty="0">
                <a:solidFill>
                  <a:schemeClr val="tx1"/>
                </a:solidFill>
                <a:latin typeface="Arial" pitchFamily="-109" charset="0"/>
                <a:ea typeface="+mn-ea"/>
                <a:cs typeface="+mn-cs"/>
              </a:rPr>
              <a:t>This is typically determined using a table that maps these values to a risk level,</a:t>
            </a:r>
          </a:p>
          <a:p>
            <a:r>
              <a:rPr lang="en-US" sz="1200" kern="1200" baseline="0" dirty="0">
                <a:solidFill>
                  <a:schemeClr val="tx1"/>
                </a:solidFill>
                <a:latin typeface="Arial" pitchFamily="-109" charset="0"/>
                <a:ea typeface="+mn-ea"/>
                <a:cs typeface="+mn-cs"/>
              </a:rPr>
              <a:t>such as those shown in Table 14.4. This table details the risk level assigned to each</a:t>
            </a:r>
          </a:p>
          <a:p>
            <a:r>
              <a:rPr lang="en-US" sz="1200" kern="1200" baseline="0" dirty="0">
                <a:solidFill>
                  <a:schemeClr val="tx1"/>
                </a:solidFill>
                <a:latin typeface="Arial" pitchFamily="-109" charset="0"/>
                <a:ea typeface="+mn-ea"/>
                <a:cs typeface="+mn-cs"/>
              </a:rPr>
              <a:t>combination. Such a table provides the qualitative equivalent of performing the</a:t>
            </a:r>
          </a:p>
          <a:p>
            <a:r>
              <a:rPr lang="en-US" sz="1200" kern="1200" baseline="0" dirty="0">
                <a:solidFill>
                  <a:schemeClr val="tx1"/>
                </a:solidFill>
                <a:latin typeface="Arial" pitchFamily="-109" charset="0"/>
                <a:ea typeface="+mn-ea"/>
                <a:cs typeface="+mn-cs"/>
              </a:rPr>
              <a:t>ideal risk calculation using quantitative values. It also indicates the interpretation</a:t>
            </a:r>
          </a:p>
          <a:p>
            <a:r>
              <a:rPr lang="en-US" sz="1200" kern="1200" baseline="0" dirty="0">
                <a:solidFill>
                  <a:schemeClr val="tx1"/>
                </a:solidFill>
                <a:latin typeface="Arial" pitchFamily="-109" charset="0"/>
                <a:ea typeface="+mn-ea"/>
                <a:cs typeface="+mn-cs"/>
              </a:rPr>
              <a:t>of these assigned levels.</a:t>
            </a:r>
            <a:endParaRPr lang="en-US" dirty="0">
              <a:latin typeface="Times" pitchFamily="-109"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322413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4" descr="A picture containing logo&#10;&#10;Description automatically generated">
            <a:extLst>
              <a:ext uri="{FF2B5EF4-FFF2-40B4-BE49-F238E27FC236}">
                <a16:creationId xmlns:a16="http://schemas.microsoft.com/office/drawing/2014/main" id="{D8DB9D91-12A9-6D85-5C4A-107079AA8707}"/>
              </a:ext>
            </a:extLst>
          </p:cNvPr>
          <p:cNvPicPr>
            <a:picLocks noChangeAspect="1"/>
          </p:cNvPicPr>
          <p:nvPr userDrawn="1"/>
        </p:nvPicPr>
        <p:blipFill>
          <a:blip r:embed="rId2"/>
          <a:stretch>
            <a:fillRect/>
          </a:stretch>
        </p:blipFill>
        <p:spPr>
          <a:xfrm>
            <a:off x="0" y="6683"/>
            <a:ext cx="12192000" cy="6844631"/>
          </a:xfrm>
          <a:prstGeom prst="rect">
            <a:avLst/>
          </a:prstGeom>
        </p:spPr>
      </p:pic>
      <p:sp>
        <p:nvSpPr>
          <p:cNvPr id="10" name="Text Placeholder 1">
            <a:extLst>
              <a:ext uri="{FF2B5EF4-FFF2-40B4-BE49-F238E27FC236}">
                <a16:creationId xmlns:a16="http://schemas.microsoft.com/office/drawing/2014/main" id="{BC0596B2-8BCF-CDB9-86A8-E5F1D3BA81E1}"/>
              </a:ext>
            </a:extLst>
          </p:cNvPr>
          <p:cNvSpPr>
            <a:spLocks noGrp="1"/>
          </p:cNvSpPr>
          <p:nvPr>
            <p:ph type="body" sz="quarter" idx="12" hasCustomPrompt="1"/>
          </p:nvPr>
        </p:nvSpPr>
        <p:spPr>
          <a:xfrm>
            <a:off x="2428461" y="4144617"/>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Title for Presentation</a:t>
            </a:r>
          </a:p>
          <a:p>
            <a:r>
              <a:rPr lang="en-US" sz="3600" dirty="0"/>
              <a:t>Line 2</a:t>
            </a:r>
          </a:p>
        </p:txBody>
      </p:sp>
      <p:sp>
        <p:nvSpPr>
          <p:cNvPr id="11" name="Text Placeholder 2">
            <a:extLst>
              <a:ext uri="{FF2B5EF4-FFF2-40B4-BE49-F238E27FC236}">
                <a16:creationId xmlns:a16="http://schemas.microsoft.com/office/drawing/2014/main" id="{B5FA1AF5-5DD9-B40B-465B-79A7653C5A5E}"/>
              </a:ext>
            </a:extLst>
          </p:cNvPr>
          <p:cNvSpPr>
            <a:spLocks noGrp="1"/>
          </p:cNvSpPr>
          <p:nvPr>
            <p:ph type="body" sz="quarter" idx="13" hasCustomPrompt="1"/>
          </p:nvPr>
        </p:nvSpPr>
        <p:spPr>
          <a:xfrm>
            <a:off x="3765550" y="5744152"/>
            <a:ext cx="4660900" cy="350227"/>
          </a:xfrm>
          <a:prstGeom prst="rect">
            <a:avLst/>
          </a:prstGeom>
        </p:spPr>
        <p:txBody>
          <a:bodyPr/>
          <a:lstStyle>
            <a:lvl1pPr marL="0" indent="0" algn="ctr">
              <a:buNone/>
              <a:defRPr b="0" i="0">
                <a:solidFill>
                  <a:srgbClr val="767171"/>
                </a:solidFill>
                <a:latin typeface="Arial" panose="020B0604020202020204" pitchFamily="34" charset="0"/>
                <a:cs typeface="Arial" panose="020B0604020202020204" pitchFamily="34" charset="0"/>
              </a:defRPr>
            </a:lvl1pPr>
          </a:lstStyle>
          <a:p>
            <a:r>
              <a:rPr lang="en-US" sz="2400" dirty="0"/>
              <a:t>Date xx, 202x</a:t>
            </a:r>
          </a:p>
        </p:txBody>
      </p:sp>
    </p:spTree>
    <p:extLst>
      <p:ext uri="{BB962C8B-B14F-4D97-AF65-F5344CB8AC3E}">
        <p14:creationId xmlns:p14="http://schemas.microsoft.com/office/powerpoint/2010/main" val="12167058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0" y="1600200"/>
            <a:ext cx="11277599"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414612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1" y="1600200"/>
            <a:ext cx="5638800"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1">
            <a:extLst>
              <a:ext uri="{FF2B5EF4-FFF2-40B4-BE49-F238E27FC236}">
                <a16:creationId xmlns:a16="http://schemas.microsoft.com/office/drawing/2014/main" id="{D8FF0C6D-7B44-4491-2943-59A5D94A7B3A}"/>
              </a:ext>
            </a:extLst>
          </p:cNvPr>
          <p:cNvSpPr>
            <a:spLocks noGrp="1"/>
          </p:cNvSpPr>
          <p:nvPr>
            <p:ph type="pic" sz="quarter" idx="13" hasCustomPrompt="1"/>
          </p:nvPr>
        </p:nvSpPr>
        <p:spPr>
          <a:xfrm>
            <a:off x="6799667" y="1593184"/>
            <a:ext cx="4935132" cy="3892550"/>
          </a:xfrm>
          <a:prstGeom prst="rect">
            <a:avLst/>
          </a:prstGeom>
        </p:spPr>
        <p:txBody>
          <a:bodyPr/>
          <a:lstStyle>
            <a:lvl1pPr marL="0" indent="0">
              <a:buNone/>
              <a:defRPr lang="en-US" sz="2800" b="0" i="0" kern="1200" dirty="0">
                <a:solidFill>
                  <a:srgbClr val="767171"/>
                </a:solidFill>
                <a:latin typeface="Arial" panose="020B0604020202020204" pitchFamily="34" charset="0"/>
                <a:ea typeface="+mn-ea"/>
                <a:cs typeface="Arial" panose="020B0604020202020204" pitchFamily="34" charset="0"/>
              </a:defRPr>
            </a:lvl1pPr>
          </a:lstStyle>
          <a:p>
            <a:r>
              <a:rPr lang="en-US" sz="2800" b="0" i="0" kern="1200" dirty="0">
                <a:solidFill>
                  <a:srgbClr val="767171"/>
                </a:solidFill>
                <a:latin typeface="Arial" panose="020B0604020202020204" pitchFamily="34" charset="0"/>
                <a:ea typeface="+mn-ea"/>
                <a:cs typeface="Arial" panose="020B0604020202020204" pitchFamily="34" charset="0"/>
              </a:rPr>
              <a:t>Picture</a:t>
            </a:r>
            <a:endParaRPr lang="en-US" dirty="0"/>
          </a:p>
        </p:txBody>
      </p:sp>
    </p:spTree>
    <p:extLst>
      <p:ext uri="{BB962C8B-B14F-4D97-AF65-F5344CB8AC3E}">
        <p14:creationId xmlns:p14="http://schemas.microsoft.com/office/powerpoint/2010/main" val="1126624539"/>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6BA7C3E-9407-286B-C955-92021F6E2054}"/>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Background pattern&#10;&#10;Description automatically generated">
            <a:extLst>
              <a:ext uri="{FF2B5EF4-FFF2-40B4-BE49-F238E27FC236}">
                <a16:creationId xmlns:a16="http://schemas.microsoft.com/office/drawing/2014/main" id="{DB1E25ED-196F-AD3E-730C-350C97EE93FD}"/>
              </a:ext>
            </a:extLst>
          </p:cNvPr>
          <p:cNvPicPr>
            <a:picLocks noChangeAspect="1"/>
          </p:cNvPicPr>
          <p:nvPr userDrawn="1"/>
        </p:nvPicPr>
        <p:blipFill rotWithShape="1">
          <a:blip r:embed="rId2"/>
          <a:srcRect r="50049"/>
          <a:stretch/>
        </p:blipFill>
        <p:spPr>
          <a:xfrm>
            <a:off x="0" y="6684"/>
            <a:ext cx="6096000" cy="6851316"/>
          </a:xfrm>
          <a:prstGeom prst="rect">
            <a:avLst/>
          </a:prstGeom>
        </p:spPr>
      </p:pic>
      <p:sp>
        <p:nvSpPr>
          <p:cNvPr id="10" name="Text Placeholder 12">
            <a:extLst>
              <a:ext uri="{FF2B5EF4-FFF2-40B4-BE49-F238E27FC236}">
                <a16:creationId xmlns:a16="http://schemas.microsoft.com/office/drawing/2014/main" id="{F3FDA9FC-5FAF-19E1-2999-FA81EB28D62B}"/>
              </a:ext>
            </a:extLst>
          </p:cNvPr>
          <p:cNvSpPr>
            <a:spLocks noGrp="1"/>
          </p:cNvSpPr>
          <p:nvPr>
            <p:ph type="body" sz="quarter" idx="10" hasCustomPrompt="1"/>
          </p:nvPr>
        </p:nvSpPr>
        <p:spPr>
          <a:xfrm>
            <a:off x="695833" y="2772348"/>
            <a:ext cx="4702175" cy="1846660"/>
          </a:xfrm>
          <a:prstGeom prst="rect">
            <a:avLst/>
          </a:prstGeom>
        </p:spPr>
        <p:txBody>
          <a:bodyPr/>
          <a:lstStyle>
            <a:lvl1pPr marL="0" indent="0" algn="ctr">
              <a:buNone/>
              <a:defRPr sz="3000" b="1" i="0">
                <a:solidFill>
                  <a:srgbClr val="767171"/>
                </a:solidFill>
                <a:latin typeface="Arial" panose="020B0604020202020204" pitchFamily="34" charset="0"/>
                <a:cs typeface="Arial" panose="020B0604020202020204" pitchFamily="34" charset="0"/>
              </a:defRPr>
            </a:lvl1pPr>
          </a:lstStyle>
          <a:p>
            <a:pPr lvl="0"/>
            <a:r>
              <a:rPr lang="en-US" dirty="0"/>
              <a:t>Long Title Goes Here</a:t>
            </a:r>
          </a:p>
          <a:p>
            <a:pPr lvl="0"/>
            <a:r>
              <a:rPr lang="en-US" dirty="0" err="1"/>
              <a:t>Xxxxxxx</a:t>
            </a:r>
            <a:endParaRPr lang="en-US" dirty="0"/>
          </a:p>
          <a:p>
            <a:pPr lvl="0"/>
            <a:r>
              <a:rPr lang="en-US" dirty="0" err="1"/>
              <a:t>Xxxxxxx</a:t>
            </a:r>
            <a:endParaRPr lang="en-US" dirty="0"/>
          </a:p>
        </p:txBody>
      </p:sp>
    </p:spTree>
    <p:extLst>
      <p:ext uri="{BB962C8B-B14F-4D97-AF65-F5344CB8AC3E}">
        <p14:creationId xmlns:p14="http://schemas.microsoft.com/office/powerpoint/2010/main" val="13316478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3" name="Rectangle 2">
            <a:extLst>
              <a:ext uri="{FF2B5EF4-FFF2-40B4-BE49-F238E27FC236}">
                <a16:creationId xmlns:a16="http://schemas.microsoft.com/office/drawing/2014/main" id="{EB4A8D20-7863-7BFB-62B7-82573F4C0688}"/>
              </a:ext>
            </a:extLst>
          </p:cNvPr>
          <p:cNvSpPr/>
          <p:nvPr userDrawn="1"/>
        </p:nvSpPr>
        <p:spPr>
          <a:xfrm>
            <a:off x="0" y="0"/>
            <a:ext cx="12192000" cy="5486400"/>
          </a:xfrm>
          <a:prstGeom prst="rect">
            <a:avLst/>
          </a:prstGeom>
          <a:solidFill>
            <a:srgbClr val="0061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
            <a:extLst>
              <a:ext uri="{FF2B5EF4-FFF2-40B4-BE49-F238E27FC236}">
                <a16:creationId xmlns:a16="http://schemas.microsoft.com/office/drawing/2014/main" id="{56D25ECA-C5BA-AE0A-264F-72583C103FA7}"/>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815154463"/>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2" name="Rectangle 1">
            <a:extLst>
              <a:ext uri="{FF2B5EF4-FFF2-40B4-BE49-F238E27FC236}">
                <a16:creationId xmlns:a16="http://schemas.microsoft.com/office/drawing/2014/main" id="{5BCF72C4-98D7-9FF3-70FE-096C982889BD}"/>
              </a:ext>
            </a:extLst>
          </p:cNvPr>
          <p:cNvSpPr/>
          <p:nvPr userDrawn="1"/>
        </p:nvSpPr>
        <p:spPr>
          <a:xfrm>
            <a:off x="0" y="0"/>
            <a:ext cx="12192000" cy="5486400"/>
          </a:xfrm>
          <a:prstGeom prst="rect">
            <a:avLst/>
          </a:prstGeom>
          <a:solidFill>
            <a:srgbClr val="BBB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995E"/>
              </a:highlight>
            </a:endParaRPr>
          </a:p>
        </p:txBody>
      </p:sp>
      <p:sp>
        <p:nvSpPr>
          <p:cNvPr id="4" name="Text Placeholder 1">
            <a:extLst>
              <a:ext uri="{FF2B5EF4-FFF2-40B4-BE49-F238E27FC236}">
                <a16:creationId xmlns:a16="http://schemas.microsoft.com/office/drawing/2014/main" id="{B88E2CF5-F61B-C587-8CED-45B374FC4C54}"/>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281238151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84A3350B-D6F5-E020-D657-C3F27D9B1240}"/>
              </a:ext>
            </a:extLst>
          </p:cNvPr>
          <p:cNvPicPr>
            <a:picLocks noChangeAspect="1"/>
          </p:cNvPicPr>
          <p:nvPr userDrawn="1"/>
        </p:nvPicPr>
        <p:blipFill>
          <a:blip r:embed="rId2"/>
          <a:stretch>
            <a:fillRect/>
          </a:stretch>
        </p:blipFill>
        <p:spPr>
          <a:xfrm>
            <a:off x="0" y="6682"/>
            <a:ext cx="12199526" cy="6848856"/>
          </a:xfrm>
          <a:prstGeom prst="rect">
            <a:avLst/>
          </a:prstGeom>
        </p:spPr>
      </p:pic>
      <p:sp>
        <p:nvSpPr>
          <p:cNvPr id="10" name="Text Placeholder 1">
            <a:extLst>
              <a:ext uri="{FF2B5EF4-FFF2-40B4-BE49-F238E27FC236}">
                <a16:creationId xmlns:a16="http://schemas.microsoft.com/office/drawing/2014/main" id="{67772414-34C0-529E-33AE-2D9DF25D3188}"/>
              </a:ext>
            </a:extLst>
          </p:cNvPr>
          <p:cNvSpPr>
            <a:spLocks noGrp="1"/>
          </p:cNvSpPr>
          <p:nvPr>
            <p:ph type="body" sz="quarter" idx="12" hasCustomPrompt="1"/>
          </p:nvPr>
        </p:nvSpPr>
        <p:spPr>
          <a:xfrm>
            <a:off x="2428461" y="2863661"/>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Divider Title Slide</a:t>
            </a:r>
          </a:p>
          <a:p>
            <a:r>
              <a:rPr lang="en-US" sz="3600" dirty="0"/>
              <a:t>Line 2</a:t>
            </a:r>
          </a:p>
        </p:txBody>
      </p:sp>
      <p:sp>
        <p:nvSpPr>
          <p:cNvPr id="11" name="Rectangle 10">
            <a:extLst>
              <a:ext uri="{FF2B5EF4-FFF2-40B4-BE49-F238E27FC236}">
                <a16:creationId xmlns:a16="http://schemas.microsoft.com/office/drawing/2014/main" id="{AF865473-E2AD-6245-4447-BAEF54B15394}"/>
              </a:ext>
            </a:extLst>
          </p:cNvPr>
          <p:cNvSpPr/>
          <p:nvPr userDrawn="1"/>
        </p:nvSpPr>
        <p:spPr>
          <a:xfrm>
            <a:off x="2428461" y="4275692"/>
            <a:ext cx="7335078" cy="99085"/>
          </a:xfrm>
          <a:prstGeom prst="rect">
            <a:avLst/>
          </a:prstGeom>
          <a:solidFill>
            <a:srgbClr val="006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45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582725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4094231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910186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512357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8"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9"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3347103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8"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9"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1954139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A136A3-E6B7-CC43-A8FA-0B94F0D35B4B}" type="datetimeFigureOut">
              <a:rPr lang="en-US" smtClean="0"/>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5146578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BA136A3-E6B7-CC43-A8FA-0B94F0D35B4B}" type="datetimeFigureOut">
              <a:rPr lang="en-US" smtClean="0"/>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926472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BA136A3-E6B7-CC43-A8FA-0B94F0D35B4B}" type="datetimeFigureOut">
              <a:rPr lang="en-US" smtClean="0"/>
              <a:t>4/2/2025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3466174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10"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11"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27103456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6"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7"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27615168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A136A3-E6B7-CC43-A8FA-0B94F0D35B4B}" type="datetimeFigureOut">
              <a:rPr lang="en-US" smtClean="0"/>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35626110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A136A3-E6B7-CC43-A8FA-0B94F0D35B4B}" type="datetimeFigureOut">
              <a:rPr lang="en-US" smtClean="0"/>
              <a:t>4/2/2025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36911679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A136A3-E6B7-CC43-A8FA-0B94F0D35B4B}" type="datetimeFigureOut">
              <a:rPr lang="en-US" smtClean="0"/>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1418637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A136A3-E6B7-CC43-A8FA-0B94F0D35B4B}" type="datetimeFigureOut">
              <a:rPr lang="en-US" smtClean="0"/>
              <a:t>4/2/2025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3006799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116942"/>
      </p:ext>
    </p:extLst>
  </p:cSld>
  <p:clrMap bg1="lt1" tx1="dk1" bg2="lt2" tx2="dk2" accent1="accent1" accent2="accent2" accent3="accent3" accent4="accent4" accent5="accent5" accent6="accent6" hlink="hlink" folHlink="folHlink"/>
  <p:sldLayoutIdLst>
    <p:sldLayoutId id="2147483652" r:id="rId1"/>
    <p:sldLayoutId id="2147483650" r:id="rId2"/>
    <p:sldLayoutId id="2147483659" r:id="rId3"/>
    <p:sldLayoutId id="2147483655" r:id="rId4"/>
    <p:sldLayoutId id="2147483658" r:id="rId5"/>
    <p:sldLayoutId id="2147483660" r:id="rId6"/>
    <p:sldLayoutId id="2147483649" r:id="rId7"/>
    <p:sldLayoutId id="2147483663" r:id="rId8"/>
    <p:sldLayoutId id="2147483664" r:id="rId9"/>
    <p:sldLayoutId id="2147483665" r:id="rId10"/>
    <p:sldLayoutId id="2147483666"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5"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6"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327671606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ctr" defTabSz="457200" rtl="0" eaLnBrk="1" latinLnBrk="0" hangingPunct="1">
        <a:spcBef>
          <a:spcPct val="0"/>
        </a:spcBef>
        <a:buNone/>
        <a:defRPr sz="3400" kern="1200">
          <a:solidFill>
            <a:srgbClr val="0000FF"/>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hyperlink" Target="https://www.ready.gov/business/planning/risk-assessment" TargetMode="Externa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32AD01-B626-8541-DD34-941AFABB4017}"/>
              </a:ext>
            </a:extLst>
          </p:cNvPr>
          <p:cNvSpPr>
            <a:spLocks noGrp="1"/>
          </p:cNvSpPr>
          <p:nvPr>
            <p:ph type="body" sz="quarter" idx="12"/>
          </p:nvPr>
        </p:nvSpPr>
        <p:spPr>
          <a:xfrm>
            <a:off x="0" y="4161824"/>
            <a:ext cx="12192000" cy="650141"/>
          </a:xfrm>
        </p:spPr>
        <p:txBody>
          <a:bodyPr/>
          <a:lstStyle/>
          <a:p>
            <a:r>
              <a:rPr lang="en-US" sz="4800" dirty="0"/>
              <a:t>CEN 3078 Computer Security</a:t>
            </a:r>
            <a:endParaRPr lang="en-US" sz="2000" b="0" dirty="0"/>
          </a:p>
        </p:txBody>
      </p:sp>
      <p:sp>
        <p:nvSpPr>
          <p:cNvPr id="3" name="Text Placeholder 2">
            <a:extLst>
              <a:ext uri="{FF2B5EF4-FFF2-40B4-BE49-F238E27FC236}">
                <a16:creationId xmlns:a16="http://schemas.microsoft.com/office/drawing/2014/main" id="{C74AC5A7-CF21-681C-AD2A-CAFD76C83228}"/>
              </a:ext>
            </a:extLst>
          </p:cNvPr>
          <p:cNvSpPr>
            <a:spLocks noGrp="1"/>
          </p:cNvSpPr>
          <p:nvPr>
            <p:ph type="body" sz="quarter" idx="13"/>
          </p:nvPr>
        </p:nvSpPr>
        <p:spPr>
          <a:xfrm>
            <a:off x="2758705" y="5663508"/>
            <a:ext cx="6674590" cy="350227"/>
          </a:xfrm>
        </p:spPr>
        <p:txBody>
          <a:bodyPr/>
          <a:lstStyle/>
          <a:p>
            <a:r>
              <a:rPr lang="en-US" sz="2400" dirty="0"/>
              <a:t>Module 4 – Security Analytics</a:t>
            </a:r>
          </a:p>
          <a:p>
            <a:endParaRPr lang="en-US" sz="2400" dirty="0"/>
          </a:p>
        </p:txBody>
      </p:sp>
    </p:spTree>
    <p:extLst>
      <p:ext uri="{BB962C8B-B14F-4D97-AF65-F5344CB8AC3E}">
        <p14:creationId xmlns:p14="http://schemas.microsoft.com/office/powerpoint/2010/main" val="553553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C2829D-D10E-329A-9295-22025F7C9F88}"/>
              </a:ext>
            </a:extLst>
          </p:cNvPr>
          <p:cNvSpPr>
            <a:spLocks noGrp="1"/>
          </p:cNvSpPr>
          <p:nvPr>
            <p:ph type="sldNum" sz="quarter" idx="12"/>
          </p:nvPr>
        </p:nvSpPr>
        <p:spPr/>
        <p:txBody>
          <a:bodyPr/>
          <a:lstStyle/>
          <a:p>
            <a:fld id="{19A1A663-AB5A-1C46-BB3F-DC91B87E1671}" type="slidenum">
              <a:rPr lang="en-US" smtClean="0"/>
              <a:pPr/>
              <a:t>2</a:t>
            </a:fld>
            <a:endParaRPr lang="en-US" dirty="0"/>
          </a:p>
        </p:txBody>
      </p:sp>
      <p:sp>
        <p:nvSpPr>
          <p:cNvPr id="3" name="Text Placeholder 2">
            <a:extLst>
              <a:ext uri="{FF2B5EF4-FFF2-40B4-BE49-F238E27FC236}">
                <a16:creationId xmlns:a16="http://schemas.microsoft.com/office/drawing/2014/main" id="{5C112BC0-9499-035F-A9F1-C8888CCD6D4C}"/>
              </a:ext>
            </a:extLst>
          </p:cNvPr>
          <p:cNvSpPr>
            <a:spLocks noGrp="1"/>
          </p:cNvSpPr>
          <p:nvPr>
            <p:ph type="body" sz="quarter" idx="10"/>
          </p:nvPr>
        </p:nvSpPr>
        <p:spPr/>
        <p:txBody>
          <a:bodyPr/>
          <a:lstStyle/>
          <a:p>
            <a:r>
              <a:rPr lang="en-US" dirty="0"/>
              <a:t>Module-4: Discussion Topics</a:t>
            </a:r>
          </a:p>
        </p:txBody>
      </p:sp>
      <p:sp>
        <p:nvSpPr>
          <p:cNvPr id="5" name="TextBox 4">
            <a:extLst>
              <a:ext uri="{FF2B5EF4-FFF2-40B4-BE49-F238E27FC236}">
                <a16:creationId xmlns:a16="http://schemas.microsoft.com/office/drawing/2014/main" id="{1A79469E-C759-1682-6497-17E8B6D2A45A}"/>
              </a:ext>
            </a:extLst>
          </p:cNvPr>
          <p:cNvSpPr txBox="1"/>
          <p:nvPr/>
        </p:nvSpPr>
        <p:spPr>
          <a:xfrm>
            <a:off x="6270171" y="1018022"/>
            <a:ext cx="5225996" cy="4524315"/>
          </a:xfrm>
          <a:prstGeom prst="rect">
            <a:avLst/>
          </a:prstGeom>
          <a:noFill/>
        </p:spPr>
        <p:txBody>
          <a:bodyPr wrap="square">
            <a:spAutoFit/>
          </a:bodyPr>
          <a:lstStyle/>
          <a:p>
            <a:pPr marL="285750" indent="-285750">
              <a:buFont typeface="Arial" panose="020B0604020202020204" pitchFamily="34" charset="0"/>
              <a:buChar char="•"/>
            </a:pPr>
            <a:r>
              <a:rPr lang="en-US" sz="3200" dirty="0"/>
              <a:t>Security architectures</a:t>
            </a:r>
          </a:p>
          <a:p>
            <a:pPr marL="285750" indent="-285750">
              <a:buFont typeface="Arial" panose="020B0604020202020204" pitchFamily="34" charset="0"/>
              <a:buChar char="•"/>
            </a:pPr>
            <a:r>
              <a:rPr lang="en-US" sz="3200" dirty="0"/>
              <a:t>Moving target defense, Defense by pretense</a:t>
            </a:r>
          </a:p>
          <a:p>
            <a:pPr marL="285750" indent="-285750">
              <a:buFont typeface="Arial" panose="020B0604020202020204" pitchFamily="34" charset="0"/>
              <a:buChar char="•"/>
            </a:pPr>
            <a:r>
              <a:rPr lang="en-US" sz="3200" dirty="0"/>
              <a:t>Anomaly detection</a:t>
            </a:r>
          </a:p>
          <a:p>
            <a:pPr marL="285750" indent="-285750">
              <a:buFont typeface="Arial" panose="020B0604020202020204" pitchFamily="34" charset="0"/>
              <a:buChar char="•"/>
            </a:pPr>
            <a:r>
              <a:rPr lang="en-US" sz="3200" dirty="0"/>
              <a:t>Threat intelligence collection</a:t>
            </a:r>
          </a:p>
          <a:p>
            <a:pPr marL="285750" indent="-285750">
              <a:buFont typeface="Arial" panose="020B0604020202020204" pitchFamily="34" charset="0"/>
              <a:buChar char="•"/>
            </a:pPr>
            <a:r>
              <a:rPr lang="en-US" sz="3200" dirty="0"/>
              <a:t>Penetration testing</a:t>
            </a:r>
          </a:p>
          <a:p>
            <a:pPr marL="285750" indent="-285750">
              <a:buFont typeface="Arial" panose="020B0604020202020204" pitchFamily="34" charset="0"/>
              <a:buChar char="•"/>
            </a:pPr>
            <a:r>
              <a:rPr lang="en-US" sz="3200" dirty="0"/>
              <a:t>Risk assessment and management</a:t>
            </a:r>
          </a:p>
        </p:txBody>
      </p:sp>
    </p:spTree>
    <p:extLst>
      <p:ext uri="{BB962C8B-B14F-4D97-AF65-F5344CB8AC3E}">
        <p14:creationId xmlns:p14="http://schemas.microsoft.com/office/powerpoint/2010/main" val="2120514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7D310-A34C-135D-D1C0-FC091451D8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628F89-D170-F851-7925-F3F626EDFA59}"/>
              </a:ext>
            </a:extLst>
          </p:cNvPr>
          <p:cNvSpPr>
            <a:spLocks noGrp="1"/>
          </p:cNvSpPr>
          <p:nvPr>
            <p:ph type="sldNum" sz="quarter" idx="12"/>
          </p:nvPr>
        </p:nvSpPr>
        <p:spPr/>
        <p:txBody>
          <a:bodyPr/>
          <a:lstStyle/>
          <a:p>
            <a:fld id="{19A1A663-AB5A-1C46-BB3F-DC91B87E1671}" type="slidenum">
              <a:rPr lang="en-US" smtClean="0"/>
              <a:pPr/>
              <a:t>3</a:t>
            </a:fld>
            <a:endParaRPr lang="en-US" dirty="0"/>
          </a:p>
        </p:txBody>
      </p:sp>
      <p:sp>
        <p:nvSpPr>
          <p:cNvPr id="3" name="Text Placeholder 2">
            <a:extLst>
              <a:ext uri="{FF2B5EF4-FFF2-40B4-BE49-F238E27FC236}">
                <a16:creationId xmlns:a16="http://schemas.microsoft.com/office/drawing/2014/main" id="{80E7B97F-ACBB-9465-E33D-6849967D7415}"/>
              </a:ext>
            </a:extLst>
          </p:cNvPr>
          <p:cNvSpPr>
            <a:spLocks noGrp="1"/>
          </p:cNvSpPr>
          <p:nvPr>
            <p:ph type="body" sz="quarter" idx="10"/>
          </p:nvPr>
        </p:nvSpPr>
        <p:spPr/>
        <p:txBody>
          <a:bodyPr/>
          <a:lstStyle/>
          <a:p>
            <a:r>
              <a:rPr lang="en-US" dirty="0"/>
              <a:t>Module-4: Discussion Topics</a:t>
            </a:r>
          </a:p>
        </p:txBody>
      </p:sp>
      <p:sp>
        <p:nvSpPr>
          <p:cNvPr id="5" name="TextBox 4">
            <a:extLst>
              <a:ext uri="{FF2B5EF4-FFF2-40B4-BE49-F238E27FC236}">
                <a16:creationId xmlns:a16="http://schemas.microsoft.com/office/drawing/2014/main" id="{CDDBB996-6400-DB19-7000-519DADC0F386}"/>
              </a:ext>
            </a:extLst>
          </p:cNvPr>
          <p:cNvSpPr txBox="1"/>
          <p:nvPr/>
        </p:nvSpPr>
        <p:spPr>
          <a:xfrm>
            <a:off x="6270171" y="1018022"/>
            <a:ext cx="5225996" cy="4524315"/>
          </a:xfrm>
          <a:prstGeom prst="rect">
            <a:avLst/>
          </a:prstGeom>
          <a:noFill/>
        </p:spPr>
        <p:txBody>
          <a:bodyPr wrap="square">
            <a:spAutoFit/>
          </a:bodyPr>
          <a:lstStyle/>
          <a:p>
            <a:pPr marL="285750" indent="-285750">
              <a:buFont typeface="Arial" panose="020B0604020202020204" pitchFamily="34" charset="0"/>
              <a:buChar char="•"/>
            </a:pPr>
            <a:r>
              <a:rPr lang="en-US" sz="3200" dirty="0"/>
              <a:t>Security architectures</a:t>
            </a:r>
          </a:p>
          <a:p>
            <a:pPr marL="285750" indent="-285750">
              <a:buFont typeface="Arial" panose="020B0604020202020204" pitchFamily="34" charset="0"/>
              <a:buChar char="•"/>
            </a:pPr>
            <a:r>
              <a:rPr lang="en-US" sz="3200" dirty="0"/>
              <a:t>Moving target defense, Defense by pretense</a:t>
            </a:r>
          </a:p>
          <a:p>
            <a:pPr marL="285750" indent="-285750">
              <a:buFont typeface="Arial" panose="020B0604020202020204" pitchFamily="34" charset="0"/>
              <a:buChar char="•"/>
            </a:pPr>
            <a:r>
              <a:rPr lang="en-US" sz="3200" dirty="0"/>
              <a:t>Anomaly detection</a:t>
            </a:r>
          </a:p>
          <a:p>
            <a:pPr marL="285750" indent="-285750">
              <a:buFont typeface="Arial" panose="020B0604020202020204" pitchFamily="34" charset="0"/>
              <a:buChar char="•"/>
            </a:pPr>
            <a:r>
              <a:rPr lang="en-US" sz="3200" dirty="0"/>
              <a:t>Threat intelligence collection</a:t>
            </a:r>
          </a:p>
          <a:p>
            <a:pPr marL="285750" indent="-285750">
              <a:buFont typeface="Arial" panose="020B0604020202020204" pitchFamily="34" charset="0"/>
              <a:buChar char="•"/>
            </a:pPr>
            <a:r>
              <a:rPr lang="en-US" sz="3200" dirty="0"/>
              <a:t>Penetration testing</a:t>
            </a:r>
          </a:p>
          <a:p>
            <a:pPr marL="285750" indent="-285750">
              <a:buFont typeface="Arial" panose="020B0604020202020204" pitchFamily="34" charset="0"/>
              <a:buChar char="•"/>
            </a:pPr>
            <a:r>
              <a:rPr lang="en-US" sz="3200" dirty="0">
                <a:solidFill>
                  <a:srgbClr val="FF0000"/>
                </a:solidFill>
              </a:rPr>
              <a:t>Risk assessment and management</a:t>
            </a:r>
          </a:p>
        </p:txBody>
      </p:sp>
    </p:spTree>
    <p:extLst>
      <p:ext uri="{BB962C8B-B14F-4D97-AF65-F5344CB8AC3E}">
        <p14:creationId xmlns:p14="http://schemas.microsoft.com/office/powerpoint/2010/main" val="3174220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08FAC347-5B67-5841-9331-0E7BC7E99349}"/>
              </a:ext>
            </a:extLst>
          </p:cNvPr>
          <p:cNvGraphicFramePr/>
          <p:nvPr/>
        </p:nvGraphicFramePr>
        <p:xfrm>
          <a:off x="2304121" y="1473078"/>
          <a:ext cx="7583759" cy="35390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p:txBody>
          <a:bodyPr>
            <a:normAutofit/>
          </a:bodyPr>
          <a:lstStyle/>
          <a:p>
            <a:r>
              <a:rPr lang="en-US" sz="3200" dirty="0"/>
              <a:t>IT Security Management</a:t>
            </a:r>
          </a:p>
        </p:txBody>
      </p:sp>
      <p:sp>
        <p:nvSpPr>
          <p:cNvPr id="3" name="Content Placeholder 2"/>
          <p:cNvSpPr>
            <a:spLocks noGrp="1"/>
          </p:cNvSpPr>
          <p:nvPr>
            <p:ph idx="1"/>
          </p:nvPr>
        </p:nvSpPr>
        <p:spPr>
          <a:xfrm>
            <a:off x="1981200" y="1600200"/>
            <a:ext cx="8229600" cy="4856356"/>
          </a:xfrm>
        </p:spPr>
        <p:txBody>
          <a:bodyPr>
            <a:normAutofit fontScale="92500" lnSpcReduction="20000"/>
          </a:bodyPr>
          <a:lstStyle/>
          <a:p>
            <a:r>
              <a:rPr lang="en-US" dirty="0"/>
              <a:t>Helps in determining a clear view of an organization’s IT security objectives, security/privacy policies and general risk profile</a:t>
            </a:r>
          </a:p>
          <a:p>
            <a:r>
              <a:rPr lang="en-US" dirty="0"/>
              <a:t>Formal </a:t>
            </a:r>
            <a:r>
              <a:rPr lang="en-US" dirty="0">
                <a:solidFill>
                  <a:srgbClr val="C00000"/>
                </a:solidFill>
              </a:rPr>
              <a:t>(iterative)</a:t>
            </a:r>
            <a:r>
              <a:rPr lang="en-US" dirty="0"/>
              <a:t> process of answering questions such as:</a:t>
            </a:r>
          </a:p>
          <a:p>
            <a:endParaRPr lang="en-US" dirty="0"/>
          </a:p>
          <a:p>
            <a:endParaRPr lang="en-US" dirty="0"/>
          </a:p>
          <a:p>
            <a:endParaRPr lang="en-US" dirty="0"/>
          </a:p>
          <a:p>
            <a:endParaRPr lang="en-US" dirty="0"/>
          </a:p>
          <a:p>
            <a:endParaRPr lang="en-US" dirty="0"/>
          </a:p>
          <a:p>
            <a:endParaRPr lang="en-US" dirty="0"/>
          </a:p>
          <a:p>
            <a:r>
              <a:rPr lang="en-US" dirty="0"/>
              <a:t>Ensures that critical assets are sufficiently protected in a cost-effective manner</a:t>
            </a:r>
          </a:p>
          <a:p>
            <a:r>
              <a:rPr lang="en-US" dirty="0">
                <a:solidFill>
                  <a:srgbClr val="C00000"/>
                </a:solidFill>
              </a:rPr>
              <a:t>Security risk assessment </a:t>
            </a:r>
            <a:r>
              <a:rPr lang="en-US" dirty="0"/>
              <a:t>is needed for each asset in the organization that requires protection</a:t>
            </a:r>
          </a:p>
          <a:p>
            <a:r>
              <a:rPr lang="en-US" dirty="0"/>
              <a:t>Provides the information necessary to decide what </a:t>
            </a:r>
            <a:r>
              <a:rPr lang="en-US" dirty="0">
                <a:solidFill>
                  <a:srgbClr val="C00000"/>
                </a:solidFill>
              </a:rPr>
              <a:t>management</a:t>
            </a:r>
            <a:r>
              <a:rPr lang="en-US" dirty="0"/>
              <a:t>, </a:t>
            </a:r>
            <a:r>
              <a:rPr lang="en-US" dirty="0">
                <a:solidFill>
                  <a:srgbClr val="C00000"/>
                </a:solidFill>
              </a:rPr>
              <a:t>operational</a:t>
            </a:r>
            <a:r>
              <a:rPr lang="en-US" dirty="0"/>
              <a:t>, and </a:t>
            </a:r>
            <a:r>
              <a:rPr lang="en-US" dirty="0">
                <a:solidFill>
                  <a:srgbClr val="C00000"/>
                </a:solidFill>
              </a:rPr>
              <a:t>technical controls</a:t>
            </a:r>
            <a:r>
              <a:rPr lang="en-US" dirty="0"/>
              <a:t> are needed to reduce the risks identified</a:t>
            </a:r>
          </a:p>
          <a:p>
            <a:endParaRPr lang="en-US" dirty="0"/>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4</a:t>
            </a:fld>
            <a:endParaRPr lang="en-US" dirty="0">
              <a:solidFill>
                <a:prstClr val="black">
                  <a:tint val="75000"/>
                </a:prstClr>
              </a:solidFill>
            </a:endParaRPr>
          </a:p>
        </p:txBody>
      </p:sp>
    </p:spTree>
    <p:extLst>
      <p:ext uri="{BB962C8B-B14F-4D97-AF65-F5344CB8AC3E}">
        <p14:creationId xmlns:p14="http://schemas.microsoft.com/office/powerpoint/2010/main" val="2498589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IT Security Management [ISO13335] </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5</a:t>
            </a:fld>
            <a:endParaRPr lang="en-US" dirty="0">
              <a:solidFill>
                <a:prstClr val="black">
                  <a:tint val="75000"/>
                </a:prstClr>
              </a:solidFill>
            </a:endParaRPr>
          </a:p>
        </p:txBody>
      </p:sp>
      <p:graphicFrame>
        <p:nvGraphicFramePr>
          <p:cNvPr id="8" name="Content Placeholder 6">
            <a:extLst>
              <a:ext uri="{FF2B5EF4-FFF2-40B4-BE49-F238E27FC236}">
                <a16:creationId xmlns:a16="http://schemas.microsoft.com/office/drawing/2014/main" id="{8BAA5B81-7F55-A147-97B5-05A5B72C7FE5}"/>
              </a:ext>
            </a:extLst>
          </p:cNvPr>
          <p:cNvGraphicFramePr>
            <a:graphicFrameLocks/>
          </p:cNvGraphicFramePr>
          <p:nvPr/>
        </p:nvGraphicFramePr>
        <p:xfrm>
          <a:off x="1655181" y="1346711"/>
          <a:ext cx="8870971" cy="48354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3802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IT Security Management is a Cyclic Process</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6</a:t>
            </a:fld>
            <a:endParaRPr lang="en-US" dirty="0">
              <a:solidFill>
                <a:prstClr val="black">
                  <a:tint val="75000"/>
                </a:prstClr>
              </a:solidFill>
            </a:endParaRPr>
          </a:p>
        </p:txBody>
      </p:sp>
      <p:pic>
        <p:nvPicPr>
          <p:cNvPr id="3" name="Picture 2">
            <a:extLst>
              <a:ext uri="{FF2B5EF4-FFF2-40B4-BE49-F238E27FC236}">
                <a16:creationId xmlns:a16="http://schemas.microsoft.com/office/drawing/2014/main" id="{68436243-BED8-EE4F-8089-68984203C500}"/>
              </a:ext>
            </a:extLst>
          </p:cNvPr>
          <p:cNvPicPr>
            <a:picLocks noChangeAspect="1"/>
          </p:cNvPicPr>
          <p:nvPr/>
        </p:nvPicPr>
        <p:blipFill>
          <a:blip r:embed="rId3"/>
          <a:stretch>
            <a:fillRect/>
          </a:stretch>
        </p:blipFill>
        <p:spPr>
          <a:xfrm>
            <a:off x="1981201" y="1206500"/>
            <a:ext cx="4352215" cy="5376862"/>
          </a:xfrm>
          <a:prstGeom prst="rect">
            <a:avLst/>
          </a:prstGeom>
        </p:spPr>
      </p:pic>
      <p:sp>
        <p:nvSpPr>
          <p:cNvPr id="9" name="Rectangle 8">
            <a:extLst>
              <a:ext uri="{FF2B5EF4-FFF2-40B4-BE49-F238E27FC236}">
                <a16:creationId xmlns:a16="http://schemas.microsoft.com/office/drawing/2014/main" id="{C55E5610-394E-2C4E-9EBE-E49F83455424}"/>
              </a:ext>
            </a:extLst>
          </p:cNvPr>
          <p:cNvSpPr/>
          <p:nvPr/>
        </p:nvSpPr>
        <p:spPr>
          <a:xfrm>
            <a:off x="6696074" y="2828837"/>
            <a:ext cx="3915802" cy="1200329"/>
          </a:xfrm>
          <a:prstGeom prst="rect">
            <a:avLst/>
          </a:prstGeom>
        </p:spPr>
        <p:txBody>
          <a:bodyPr wrap="square">
            <a:spAutoFit/>
          </a:bodyPr>
          <a:lstStyle/>
          <a:p>
            <a:pPr defTabSz="457200"/>
            <a:r>
              <a:rPr lang="en-US" dirty="0">
                <a:solidFill>
                  <a:prstClr val="black"/>
                </a:solidFill>
                <a:latin typeface="Arial" pitchFamily="-109" charset="0"/>
              </a:rPr>
              <a:t>Cyclic process of must be repeated constantly in order to keep pace with the rapid changes in both IT technology and the risk environment</a:t>
            </a:r>
            <a:endParaRPr lang="en-US" dirty="0">
              <a:solidFill>
                <a:prstClr val="black"/>
              </a:solidFill>
              <a:latin typeface="Calibri"/>
            </a:endParaRPr>
          </a:p>
        </p:txBody>
      </p:sp>
    </p:spTree>
    <p:extLst>
      <p:ext uri="{BB962C8B-B14F-4D97-AF65-F5344CB8AC3E}">
        <p14:creationId xmlns:p14="http://schemas.microsoft.com/office/powerpoint/2010/main" val="3770582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Plan – Do – Check - Act Process Model</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7</a:t>
            </a:fld>
            <a:endParaRPr lang="en-US" dirty="0">
              <a:solidFill>
                <a:prstClr val="black">
                  <a:tint val="75000"/>
                </a:prstClr>
              </a:solidFill>
            </a:endParaRPr>
          </a:p>
        </p:txBody>
      </p:sp>
      <p:pic>
        <p:nvPicPr>
          <p:cNvPr id="4" name="Picture 3">
            <a:extLst>
              <a:ext uri="{FF2B5EF4-FFF2-40B4-BE49-F238E27FC236}">
                <a16:creationId xmlns:a16="http://schemas.microsoft.com/office/drawing/2014/main" id="{CB43A7F8-9CD1-284A-B88F-0A1BB1A68EEC}"/>
              </a:ext>
            </a:extLst>
          </p:cNvPr>
          <p:cNvPicPr>
            <a:picLocks noChangeAspect="1"/>
          </p:cNvPicPr>
          <p:nvPr/>
        </p:nvPicPr>
        <p:blipFill>
          <a:blip r:embed="rId3"/>
          <a:stretch>
            <a:fillRect/>
          </a:stretch>
        </p:blipFill>
        <p:spPr>
          <a:xfrm>
            <a:off x="3734130" y="1171644"/>
            <a:ext cx="4523975" cy="2625104"/>
          </a:xfrm>
          <a:prstGeom prst="rect">
            <a:avLst/>
          </a:prstGeom>
        </p:spPr>
      </p:pic>
      <p:sp>
        <p:nvSpPr>
          <p:cNvPr id="7" name="Rectangle 6">
            <a:extLst>
              <a:ext uri="{FF2B5EF4-FFF2-40B4-BE49-F238E27FC236}">
                <a16:creationId xmlns:a16="http://schemas.microsoft.com/office/drawing/2014/main" id="{D67476D4-2A37-9D40-B3EB-3C482DCE3084}"/>
              </a:ext>
            </a:extLst>
          </p:cNvPr>
          <p:cNvSpPr/>
          <p:nvPr/>
        </p:nvSpPr>
        <p:spPr>
          <a:xfrm>
            <a:off x="1981201" y="3721040"/>
            <a:ext cx="8557591" cy="2862322"/>
          </a:xfrm>
          <a:prstGeom prst="rect">
            <a:avLst/>
          </a:prstGeom>
        </p:spPr>
        <p:txBody>
          <a:bodyPr wrap="square">
            <a:spAutoFit/>
          </a:bodyPr>
          <a:lstStyle/>
          <a:p>
            <a:pPr defTabSz="457200"/>
            <a:r>
              <a:rPr lang="en-US" b="1" dirty="0">
                <a:solidFill>
                  <a:prstClr val="black"/>
                </a:solidFill>
                <a:latin typeface="Arial" pitchFamily="-109" charset="0"/>
              </a:rPr>
              <a:t>Plan:  </a:t>
            </a:r>
            <a:r>
              <a:rPr lang="en-US" dirty="0">
                <a:solidFill>
                  <a:prstClr val="black"/>
                </a:solidFill>
                <a:latin typeface="Arial" pitchFamily="-109" charset="0"/>
              </a:rPr>
              <a:t>Establish security policy, objectives, processes and procedures; perform risk assessment; develop risk treatment plan with appropriate selection of controls or acceptance of risk</a:t>
            </a:r>
          </a:p>
          <a:p>
            <a:pPr defTabSz="457200"/>
            <a:endParaRPr lang="en-US" dirty="0">
              <a:solidFill>
                <a:prstClr val="black"/>
              </a:solidFill>
              <a:latin typeface="Arial" pitchFamily="-109" charset="0"/>
            </a:endParaRPr>
          </a:p>
          <a:p>
            <a:pPr defTabSz="457200"/>
            <a:r>
              <a:rPr lang="en-US" b="1" dirty="0">
                <a:solidFill>
                  <a:prstClr val="black"/>
                </a:solidFill>
                <a:latin typeface="Arial" pitchFamily="-109" charset="0"/>
              </a:rPr>
              <a:t>Do:  </a:t>
            </a:r>
            <a:r>
              <a:rPr lang="en-US" dirty="0">
                <a:solidFill>
                  <a:prstClr val="black"/>
                </a:solidFill>
                <a:latin typeface="Arial" pitchFamily="-109" charset="0"/>
              </a:rPr>
              <a:t>Implement the risk treatment plan</a:t>
            </a:r>
          </a:p>
          <a:p>
            <a:pPr defTabSz="457200"/>
            <a:endParaRPr lang="en-US" dirty="0">
              <a:solidFill>
                <a:prstClr val="black"/>
              </a:solidFill>
              <a:latin typeface="Arial" pitchFamily="-109" charset="0"/>
            </a:endParaRPr>
          </a:p>
          <a:p>
            <a:pPr defTabSz="457200"/>
            <a:r>
              <a:rPr lang="en-US" b="1" dirty="0">
                <a:solidFill>
                  <a:prstClr val="black"/>
                </a:solidFill>
                <a:latin typeface="Arial" pitchFamily="-109" charset="0"/>
              </a:rPr>
              <a:t>Check:  </a:t>
            </a:r>
            <a:r>
              <a:rPr lang="en-US" dirty="0">
                <a:solidFill>
                  <a:prstClr val="black"/>
                </a:solidFill>
                <a:latin typeface="Arial" pitchFamily="-109" charset="0"/>
              </a:rPr>
              <a:t>Monitor and maintain the risk treatment plan</a:t>
            </a:r>
          </a:p>
          <a:p>
            <a:pPr defTabSz="457200"/>
            <a:endParaRPr lang="en-US" dirty="0">
              <a:solidFill>
                <a:prstClr val="black"/>
              </a:solidFill>
              <a:latin typeface="Arial" pitchFamily="-109" charset="0"/>
            </a:endParaRPr>
          </a:p>
          <a:p>
            <a:pPr defTabSz="457200"/>
            <a:r>
              <a:rPr lang="en-US" b="1" dirty="0">
                <a:solidFill>
                  <a:prstClr val="black"/>
                </a:solidFill>
                <a:latin typeface="Arial" pitchFamily="-109" charset="0"/>
              </a:rPr>
              <a:t>Act:</a:t>
            </a:r>
            <a:r>
              <a:rPr lang="en-US" dirty="0">
                <a:solidFill>
                  <a:prstClr val="black"/>
                </a:solidFill>
                <a:latin typeface="Arial" pitchFamily="-109" charset="0"/>
              </a:rPr>
              <a:t>  Maintain and improve the information security risk management</a:t>
            </a:r>
          </a:p>
          <a:p>
            <a:pPr defTabSz="457200"/>
            <a:r>
              <a:rPr lang="en-US" dirty="0">
                <a:solidFill>
                  <a:prstClr val="black"/>
                </a:solidFill>
                <a:latin typeface="Arial" pitchFamily="-109" charset="0"/>
              </a:rPr>
              <a:t>process in response to incidents, review, or identified changes</a:t>
            </a:r>
          </a:p>
        </p:txBody>
      </p:sp>
    </p:spTree>
    <p:extLst>
      <p:ext uri="{BB962C8B-B14F-4D97-AF65-F5344CB8AC3E}">
        <p14:creationId xmlns:p14="http://schemas.microsoft.com/office/powerpoint/2010/main" val="3638122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Organizational Context and Security Policy</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8</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EC6926B2-3764-3E41-8B83-DE6A6C988A5F}"/>
              </a:ext>
            </a:extLst>
          </p:cNvPr>
          <p:cNvSpPr>
            <a:spLocks noGrp="1"/>
          </p:cNvSpPr>
          <p:nvPr>
            <p:ph idx="1"/>
          </p:nvPr>
        </p:nvSpPr>
        <p:spPr>
          <a:xfrm>
            <a:off x="1861930" y="1315845"/>
            <a:ext cx="4970050" cy="5267517"/>
          </a:xfrm>
        </p:spPr>
        <p:txBody>
          <a:bodyPr>
            <a:normAutofit fontScale="92500" lnSpcReduction="10000"/>
          </a:bodyPr>
          <a:lstStyle/>
          <a:p>
            <a:r>
              <a:rPr lang="en-US" dirty="0"/>
              <a:t>Maintained and updated regularly</a:t>
            </a:r>
          </a:p>
          <a:p>
            <a:pPr lvl="1"/>
            <a:r>
              <a:rPr lang="en-US" dirty="0"/>
              <a:t>Using periodic security reviews</a:t>
            </a:r>
          </a:p>
          <a:p>
            <a:pPr lvl="1"/>
            <a:r>
              <a:rPr lang="en-US" dirty="0"/>
              <a:t>Reflect changing technical/risk environments</a:t>
            </a:r>
          </a:p>
          <a:p>
            <a:endParaRPr lang="en-US" dirty="0"/>
          </a:p>
          <a:p>
            <a:r>
              <a:rPr lang="en-US" dirty="0"/>
              <a:t>Examine role and importance of IT systems in organization</a:t>
            </a:r>
          </a:p>
          <a:p>
            <a:pPr lvl="1"/>
            <a:r>
              <a:rPr lang="en-US" dirty="0"/>
              <a:t>Which essential decisions depend on the accuracy, currency, integrity, or availability of data managed by the IT systems?</a:t>
            </a:r>
          </a:p>
          <a:p>
            <a:pPr lvl="1"/>
            <a:r>
              <a:rPr lang="en-US" dirty="0"/>
              <a:t>What data created, managed, processed, and stored by the IT systems need protection?</a:t>
            </a:r>
          </a:p>
          <a:p>
            <a:pPr lvl="1"/>
            <a:r>
              <a:rPr lang="en-US" dirty="0"/>
              <a:t>What are the consequences to the organization of a security failure in their IT systems?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graphicFrame>
        <p:nvGraphicFramePr>
          <p:cNvPr id="9" name="Diagram 8">
            <a:extLst>
              <a:ext uri="{FF2B5EF4-FFF2-40B4-BE49-F238E27FC236}">
                <a16:creationId xmlns:a16="http://schemas.microsoft.com/office/drawing/2014/main" id="{AB7DED57-CB12-4F4F-8EF1-CEA8853BBEE9}"/>
              </a:ext>
            </a:extLst>
          </p:cNvPr>
          <p:cNvGraphicFramePr/>
          <p:nvPr/>
        </p:nvGraphicFramePr>
        <p:xfrm>
          <a:off x="6943182" y="1519134"/>
          <a:ext cx="30480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93209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Organizational Security Policy</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9</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EC6926B2-3764-3E41-8B83-DE6A6C988A5F}"/>
              </a:ext>
            </a:extLst>
          </p:cNvPr>
          <p:cNvSpPr>
            <a:spLocks noGrp="1"/>
          </p:cNvSpPr>
          <p:nvPr>
            <p:ph idx="1"/>
          </p:nvPr>
        </p:nvSpPr>
        <p:spPr>
          <a:xfrm>
            <a:off x="1861930" y="1417638"/>
            <a:ext cx="8229600" cy="5165724"/>
          </a:xfrm>
        </p:spPr>
        <p:txBody>
          <a:bodyPr>
            <a:normAutofit/>
          </a:bodyPr>
          <a:lstStyle/>
          <a:p>
            <a:r>
              <a:rPr lang="en-US" b="1" dirty="0"/>
              <a:t>Needs to be addressed:</a:t>
            </a:r>
          </a:p>
          <a:p>
            <a:pPr lvl="1"/>
            <a:r>
              <a:rPr lang="en-US" dirty="0">
                <a:solidFill>
                  <a:srgbClr val="C00000"/>
                </a:solidFill>
              </a:rPr>
              <a:t>Scope and purpose including relation of objectives to business, legal, regulatory requirements</a:t>
            </a:r>
          </a:p>
          <a:p>
            <a:pPr lvl="1"/>
            <a:r>
              <a:rPr lang="en-US" dirty="0"/>
              <a:t>IT security requirements of assets (in terms of CIA triad)</a:t>
            </a:r>
          </a:p>
          <a:p>
            <a:pPr lvl="1"/>
            <a:r>
              <a:rPr lang="en-US" dirty="0"/>
              <a:t>Assignment of responsibilities across the organizational structure</a:t>
            </a:r>
          </a:p>
          <a:p>
            <a:pPr lvl="1"/>
            <a:r>
              <a:rPr lang="en-US" dirty="0">
                <a:solidFill>
                  <a:srgbClr val="C00000"/>
                </a:solidFill>
              </a:rPr>
              <a:t>Risk management approach</a:t>
            </a:r>
          </a:p>
          <a:p>
            <a:pPr lvl="1"/>
            <a:r>
              <a:rPr lang="en-US" dirty="0"/>
              <a:t>Security awareness and training</a:t>
            </a:r>
          </a:p>
          <a:p>
            <a:pPr lvl="1"/>
            <a:r>
              <a:rPr lang="en-US" dirty="0"/>
              <a:t>Integration of security into systems development</a:t>
            </a:r>
          </a:p>
          <a:p>
            <a:pPr lvl="1"/>
            <a:r>
              <a:rPr lang="en-US" dirty="0"/>
              <a:t>Information classification scheme</a:t>
            </a:r>
          </a:p>
          <a:p>
            <a:pPr lvl="1"/>
            <a:r>
              <a:rPr lang="en-US" dirty="0"/>
              <a:t>Contingency and business continuity planning</a:t>
            </a:r>
          </a:p>
          <a:p>
            <a:pPr lvl="1"/>
            <a:r>
              <a:rPr lang="en-US" dirty="0">
                <a:solidFill>
                  <a:srgbClr val="C00000"/>
                </a:solidFill>
              </a:rPr>
              <a:t>Incident detection and handling processes</a:t>
            </a:r>
          </a:p>
          <a:p>
            <a:pPr lvl="1"/>
            <a:r>
              <a:rPr lang="en-US" dirty="0"/>
              <a:t>How and when policy reviewed, and change control to it</a:t>
            </a:r>
          </a:p>
          <a:p>
            <a:pPr lvl="1"/>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91143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Security Risk Assessment</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10</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EC6926B2-3764-3E41-8B83-DE6A6C988A5F}"/>
              </a:ext>
            </a:extLst>
          </p:cNvPr>
          <p:cNvSpPr>
            <a:spLocks noGrp="1"/>
          </p:cNvSpPr>
          <p:nvPr>
            <p:ph idx="1"/>
          </p:nvPr>
        </p:nvSpPr>
        <p:spPr>
          <a:xfrm>
            <a:off x="1861930" y="1417638"/>
            <a:ext cx="8229600" cy="5165724"/>
          </a:xfrm>
        </p:spPr>
        <p:txBody>
          <a:bodyPr>
            <a:normAutofit/>
          </a:bodyPr>
          <a:lstStyle/>
          <a:p>
            <a:r>
              <a:rPr lang="en-US" dirty="0"/>
              <a:t>Critical component of process in IT security management</a:t>
            </a:r>
          </a:p>
          <a:p>
            <a:endParaRPr lang="en-US" dirty="0"/>
          </a:p>
          <a:p>
            <a:r>
              <a:rPr lang="en-US" dirty="0"/>
              <a:t>Ideally examine every organizational asset</a:t>
            </a:r>
          </a:p>
          <a:p>
            <a:pPr lvl="1"/>
            <a:r>
              <a:rPr lang="en-US" dirty="0"/>
              <a:t>Not feasible in practice</a:t>
            </a:r>
          </a:p>
          <a:p>
            <a:pPr lvl="1"/>
            <a:r>
              <a:rPr lang="en-US" dirty="0"/>
              <a:t> The time and effort required, even for large, well-resourced organizations, is clearly neither achievable nor cost effective </a:t>
            </a:r>
          </a:p>
          <a:p>
            <a:endParaRPr lang="en-US" dirty="0"/>
          </a:p>
          <a:p>
            <a:r>
              <a:rPr lang="en-US" dirty="0"/>
              <a:t>Approaches to identifying and mitigating risks to an organization’s IT infrastructure:</a:t>
            </a:r>
          </a:p>
          <a:p>
            <a:pPr lvl="1"/>
            <a:r>
              <a:rPr lang="en-US" dirty="0"/>
              <a:t>Baseline approach</a:t>
            </a:r>
          </a:p>
          <a:p>
            <a:pPr lvl="1"/>
            <a:r>
              <a:rPr lang="en-US" dirty="0"/>
              <a:t>Informal approach</a:t>
            </a:r>
          </a:p>
          <a:p>
            <a:pPr lvl="1"/>
            <a:r>
              <a:rPr lang="en-US" dirty="0"/>
              <a:t>Detailed risk analysis</a:t>
            </a:r>
          </a:p>
          <a:p>
            <a:pPr lvl="1"/>
            <a:r>
              <a:rPr lang="en-US" dirty="0"/>
              <a:t>Combined approach</a:t>
            </a:r>
          </a:p>
          <a:p>
            <a:pPr lvl="1"/>
            <a:endParaRPr lang="en-US" dirty="0"/>
          </a:p>
          <a:p>
            <a:pPr lvl="1"/>
            <a:endParaRPr lang="en-US" dirty="0"/>
          </a:p>
          <a:p>
            <a:pPr lvl="1"/>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756909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Baseline Approach</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11</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EC6926B2-3764-3E41-8B83-DE6A6C988A5F}"/>
              </a:ext>
            </a:extLst>
          </p:cNvPr>
          <p:cNvSpPr>
            <a:spLocks noGrp="1"/>
          </p:cNvSpPr>
          <p:nvPr>
            <p:ph idx="1"/>
          </p:nvPr>
        </p:nvSpPr>
        <p:spPr>
          <a:xfrm>
            <a:off x="1861930" y="1417638"/>
            <a:ext cx="8229600" cy="5165724"/>
          </a:xfrm>
        </p:spPr>
        <p:txBody>
          <a:bodyPr>
            <a:normAutofit/>
          </a:bodyPr>
          <a:lstStyle/>
          <a:p>
            <a:r>
              <a:rPr lang="en-US" dirty="0"/>
              <a:t>Goal is to implement agreed controls to provide protection against the most common threats</a:t>
            </a:r>
          </a:p>
          <a:p>
            <a:endParaRPr lang="en-US" dirty="0"/>
          </a:p>
          <a:p>
            <a:r>
              <a:rPr lang="en-US" dirty="0"/>
              <a:t>Forms a good base for further security measures</a:t>
            </a:r>
          </a:p>
          <a:p>
            <a:endParaRPr lang="en-US" dirty="0"/>
          </a:p>
          <a:p>
            <a:r>
              <a:rPr lang="en-US" dirty="0"/>
              <a:t>Use “industry best practice”</a:t>
            </a:r>
          </a:p>
          <a:p>
            <a:pPr lvl="1"/>
            <a:r>
              <a:rPr lang="en-US" dirty="0"/>
              <a:t>Easy, cheap, can be replicated</a:t>
            </a:r>
          </a:p>
          <a:p>
            <a:pPr lvl="1"/>
            <a:r>
              <a:rPr lang="en-US" dirty="0"/>
              <a:t>Gives no special consideration to variations in risk exposure</a:t>
            </a:r>
          </a:p>
          <a:p>
            <a:pPr lvl="1"/>
            <a:r>
              <a:rPr lang="en-US" dirty="0"/>
              <a:t>May give too much or too little security due to rough baseline</a:t>
            </a:r>
          </a:p>
          <a:p>
            <a:endParaRPr lang="en-US" dirty="0"/>
          </a:p>
          <a:p>
            <a:r>
              <a:rPr lang="en-US" dirty="0"/>
              <a:t>Generally recommended only for small organizations without the resources to implement more structured approaches</a:t>
            </a:r>
          </a:p>
          <a:p>
            <a:endParaRPr lang="en-US" dirty="0"/>
          </a:p>
          <a:p>
            <a:pPr lvl="1"/>
            <a:endParaRPr lang="en-US" dirty="0"/>
          </a:p>
          <a:p>
            <a:pPr lvl="1"/>
            <a:endParaRPr lang="en-US" dirty="0"/>
          </a:p>
          <a:p>
            <a:pPr lvl="1"/>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237119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Informal Approach</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12</a:t>
            </a:fld>
            <a:endParaRPr lang="en-US" dirty="0">
              <a:solidFill>
                <a:prstClr val="black">
                  <a:tint val="75000"/>
                </a:prstClr>
              </a:solidFill>
            </a:endParaRPr>
          </a:p>
        </p:txBody>
      </p:sp>
      <p:graphicFrame>
        <p:nvGraphicFramePr>
          <p:cNvPr id="7" name="Content Placeholder 4">
            <a:extLst>
              <a:ext uri="{FF2B5EF4-FFF2-40B4-BE49-F238E27FC236}">
                <a16:creationId xmlns:a16="http://schemas.microsoft.com/office/drawing/2014/main" id="{8D7B411C-1880-F04C-BE07-9DA6036A17B2}"/>
              </a:ext>
            </a:extLst>
          </p:cNvPr>
          <p:cNvGraphicFramePr>
            <a:graphicFrameLocks noGrp="1"/>
          </p:cNvGraphicFramePr>
          <p:nvPr>
            <p:ph idx="1"/>
          </p:nvPr>
        </p:nvGraphicFramePr>
        <p:xfrm>
          <a:off x="1843329" y="1563756"/>
          <a:ext cx="8458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8959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Detailed Risk Analysis (Formal Process)</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13</a:t>
            </a:fld>
            <a:endParaRPr lang="en-US" dirty="0">
              <a:solidFill>
                <a:prstClr val="black">
                  <a:tint val="75000"/>
                </a:prstClr>
              </a:solidFill>
            </a:endParaRPr>
          </a:p>
        </p:txBody>
      </p:sp>
      <p:graphicFrame>
        <p:nvGraphicFramePr>
          <p:cNvPr id="8" name="Content Placeholder 16">
            <a:extLst>
              <a:ext uri="{FF2B5EF4-FFF2-40B4-BE49-F238E27FC236}">
                <a16:creationId xmlns:a16="http://schemas.microsoft.com/office/drawing/2014/main" id="{94291BBA-C741-2B47-BBEA-7996FD4835C2}"/>
              </a:ext>
            </a:extLst>
          </p:cNvPr>
          <p:cNvGraphicFramePr>
            <a:graphicFrameLocks noGrp="1"/>
          </p:cNvGraphicFramePr>
          <p:nvPr>
            <p:ph idx="1"/>
          </p:nvPr>
        </p:nvGraphicFramePr>
        <p:xfrm>
          <a:off x="1851992" y="1073426"/>
          <a:ext cx="8564489" cy="55959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10337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Combined Approach</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14</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EC6926B2-3764-3E41-8B83-DE6A6C988A5F}"/>
              </a:ext>
            </a:extLst>
          </p:cNvPr>
          <p:cNvSpPr>
            <a:spLocks noGrp="1"/>
          </p:cNvSpPr>
          <p:nvPr>
            <p:ph idx="1"/>
          </p:nvPr>
        </p:nvSpPr>
        <p:spPr>
          <a:xfrm>
            <a:off x="1861930" y="1417638"/>
            <a:ext cx="8229600" cy="5165724"/>
          </a:xfrm>
        </p:spPr>
        <p:txBody>
          <a:bodyPr>
            <a:normAutofit fontScale="92500" lnSpcReduction="20000"/>
          </a:bodyPr>
          <a:lstStyle/>
          <a:p>
            <a:r>
              <a:rPr lang="en-US" dirty="0"/>
              <a:t>Combines elements of the baseline, informal, and detailed risk analysis approaches</a:t>
            </a:r>
          </a:p>
          <a:p>
            <a:pPr lvl="1"/>
            <a:r>
              <a:rPr lang="en-US" dirty="0"/>
              <a:t>Aim is to provide reasonable levels of protection as quickly as possible and adjust the protection controls deployed on key systems over time</a:t>
            </a:r>
          </a:p>
          <a:p>
            <a:endParaRPr lang="en-US" dirty="0"/>
          </a:p>
          <a:p>
            <a:pPr marL="457200" indent="-457200">
              <a:buFont typeface="+mj-lt"/>
              <a:buAutoNum type="arabicPeriod"/>
            </a:pPr>
            <a:r>
              <a:rPr lang="en-US" sz="1900" dirty="0"/>
              <a:t>Approach starts with the implementation of suitable baseline security recommendations on all systems</a:t>
            </a:r>
          </a:p>
          <a:p>
            <a:pPr marL="457200" indent="-457200">
              <a:buFont typeface="+mj-lt"/>
              <a:buAutoNum type="arabicPeriod"/>
            </a:pPr>
            <a:r>
              <a:rPr lang="en-US" sz="1900" dirty="0"/>
              <a:t>Next, systems either exposed to high risk levels or critical to the organization's business objectives are identified in the high-level risk assessment</a:t>
            </a:r>
          </a:p>
          <a:p>
            <a:pPr marL="457200" indent="-457200">
              <a:buFont typeface="+mj-lt"/>
              <a:buAutoNum type="arabicPeriod"/>
            </a:pPr>
            <a:r>
              <a:rPr lang="en-US" sz="1900" dirty="0"/>
              <a:t>A decision can then be made to possibly conduct an immediate informal risk assessment on key systems, with the aim of relatively quickly tailoring controls to more accurately reflect their requirements</a:t>
            </a:r>
          </a:p>
          <a:p>
            <a:pPr marL="457200" indent="-457200">
              <a:buFont typeface="+mj-lt"/>
              <a:buAutoNum type="arabicPeriod"/>
            </a:pPr>
            <a:r>
              <a:rPr lang="en-US" sz="1900" dirty="0"/>
              <a:t>Lastly, an ordered process of performing detailed risk analyses of these systems can be instituted</a:t>
            </a:r>
          </a:p>
          <a:p>
            <a:endParaRPr lang="en-US" dirty="0"/>
          </a:p>
          <a:p>
            <a:r>
              <a:rPr lang="en-US" dirty="0"/>
              <a:t>Over time, this can result in the most appropriate and cost-effective security controls being selected and implemented on these systems</a:t>
            </a:r>
          </a:p>
          <a:p>
            <a:pPr lvl="1"/>
            <a:endParaRPr lang="en-US" dirty="0"/>
          </a:p>
          <a:p>
            <a:pPr lvl="1"/>
            <a:endParaRPr lang="en-US" dirty="0"/>
          </a:p>
          <a:p>
            <a:pPr lvl="1"/>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881822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Detailed Risk Analysis</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15</a:t>
            </a:fld>
            <a:endParaRPr lang="en-US" dirty="0">
              <a:solidFill>
                <a:prstClr val="black">
                  <a:tint val="75000"/>
                </a:prstClr>
              </a:solidFill>
            </a:endParaRPr>
          </a:p>
        </p:txBody>
      </p:sp>
      <p:graphicFrame>
        <p:nvGraphicFramePr>
          <p:cNvPr id="7" name="Content Placeholder 25">
            <a:extLst>
              <a:ext uri="{FF2B5EF4-FFF2-40B4-BE49-F238E27FC236}">
                <a16:creationId xmlns:a16="http://schemas.microsoft.com/office/drawing/2014/main" id="{650CDE19-E9F6-274E-A48B-DA01F8255850}"/>
              </a:ext>
            </a:extLst>
          </p:cNvPr>
          <p:cNvGraphicFramePr>
            <a:graphicFrameLocks noGrp="1"/>
          </p:cNvGraphicFramePr>
          <p:nvPr>
            <p:ph idx="1"/>
          </p:nvPr>
        </p:nvGraphicFramePr>
        <p:xfrm>
          <a:off x="1720931" y="1417639"/>
          <a:ext cx="8750138" cy="47004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40404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Threat Identification</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16</a:t>
            </a:fld>
            <a:endParaRPr lang="en-US" dirty="0">
              <a:solidFill>
                <a:prstClr val="black">
                  <a:tint val="75000"/>
                </a:prstClr>
              </a:solidFill>
            </a:endParaRPr>
          </a:p>
        </p:txBody>
      </p:sp>
      <p:graphicFrame>
        <p:nvGraphicFramePr>
          <p:cNvPr id="9" name="Diagram 8">
            <a:extLst>
              <a:ext uri="{FF2B5EF4-FFF2-40B4-BE49-F238E27FC236}">
                <a16:creationId xmlns:a16="http://schemas.microsoft.com/office/drawing/2014/main" id="{E5A554A5-B02F-B94F-ACF2-F71DFDCC20FA}"/>
              </a:ext>
            </a:extLst>
          </p:cNvPr>
          <p:cNvGraphicFramePr/>
          <p:nvPr/>
        </p:nvGraphicFramePr>
        <p:xfrm>
          <a:off x="1524000" y="1138138"/>
          <a:ext cx="9144000" cy="54452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7098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Risk Treatment Alternatives</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17</a:t>
            </a:fld>
            <a:endParaRPr lang="en-US" dirty="0">
              <a:solidFill>
                <a:prstClr val="black">
                  <a:tint val="75000"/>
                </a:prstClr>
              </a:solidFill>
            </a:endParaRPr>
          </a:p>
        </p:txBody>
      </p:sp>
      <p:graphicFrame>
        <p:nvGraphicFramePr>
          <p:cNvPr id="7" name="Content Placeholder 3">
            <a:extLst>
              <a:ext uri="{FF2B5EF4-FFF2-40B4-BE49-F238E27FC236}">
                <a16:creationId xmlns:a16="http://schemas.microsoft.com/office/drawing/2014/main" id="{1BF9C7ED-3562-B140-BA1C-AAA8AADA9302}"/>
              </a:ext>
            </a:extLst>
          </p:cNvPr>
          <p:cNvGraphicFramePr>
            <a:graphicFrameLocks noGrp="1"/>
          </p:cNvGraphicFramePr>
          <p:nvPr>
            <p:ph idx="1"/>
          </p:nvPr>
        </p:nvGraphicFramePr>
        <p:xfrm>
          <a:off x="1761582" y="1461262"/>
          <a:ext cx="8229600" cy="51221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55C461DC-6023-0A43-A5D3-72AB59D16AC4}"/>
              </a:ext>
            </a:extLst>
          </p:cNvPr>
          <p:cNvSpPr/>
          <p:nvPr/>
        </p:nvSpPr>
        <p:spPr>
          <a:xfrm>
            <a:off x="7289179" y="3562090"/>
            <a:ext cx="2999679" cy="646331"/>
          </a:xfrm>
          <a:prstGeom prst="rect">
            <a:avLst/>
          </a:prstGeom>
        </p:spPr>
        <p:txBody>
          <a:bodyPr wrap="square">
            <a:spAutoFit/>
          </a:bodyPr>
          <a:lstStyle/>
          <a:p>
            <a:pPr defTabSz="457200"/>
            <a:r>
              <a:rPr lang="en-US" sz="1200" dirty="0">
                <a:solidFill>
                  <a:prstClr val="black"/>
                </a:solidFill>
                <a:latin typeface="Arial" pitchFamily="-109" charset="0"/>
              </a:rPr>
              <a:t>E.g., taking out insurance against the risk occurring, by entering into a contract with another organization</a:t>
            </a:r>
            <a:endParaRPr lang="en-US" sz="1200" dirty="0">
              <a:solidFill>
                <a:prstClr val="black"/>
              </a:solidFill>
              <a:latin typeface="Calibri"/>
            </a:endParaRPr>
          </a:p>
        </p:txBody>
      </p:sp>
      <p:sp>
        <p:nvSpPr>
          <p:cNvPr id="8" name="Rectangle 7">
            <a:extLst>
              <a:ext uri="{FF2B5EF4-FFF2-40B4-BE49-F238E27FC236}">
                <a16:creationId xmlns:a16="http://schemas.microsoft.com/office/drawing/2014/main" id="{6ED22F2A-6468-B14A-829E-302578559FC3}"/>
              </a:ext>
            </a:extLst>
          </p:cNvPr>
          <p:cNvSpPr/>
          <p:nvPr/>
        </p:nvSpPr>
        <p:spPr>
          <a:xfrm>
            <a:off x="7289180" y="2743357"/>
            <a:ext cx="2999679" cy="461665"/>
          </a:xfrm>
          <a:prstGeom prst="rect">
            <a:avLst/>
          </a:prstGeom>
        </p:spPr>
        <p:txBody>
          <a:bodyPr wrap="square">
            <a:spAutoFit/>
          </a:bodyPr>
          <a:lstStyle/>
          <a:p>
            <a:pPr defTabSz="457200"/>
            <a:r>
              <a:rPr lang="en-US" sz="1200" dirty="0">
                <a:solidFill>
                  <a:prstClr val="black"/>
                </a:solidFill>
                <a:latin typeface="Arial" pitchFamily="-109" charset="0"/>
              </a:rPr>
              <a:t>The loss of this capability is traded off against the reduced risk profile</a:t>
            </a:r>
          </a:p>
        </p:txBody>
      </p:sp>
      <p:sp>
        <p:nvSpPr>
          <p:cNvPr id="9" name="Rectangle 8">
            <a:extLst>
              <a:ext uri="{FF2B5EF4-FFF2-40B4-BE49-F238E27FC236}">
                <a16:creationId xmlns:a16="http://schemas.microsoft.com/office/drawing/2014/main" id="{9B767F1D-AA19-E545-8A09-AB731786B601}"/>
              </a:ext>
            </a:extLst>
          </p:cNvPr>
          <p:cNvSpPr/>
          <p:nvPr/>
        </p:nvSpPr>
        <p:spPr>
          <a:xfrm>
            <a:off x="8344830" y="4369580"/>
            <a:ext cx="2267047" cy="1200329"/>
          </a:xfrm>
          <a:prstGeom prst="rect">
            <a:avLst/>
          </a:prstGeom>
        </p:spPr>
        <p:txBody>
          <a:bodyPr wrap="square">
            <a:spAutoFit/>
          </a:bodyPr>
          <a:lstStyle/>
          <a:p>
            <a:pPr defTabSz="457200"/>
            <a:r>
              <a:rPr lang="en-US" sz="1200" dirty="0">
                <a:solidFill>
                  <a:prstClr val="black"/>
                </a:solidFill>
                <a:latin typeface="Arial" pitchFamily="-109" charset="0"/>
              </a:rPr>
              <a:t>E.g., implementing an off-site backup process, developing a disaster recovery plan, or arranging for data and processing to be replicated over multiple sites</a:t>
            </a:r>
            <a:endParaRPr lang="en-US" sz="1200" dirty="0">
              <a:solidFill>
                <a:prstClr val="black"/>
              </a:solidFill>
              <a:latin typeface="Calibri"/>
            </a:endParaRPr>
          </a:p>
        </p:txBody>
      </p:sp>
      <p:sp>
        <p:nvSpPr>
          <p:cNvPr id="10" name="Rectangle 9">
            <a:extLst>
              <a:ext uri="{FF2B5EF4-FFF2-40B4-BE49-F238E27FC236}">
                <a16:creationId xmlns:a16="http://schemas.microsoft.com/office/drawing/2014/main" id="{B526A908-8883-DB49-ABBB-F1FB09C0EFE5}"/>
              </a:ext>
            </a:extLst>
          </p:cNvPr>
          <p:cNvSpPr/>
          <p:nvPr/>
        </p:nvSpPr>
        <p:spPr>
          <a:xfrm>
            <a:off x="8400954" y="5731069"/>
            <a:ext cx="2267047" cy="830997"/>
          </a:xfrm>
          <a:prstGeom prst="rect">
            <a:avLst/>
          </a:prstGeom>
        </p:spPr>
        <p:txBody>
          <a:bodyPr wrap="square">
            <a:spAutoFit/>
          </a:bodyPr>
          <a:lstStyle/>
          <a:p>
            <a:pPr defTabSz="457200"/>
            <a:r>
              <a:rPr lang="en-US" sz="1200" dirty="0">
                <a:solidFill>
                  <a:prstClr val="black"/>
                </a:solidFill>
                <a:latin typeface="Arial" pitchFamily="-109" charset="0"/>
              </a:rPr>
              <a:t>E.g., include technical or administrative controls such as deploying firewalls and access tokens, or change policies</a:t>
            </a:r>
            <a:endParaRPr lang="en-US" sz="1200" dirty="0">
              <a:solidFill>
                <a:prstClr val="black"/>
              </a:solidFill>
              <a:latin typeface="Calibri"/>
            </a:endParaRPr>
          </a:p>
        </p:txBody>
      </p:sp>
    </p:spTree>
    <p:extLst>
      <p:ext uri="{BB962C8B-B14F-4D97-AF65-F5344CB8AC3E}">
        <p14:creationId xmlns:p14="http://schemas.microsoft.com/office/powerpoint/2010/main" val="2942784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Analyze Risks</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18</a:t>
            </a:fld>
            <a:endParaRPr lang="en-US" dirty="0">
              <a:solidFill>
                <a:prstClr val="black">
                  <a:tint val="75000"/>
                </a:prstClr>
              </a:solidFill>
            </a:endParaRPr>
          </a:p>
        </p:txBody>
      </p:sp>
      <p:sp>
        <p:nvSpPr>
          <p:cNvPr id="5" name="Content Placeholder 2">
            <a:extLst>
              <a:ext uri="{FF2B5EF4-FFF2-40B4-BE49-F238E27FC236}">
                <a16:creationId xmlns:a16="http://schemas.microsoft.com/office/drawing/2014/main" id="{5A9B3B2F-ED91-BA4C-8F7F-94AC130F5EE6}"/>
              </a:ext>
            </a:extLst>
          </p:cNvPr>
          <p:cNvSpPr>
            <a:spLocks noGrp="1"/>
          </p:cNvSpPr>
          <p:nvPr>
            <p:ph idx="1"/>
          </p:nvPr>
        </p:nvSpPr>
        <p:spPr>
          <a:xfrm>
            <a:off x="1861930" y="1417638"/>
            <a:ext cx="8229600" cy="5165724"/>
          </a:xfrm>
        </p:spPr>
        <p:txBody>
          <a:bodyPr>
            <a:normAutofit/>
          </a:bodyPr>
          <a:lstStyle/>
          <a:p>
            <a:r>
              <a:rPr lang="en-US" dirty="0"/>
              <a:t>Specify likelihood of occurrence of each identified threat to asset given existing controls</a:t>
            </a:r>
          </a:p>
          <a:p>
            <a:endParaRPr lang="en-US" dirty="0"/>
          </a:p>
          <a:p>
            <a:r>
              <a:rPr lang="en-US" dirty="0"/>
              <a:t>Specify consequence should threat occur</a:t>
            </a:r>
          </a:p>
          <a:p>
            <a:endParaRPr lang="en-US" dirty="0"/>
          </a:p>
          <a:p>
            <a:r>
              <a:rPr lang="en-US" dirty="0"/>
              <a:t>Derive overall risk rating for each threat</a:t>
            </a:r>
          </a:p>
          <a:p>
            <a:pPr marL="457200" lvl="1" indent="0">
              <a:buNone/>
            </a:pPr>
            <a:r>
              <a:rPr lang="en-US" i="1" dirty="0">
                <a:latin typeface="Times New Roman" panose="02020603050405020304" pitchFamily="18" charset="0"/>
                <a:cs typeface="Times New Roman" panose="02020603050405020304" pitchFamily="18" charset="0"/>
              </a:rPr>
              <a:t>Risk = probability threat occurs x cost to organization</a:t>
            </a:r>
          </a:p>
          <a:p>
            <a:endParaRPr lang="en-US" dirty="0"/>
          </a:p>
          <a:p>
            <a:r>
              <a:rPr lang="en-US" dirty="0"/>
              <a:t>Hard to determine accurate probabilities and realistic cost          consequences</a:t>
            </a:r>
          </a:p>
          <a:p>
            <a:endParaRPr lang="en-US" dirty="0"/>
          </a:p>
          <a:p>
            <a:r>
              <a:rPr lang="en-US" dirty="0">
                <a:solidFill>
                  <a:srgbClr val="C00000"/>
                </a:solidFill>
              </a:rPr>
              <a:t>Use qualitative and quantitative ratings, heat maps</a:t>
            </a:r>
          </a:p>
          <a:p>
            <a:endParaRPr lang="en-US" dirty="0"/>
          </a:p>
          <a:p>
            <a:endParaRPr lang="en-US" dirty="0"/>
          </a:p>
          <a:p>
            <a:endParaRPr lang="en-US" dirty="0"/>
          </a:p>
          <a:p>
            <a:endParaRPr lang="en-US" dirty="0"/>
          </a:p>
          <a:p>
            <a:endParaRPr lang="en-US" dirty="0"/>
          </a:p>
          <a:p>
            <a:pPr lvl="1"/>
            <a:endParaRPr lang="en-US" dirty="0"/>
          </a:p>
          <a:p>
            <a:pPr lvl="1"/>
            <a:endParaRPr lang="en-US" dirty="0"/>
          </a:p>
          <a:p>
            <a:pPr lvl="1"/>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112369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Risk Likelihood</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19</a:t>
            </a:fld>
            <a:endParaRPr lang="en-US" dirty="0">
              <a:solidFill>
                <a:prstClr val="black">
                  <a:tint val="75000"/>
                </a:prstClr>
              </a:solidFill>
            </a:endParaRPr>
          </a:p>
        </p:txBody>
      </p:sp>
      <p:graphicFrame>
        <p:nvGraphicFramePr>
          <p:cNvPr id="7" name="Object 6">
            <a:extLst>
              <a:ext uri="{FF2B5EF4-FFF2-40B4-BE49-F238E27FC236}">
                <a16:creationId xmlns:a16="http://schemas.microsoft.com/office/drawing/2014/main" id="{BF5FF5D1-6D2D-6244-9657-30001E2B9722}"/>
              </a:ext>
            </a:extLst>
          </p:cNvPr>
          <p:cNvGraphicFramePr>
            <a:graphicFrameLocks noChangeAspect="1"/>
          </p:cNvGraphicFramePr>
          <p:nvPr/>
        </p:nvGraphicFramePr>
        <p:xfrm>
          <a:off x="2069672" y="1417638"/>
          <a:ext cx="7921511" cy="2662554"/>
        </p:xfrm>
        <a:graphic>
          <a:graphicData uri="http://schemas.openxmlformats.org/presentationml/2006/ole">
            <mc:AlternateContent xmlns:mc="http://schemas.openxmlformats.org/markup-compatibility/2006">
              <mc:Choice xmlns:v="urn:schemas-microsoft-com:vml" Requires="v">
                <p:oleObj name="Document" r:id="rId3" imgW="6083076" imgH="2044625" progId="Word.Document.12">
                  <p:embed/>
                </p:oleObj>
              </mc:Choice>
              <mc:Fallback>
                <p:oleObj name="Document" r:id="rId3" imgW="6083076" imgH="2044625" progId="Word.Document.12">
                  <p:embed/>
                  <p:pic>
                    <p:nvPicPr>
                      <p:cNvPr id="7" name="Object 6">
                        <a:extLst>
                          <a:ext uri="{FF2B5EF4-FFF2-40B4-BE49-F238E27FC236}">
                            <a16:creationId xmlns:a16="http://schemas.microsoft.com/office/drawing/2014/main" id="{BF5FF5D1-6D2D-6244-9657-30001E2B97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9672" y="1417638"/>
                        <a:ext cx="7921511" cy="2662554"/>
                      </a:xfrm>
                      <a:prstGeom prst="rect">
                        <a:avLst/>
                      </a:prstGeom>
                      <a:noFill/>
                    </p:spPr>
                  </p:pic>
                </p:oleObj>
              </mc:Fallback>
            </mc:AlternateContent>
          </a:graphicData>
        </a:graphic>
      </p:graphicFrame>
      <p:sp>
        <p:nvSpPr>
          <p:cNvPr id="8" name="Content Placeholder 2">
            <a:extLst>
              <a:ext uri="{FF2B5EF4-FFF2-40B4-BE49-F238E27FC236}">
                <a16:creationId xmlns:a16="http://schemas.microsoft.com/office/drawing/2014/main" id="{D7A56E32-805B-1B41-BBB5-A8410003755D}"/>
              </a:ext>
            </a:extLst>
          </p:cNvPr>
          <p:cNvSpPr>
            <a:spLocks noGrp="1"/>
          </p:cNvSpPr>
          <p:nvPr>
            <p:ph idx="1"/>
          </p:nvPr>
        </p:nvSpPr>
        <p:spPr>
          <a:xfrm>
            <a:off x="1861930" y="4181708"/>
            <a:ext cx="8348870" cy="2401655"/>
          </a:xfrm>
        </p:spPr>
        <p:txBody>
          <a:bodyPr>
            <a:normAutofit fontScale="85000" lnSpcReduction="20000"/>
          </a:bodyPr>
          <a:lstStyle/>
          <a:p>
            <a:r>
              <a:rPr lang="en-US" dirty="0"/>
              <a:t>There will very likely be some uncertainty and debate over exactly which rating is most appropriate</a:t>
            </a:r>
          </a:p>
          <a:p>
            <a:pPr lvl="1"/>
            <a:r>
              <a:rPr lang="en-US" dirty="0"/>
              <a:t>This reflects the qualitative nature of the ratings, ambiguity in their precise meaning, and uncertainty over precisely how likely it is that some threat may eventuate</a:t>
            </a:r>
          </a:p>
          <a:p>
            <a:r>
              <a:rPr lang="en-US" dirty="0"/>
              <a:t>It is important to remember that the goal of this process is to provide guidance to management as to which risks exist, and provide enough information to help management decide how to most appropriately respond</a:t>
            </a:r>
          </a:p>
          <a:p>
            <a:endParaRPr lang="en-US" dirty="0"/>
          </a:p>
          <a:p>
            <a:endParaRPr lang="en-US" dirty="0"/>
          </a:p>
          <a:p>
            <a:endParaRPr lang="en-US" dirty="0"/>
          </a:p>
          <a:p>
            <a:endParaRPr lang="en-US" dirty="0"/>
          </a:p>
          <a:p>
            <a:endParaRPr lang="en-US" dirty="0"/>
          </a:p>
          <a:p>
            <a:endParaRPr lang="en-US" dirty="0"/>
          </a:p>
          <a:p>
            <a:pPr lvl="1"/>
            <a:endParaRPr lang="en-US" dirty="0"/>
          </a:p>
          <a:p>
            <a:pPr lvl="1"/>
            <a:endParaRPr lang="en-US" dirty="0"/>
          </a:p>
          <a:p>
            <a:pPr lvl="1"/>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71832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Risk Consequences</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20</a:t>
            </a:fld>
            <a:endParaRPr lang="en-US" dirty="0">
              <a:solidFill>
                <a:prstClr val="black">
                  <a:tint val="75000"/>
                </a:prstClr>
              </a:solidFill>
            </a:endParaRPr>
          </a:p>
        </p:txBody>
      </p:sp>
      <p:graphicFrame>
        <p:nvGraphicFramePr>
          <p:cNvPr id="5" name="Object 4">
            <a:extLst>
              <a:ext uri="{FF2B5EF4-FFF2-40B4-BE49-F238E27FC236}">
                <a16:creationId xmlns:a16="http://schemas.microsoft.com/office/drawing/2014/main" id="{794E1B1F-32FE-6B42-9366-8DD0E833F91C}"/>
              </a:ext>
            </a:extLst>
          </p:cNvPr>
          <p:cNvGraphicFramePr>
            <a:graphicFrameLocks noChangeAspect="1"/>
          </p:cNvGraphicFramePr>
          <p:nvPr/>
        </p:nvGraphicFramePr>
        <p:xfrm>
          <a:off x="3602066" y="1174101"/>
          <a:ext cx="5187438" cy="5653116"/>
        </p:xfrm>
        <a:graphic>
          <a:graphicData uri="http://schemas.openxmlformats.org/presentationml/2006/ole">
            <mc:AlternateContent xmlns:mc="http://schemas.openxmlformats.org/markup-compatibility/2006">
              <mc:Choice xmlns:v="urn:schemas-microsoft-com:vml" Requires="v">
                <p:oleObj name="Document" r:id="rId3" imgW="6083076" imgH="6629156" progId="Word.Document.12">
                  <p:embed/>
                </p:oleObj>
              </mc:Choice>
              <mc:Fallback>
                <p:oleObj name="Document" r:id="rId3" imgW="6083076" imgH="6629156" progId="Word.Document.12">
                  <p:embed/>
                  <p:pic>
                    <p:nvPicPr>
                      <p:cNvPr id="5" name="Object 4">
                        <a:extLst>
                          <a:ext uri="{FF2B5EF4-FFF2-40B4-BE49-F238E27FC236}">
                            <a16:creationId xmlns:a16="http://schemas.microsoft.com/office/drawing/2014/main" id="{794E1B1F-32FE-6B42-9366-8DD0E833F9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2066" y="1174101"/>
                        <a:ext cx="5187438" cy="5653116"/>
                      </a:xfrm>
                      <a:prstGeom prst="rect">
                        <a:avLst/>
                      </a:prstGeom>
                      <a:noFill/>
                    </p:spPr>
                  </p:pic>
                </p:oleObj>
              </mc:Fallback>
            </mc:AlternateContent>
          </a:graphicData>
        </a:graphic>
      </p:graphicFrame>
    </p:spTree>
    <p:extLst>
      <p:ext uri="{BB962C8B-B14F-4D97-AF65-F5344CB8AC3E}">
        <p14:creationId xmlns:p14="http://schemas.microsoft.com/office/powerpoint/2010/main" val="1811300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Risk Level Determination</a:t>
            </a:r>
          </a:p>
        </p:txBody>
      </p:sp>
      <p:sp>
        <p:nvSpPr>
          <p:cNvPr id="6" name="Slide Number Placeholder 5"/>
          <p:cNvSpPr>
            <a:spLocks noGrp="1"/>
          </p:cNvSpPr>
          <p:nvPr>
            <p:ph type="sldNum" sz="quarter" idx="4"/>
          </p:nvPr>
        </p:nvSpPr>
        <p:spPr>
          <a:xfrm>
            <a:off x="9991182" y="6583679"/>
            <a:ext cx="620694"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pPr defTabSz="457200"/>
            <a:fld id="{2A0DFCB6-F3ED-DC4B-9103-56EDD9D71AD8}" type="slidenum">
              <a:rPr lang="en-US">
                <a:solidFill>
                  <a:prstClr val="black">
                    <a:tint val="75000"/>
                  </a:prstClr>
                </a:solidFill>
              </a:rPr>
              <a:pPr defTabSz="457200"/>
              <a:t>21</a:t>
            </a:fld>
            <a:endParaRPr lang="en-US" dirty="0">
              <a:solidFill>
                <a:prstClr val="black">
                  <a:tint val="75000"/>
                </a:prstClr>
              </a:solidFill>
            </a:endParaRPr>
          </a:p>
        </p:txBody>
      </p:sp>
      <p:graphicFrame>
        <p:nvGraphicFramePr>
          <p:cNvPr id="7" name="Object 6">
            <a:extLst>
              <a:ext uri="{FF2B5EF4-FFF2-40B4-BE49-F238E27FC236}">
                <a16:creationId xmlns:a16="http://schemas.microsoft.com/office/drawing/2014/main" id="{76F0F994-1517-3446-BDEB-01963EB074F1}"/>
              </a:ext>
            </a:extLst>
          </p:cNvPr>
          <p:cNvGraphicFramePr>
            <a:graphicFrameLocks noChangeAspect="1"/>
          </p:cNvGraphicFramePr>
          <p:nvPr/>
        </p:nvGraphicFramePr>
        <p:xfrm>
          <a:off x="2063553" y="1443001"/>
          <a:ext cx="7649709" cy="4967739"/>
        </p:xfrm>
        <a:graphic>
          <a:graphicData uri="http://schemas.openxmlformats.org/presentationml/2006/ole">
            <mc:AlternateContent xmlns:mc="http://schemas.openxmlformats.org/markup-compatibility/2006">
              <mc:Choice xmlns:v="urn:schemas-microsoft-com:vml" Requires="v">
                <p:oleObj name="Document" r:id="rId3" imgW="6375165" imgH="4140048" progId="Word.Document.12">
                  <p:embed/>
                </p:oleObj>
              </mc:Choice>
              <mc:Fallback>
                <p:oleObj name="Document" r:id="rId3" imgW="6375165" imgH="4140048" progId="Word.Document.12">
                  <p:embed/>
                  <p:pic>
                    <p:nvPicPr>
                      <p:cNvPr id="7" name="Object 6">
                        <a:extLst>
                          <a:ext uri="{FF2B5EF4-FFF2-40B4-BE49-F238E27FC236}">
                            <a16:creationId xmlns:a16="http://schemas.microsoft.com/office/drawing/2014/main" id="{76F0F994-1517-3446-BDEB-01963EB074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553" y="1443001"/>
                        <a:ext cx="7649709" cy="4967739"/>
                      </a:xfrm>
                      <a:prstGeom prst="rect">
                        <a:avLst/>
                      </a:prstGeom>
                      <a:noFill/>
                    </p:spPr>
                  </p:pic>
                </p:oleObj>
              </mc:Fallback>
            </mc:AlternateContent>
          </a:graphicData>
        </a:graphic>
      </p:graphicFrame>
      <p:sp>
        <p:nvSpPr>
          <p:cNvPr id="4" name="TextBox 3">
            <a:extLst>
              <a:ext uri="{FF2B5EF4-FFF2-40B4-BE49-F238E27FC236}">
                <a16:creationId xmlns:a16="http://schemas.microsoft.com/office/drawing/2014/main" id="{0F475D24-32D4-78E0-22F8-76706F9E0D43}"/>
              </a:ext>
            </a:extLst>
          </p:cNvPr>
          <p:cNvSpPr txBox="1"/>
          <p:nvPr/>
        </p:nvSpPr>
        <p:spPr>
          <a:xfrm>
            <a:off x="2984588" y="6352143"/>
            <a:ext cx="6097064" cy="369332"/>
          </a:xfrm>
          <a:prstGeom prst="rect">
            <a:avLst/>
          </a:prstGeom>
          <a:noFill/>
        </p:spPr>
        <p:txBody>
          <a:bodyPr wrap="square">
            <a:spAutoFit/>
          </a:bodyPr>
          <a:lstStyle/>
          <a:p>
            <a:r>
              <a:rPr lang="en-US" dirty="0">
                <a:hlinkClick r:id="rId5"/>
              </a:rPr>
              <a:t>***https://www.ready.gov/business/planning/risk-assessment</a:t>
            </a:r>
            <a:endParaRPr lang="en-US" dirty="0"/>
          </a:p>
        </p:txBody>
      </p:sp>
    </p:spTree>
    <p:extLst>
      <p:ext uri="{BB962C8B-B14F-4D97-AF65-F5344CB8AC3E}">
        <p14:creationId xmlns:p14="http://schemas.microsoft.com/office/powerpoint/2010/main" val="2930985125"/>
      </p:ext>
    </p:extLst>
  </p:cSld>
  <p:clrMapOvr>
    <a:masterClrMapping/>
  </p:clrMapOvr>
</p:sld>
</file>

<file path=ppt/theme/theme1.xml><?xml version="1.0" encoding="utf-8"?>
<a:theme xmlns:a="http://schemas.openxmlformats.org/drawingml/2006/main" name="Office Theme">
  <a:themeElements>
    <a:clrScheme name="FGCU BLU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3353</TotalTime>
  <Words>6235</Words>
  <Application>Microsoft Office PowerPoint</Application>
  <PresentationFormat>Widescreen</PresentationFormat>
  <Paragraphs>721</Paragraphs>
  <Slides>21</Slides>
  <Notes>18</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28" baseType="lpstr">
      <vt:lpstr>Arial</vt:lpstr>
      <vt:lpstr>Calibri</vt:lpstr>
      <vt:lpstr>Times</vt:lpstr>
      <vt:lpstr>Times New Roman</vt:lpstr>
      <vt:lpstr>Office Theme</vt:lpstr>
      <vt:lpstr>1_Office Theme</vt:lpstr>
      <vt:lpstr>Document</vt:lpstr>
      <vt:lpstr>PowerPoint Presentation</vt:lpstr>
      <vt:lpstr>PowerPoint Presentation</vt:lpstr>
      <vt:lpstr>PowerPoint Presentation</vt:lpstr>
      <vt:lpstr>IT Security Management</vt:lpstr>
      <vt:lpstr>IT Security Management [ISO13335] </vt:lpstr>
      <vt:lpstr>IT Security Management is a Cyclic Process</vt:lpstr>
      <vt:lpstr>Plan – Do – Check - Act Process Model</vt:lpstr>
      <vt:lpstr>Organizational Context and Security Policy</vt:lpstr>
      <vt:lpstr>Organizational Security Policy</vt:lpstr>
      <vt:lpstr>Security Risk Assessment</vt:lpstr>
      <vt:lpstr>Baseline Approach</vt:lpstr>
      <vt:lpstr>Informal Approach</vt:lpstr>
      <vt:lpstr>Detailed Risk Analysis (Formal Process)</vt:lpstr>
      <vt:lpstr>Combined Approach</vt:lpstr>
      <vt:lpstr>Detailed Risk Analysis</vt:lpstr>
      <vt:lpstr>Threat Identification</vt:lpstr>
      <vt:lpstr>Risk Treatment Alternatives</vt:lpstr>
      <vt:lpstr>Analyze Risks</vt:lpstr>
      <vt:lpstr>Risk Likelihood</vt:lpstr>
      <vt:lpstr>Risk Consequences</vt:lpstr>
      <vt:lpstr>Risk Level Determination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Patterson, Maria</dc:creator>
  <cp:lastModifiedBy>Qu, Chengyi</cp:lastModifiedBy>
  <cp:revision>33</cp:revision>
  <dcterms:created xsi:type="dcterms:W3CDTF">2022-11-16T16:52:58Z</dcterms:created>
  <dcterms:modified xsi:type="dcterms:W3CDTF">2025-04-02T19:36:05Z</dcterms:modified>
</cp:coreProperties>
</file>
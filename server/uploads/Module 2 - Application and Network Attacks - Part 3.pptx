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83" r:id="rId2"/>
  </p:sldMasterIdLst>
  <p:notesMasterIdLst>
    <p:notesMasterId r:id="rId32"/>
  </p:notesMasterIdLst>
  <p:handoutMasterIdLst>
    <p:handoutMasterId r:id="rId33"/>
  </p:handoutMasterIdLst>
  <p:sldIdLst>
    <p:sldId id="258" r:id="rId3"/>
    <p:sldId id="1274" r:id="rId4"/>
    <p:sldId id="1265" r:id="rId5"/>
    <p:sldId id="309" r:id="rId6"/>
    <p:sldId id="1264" r:id="rId7"/>
    <p:sldId id="1267" r:id="rId8"/>
    <p:sldId id="1268" r:id="rId9"/>
    <p:sldId id="310" r:id="rId10"/>
    <p:sldId id="312" r:id="rId11"/>
    <p:sldId id="311" r:id="rId12"/>
    <p:sldId id="313" r:id="rId13"/>
    <p:sldId id="315" r:id="rId14"/>
    <p:sldId id="317" r:id="rId15"/>
    <p:sldId id="318" r:id="rId16"/>
    <p:sldId id="1269" r:id="rId17"/>
    <p:sldId id="319" r:id="rId18"/>
    <p:sldId id="1271" r:id="rId19"/>
    <p:sldId id="1270" r:id="rId20"/>
    <p:sldId id="321" r:id="rId21"/>
    <p:sldId id="322" r:id="rId22"/>
    <p:sldId id="324" r:id="rId23"/>
    <p:sldId id="323" r:id="rId24"/>
    <p:sldId id="325" r:id="rId25"/>
    <p:sldId id="326" r:id="rId26"/>
    <p:sldId id="360" r:id="rId27"/>
    <p:sldId id="361" r:id="rId28"/>
    <p:sldId id="362" r:id="rId29"/>
    <p:sldId id="1272" r:id="rId30"/>
    <p:sldId id="1273"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528"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199"/>
    <a:srgbClr val="767171"/>
    <a:srgbClr val="0099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DD802A8-2E35-41C2-A719-D3E6BEFBDFEE}" v="1" dt="2025-02-03T20:56:26.1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222"/>
    <p:restoredTop sz="94694"/>
  </p:normalViewPr>
  <p:slideViewPr>
    <p:cSldViewPr snapToGrid="0" showGuides="1">
      <p:cViewPr varScale="1">
        <p:scale>
          <a:sx n="106" d="100"/>
          <a:sy n="106" d="100"/>
        </p:scale>
        <p:origin x="1122" y="96"/>
      </p:cViewPr>
      <p:guideLst>
        <p:guide orient="horz" pos="3528"/>
        <p:guide pos="3840"/>
      </p:guideLst>
    </p:cSldViewPr>
  </p:slideViewPr>
  <p:notesTextViewPr>
    <p:cViewPr>
      <p:scale>
        <a:sx n="1" d="1"/>
        <a:sy n="1" d="1"/>
      </p:scale>
      <p:origin x="0" y="0"/>
    </p:cViewPr>
  </p:notesTextViewPr>
  <p:notesViewPr>
    <p:cSldViewPr snapToGrid="0" showGuides="1">
      <p:cViewPr varScale="1">
        <p:scale>
          <a:sx n="99" d="100"/>
          <a:sy n="99" d="100"/>
        </p:scale>
        <p:origin x="4272"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microsoft.com/office/2015/10/relationships/revisionInfo" Target="revisionInfo.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Qu, Chengyi" userId="9f02c3db-5b00-4063-9ad4-7cdd84fdd2bb" providerId="ADAL" clId="{2AD67459-F6B2-4EB7-BD08-89A77A9534CE}"/>
    <pc:docChg chg="undo custSel addSld delSld modSld">
      <pc:chgData name="Qu, Chengyi" userId="9f02c3db-5b00-4063-9ad4-7cdd84fdd2bb" providerId="ADAL" clId="{2AD67459-F6B2-4EB7-BD08-89A77A9534CE}" dt="2024-01-30T21:52:58.093" v="198" actId="20577"/>
      <pc:docMkLst>
        <pc:docMk/>
      </pc:docMkLst>
      <pc:sldChg chg="modSp mod">
        <pc:chgData name="Qu, Chengyi" userId="9f02c3db-5b00-4063-9ad4-7cdd84fdd2bb" providerId="ADAL" clId="{2AD67459-F6B2-4EB7-BD08-89A77A9534CE}" dt="2024-01-30T21:52:17.455" v="179" actId="20577"/>
        <pc:sldMkLst>
          <pc:docMk/>
          <pc:sldMk cId="0" sldId="256"/>
        </pc:sldMkLst>
      </pc:sldChg>
      <pc:sldChg chg="del">
        <pc:chgData name="Qu, Chengyi" userId="9f02c3db-5b00-4063-9ad4-7cdd84fdd2bb" providerId="ADAL" clId="{2AD67459-F6B2-4EB7-BD08-89A77A9534CE}" dt="2024-01-30T20:07:42.571" v="0" actId="47"/>
        <pc:sldMkLst>
          <pc:docMk/>
          <pc:sldMk cId="4285260508" sldId="272"/>
        </pc:sldMkLst>
      </pc:sldChg>
      <pc:sldChg chg="del">
        <pc:chgData name="Qu, Chengyi" userId="9f02c3db-5b00-4063-9ad4-7cdd84fdd2bb" providerId="ADAL" clId="{2AD67459-F6B2-4EB7-BD08-89A77A9534CE}" dt="2024-01-30T20:07:42.571" v="0" actId="47"/>
        <pc:sldMkLst>
          <pc:docMk/>
          <pc:sldMk cId="1026168530" sldId="274"/>
        </pc:sldMkLst>
      </pc:sldChg>
      <pc:sldChg chg="del">
        <pc:chgData name="Qu, Chengyi" userId="9f02c3db-5b00-4063-9ad4-7cdd84fdd2bb" providerId="ADAL" clId="{2AD67459-F6B2-4EB7-BD08-89A77A9534CE}" dt="2024-01-30T20:07:42.571" v="0" actId="47"/>
        <pc:sldMkLst>
          <pc:docMk/>
          <pc:sldMk cId="1305972062" sldId="275"/>
        </pc:sldMkLst>
      </pc:sldChg>
      <pc:sldChg chg="del">
        <pc:chgData name="Qu, Chengyi" userId="9f02c3db-5b00-4063-9ad4-7cdd84fdd2bb" providerId="ADAL" clId="{2AD67459-F6B2-4EB7-BD08-89A77A9534CE}" dt="2024-01-30T20:07:42.571" v="0" actId="47"/>
        <pc:sldMkLst>
          <pc:docMk/>
          <pc:sldMk cId="2242056526" sldId="276"/>
        </pc:sldMkLst>
      </pc:sldChg>
      <pc:sldChg chg="del">
        <pc:chgData name="Qu, Chengyi" userId="9f02c3db-5b00-4063-9ad4-7cdd84fdd2bb" providerId="ADAL" clId="{2AD67459-F6B2-4EB7-BD08-89A77A9534CE}" dt="2024-01-30T20:07:42.571" v="0" actId="47"/>
        <pc:sldMkLst>
          <pc:docMk/>
          <pc:sldMk cId="1552594960" sldId="279"/>
        </pc:sldMkLst>
      </pc:sldChg>
      <pc:sldChg chg="del">
        <pc:chgData name="Qu, Chengyi" userId="9f02c3db-5b00-4063-9ad4-7cdd84fdd2bb" providerId="ADAL" clId="{2AD67459-F6B2-4EB7-BD08-89A77A9534CE}" dt="2024-01-30T20:07:42.571" v="0" actId="47"/>
        <pc:sldMkLst>
          <pc:docMk/>
          <pc:sldMk cId="1989998856" sldId="280"/>
        </pc:sldMkLst>
      </pc:sldChg>
      <pc:sldChg chg="del">
        <pc:chgData name="Qu, Chengyi" userId="9f02c3db-5b00-4063-9ad4-7cdd84fdd2bb" providerId="ADAL" clId="{2AD67459-F6B2-4EB7-BD08-89A77A9534CE}" dt="2024-01-30T20:07:42.571" v="0" actId="47"/>
        <pc:sldMkLst>
          <pc:docMk/>
          <pc:sldMk cId="2246992091" sldId="281"/>
        </pc:sldMkLst>
      </pc:sldChg>
      <pc:sldChg chg="del">
        <pc:chgData name="Qu, Chengyi" userId="9f02c3db-5b00-4063-9ad4-7cdd84fdd2bb" providerId="ADAL" clId="{2AD67459-F6B2-4EB7-BD08-89A77A9534CE}" dt="2024-01-30T20:07:42.571" v="0" actId="47"/>
        <pc:sldMkLst>
          <pc:docMk/>
          <pc:sldMk cId="2387288212" sldId="305"/>
        </pc:sldMkLst>
      </pc:sldChg>
      <pc:sldChg chg="del">
        <pc:chgData name="Qu, Chengyi" userId="9f02c3db-5b00-4063-9ad4-7cdd84fdd2bb" providerId="ADAL" clId="{2AD67459-F6B2-4EB7-BD08-89A77A9534CE}" dt="2024-01-30T20:07:42.571" v="0" actId="47"/>
        <pc:sldMkLst>
          <pc:docMk/>
          <pc:sldMk cId="3887296429" sldId="306"/>
        </pc:sldMkLst>
      </pc:sldChg>
      <pc:sldChg chg="add">
        <pc:chgData name="Qu, Chengyi" userId="9f02c3db-5b00-4063-9ad4-7cdd84fdd2bb" providerId="ADAL" clId="{2AD67459-F6B2-4EB7-BD08-89A77A9534CE}" dt="2024-01-30T20:10:32.734" v="1"/>
        <pc:sldMkLst>
          <pc:docMk/>
          <pc:sldMk cId="4266121674" sldId="310"/>
        </pc:sldMkLst>
      </pc:sldChg>
      <pc:sldChg chg="modSp add mod">
        <pc:chgData name="Qu, Chengyi" userId="9f02c3db-5b00-4063-9ad4-7cdd84fdd2bb" providerId="ADAL" clId="{2AD67459-F6B2-4EB7-BD08-89A77A9534CE}" dt="2024-01-30T20:10:32.921" v="3" actId="27636"/>
        <pc:sldMkLst>
          <pc:docMk/>
          <pc:sldMk cId="397340874" sldId="311"/>
        </pc:sldMkLst>
      </pc:sldChg>
      <pc:sldChg chg="modSp add mod">
        <pc:chgData name="Qu, Chengyi" userId="9f02c3db-5b00-4063-9ad4-7cdd84fdd2bb" providerId="ADAL" clId="{2AD67459-F6B2-4EB7-BD08-89A77A9534CE}" dt="2024-01-30T20:10:32.896" v="2" actId="27636"/>
        <pc:sldMkLst>
          <pc:docMk/>
          <pc:sldMk cId="1891869304" sldId="312"/>
        </pc:sldMkLst>
      </pc:sldChg>
      <pc:sldChg chg="modSp add mod">
        <pc:chgData name="Qu, Chengyi" userId="9f02c3db-5b00-4063-9ad4-7cdd84fdd2bb" providerId="ADAL" clId="{2AD67459-F6B2-4EB7-BD08-89A77A9534CE}" dt="2024-01-30T20:17:11.845" v="12" actId="1076"/>
        <pc:sldMkLst>
          <pc:docMk/>
          <pc:sldMk cId="2140572250" sldId="313"/>
        </pc:sldMkLst>
      </pc:sldChg>
      <pc:sldChg chg="modSp add del mod">
        <pc:chgData name="Qu, Chengyi" userId="9f02c3db-5b00-4063-9ad4-7cdd84fdd2bb" providerId="ADAL" clId="{2AD67459-F6B2-4EB7-BD08-89A77A9534CE}" dt="2024-01-30T20:17:18.068" v="13" actId="47"/>
        <pc:sldMkLst>
          <pc:docMk/>
          <pc:sldMk cId="4049178258" sldId="314"/>
        </pc:sldMkLst>
      </pc:sldChg>
      <pc:sldChg chg="modSp add mod">
        <pc:chgData name="Qu, Chengyi" userId="9f02c3db-5b00-4063-9ad4-7cdd84fdd2bb" providerId="ADAL" clId="{2AD67459-F6B2-4EB7-BD08-89A77A9534CE}" dt="2024-01-30T20:12:43.317" v="8" actId="27636"/>
        <pc:sldMkLst>
          <pc:docMk/>
          <pc:sldMk cId="2771919027" sldId="315"/>
        </pc:sldMkLst>
      </pc:sldChg>
      <pc:sldChg chg="add del">
        <pc:chgData name="Qu, Chengyi" userId="9f02c3db-5b00-4063-9ad4-7cdd84fdd2bb" providerId="ADAL" clId="{2AD67459-F6B2-4EB7-BD08-89A77A9534CE}" dt="2024-01-30T20:17:20.382" v="14" actId="47"/>
        <pc:sldMkLst>
          <pc:docMk/>
          <pc:sldMk cId="4017082117" sldId="316"/>
        </pc:sldMkLst>
      </pc:sldChg>
      <pc:sldChg chg="modSp add mod modClrScheme chgLayout">
        <pc:chgData name="Qu, Chengyi" userId="9f02c3db-5b00-4063-9ad4-7cdd84fdd2bb" providerId="ADAL" clId="{2AD67459-F6B2-4EB7-BD08-89A77A9534CE}" dt="2024-01-30T20:17:54.972" v="22" actId="1076"/>
        <pc:sldMkLst>
          <pc:docMk/>
          <pc:sldMk cId="2610447627" sldId="317"/>
        </pc:sldMkLst>
      </pc:sldChg>
      <pc:sldChg chg="modSp add mod">
        <pc:chgData name="Qu, Chengyi" userId="9f02c3db-5b00-4063-9ad4-7cdd84fdd2bb" providerId="ADAL" clId="{2AD67459-F6B2-4EB7-BD08-89A77A9534CE}" dt="2024-01-30T20:24:01.196" v="24" actId="403"/>
        <pc:sldMkLst>
          <pc:docMk/>
          <pc:sldMk cId="1554699303" sldId="318"/>
        </pc:sldMkLst>
      </pc:sldChg>
      <pc:sldChg chg="modSp add mod">
        <pc:chgData name="Qu, Chengyi" userId="9f02c3db-5b00-4063-9ad4-7cdd84fdd2bb" providerId="ADAL" clId="{2AD67459-F6B2-4EB7-BD08-89A77A9534CE}" dt="2024-01-30T20:12:43.356" v="11" actId="27636"/>
        <pc:sldMkLst>
          <pc:docMk/>
          <pc:sldMk cId="4261292706" sldId="319"/>
        </pc:sldMkLst>
      </pc:sldChg>
      <pc:sldChg chg="modSp add mod">
        <pc:chgData name="Qu, Chengyi" userId="9f02c3db-5b00-4063-9ad4-7cdd84fdd2bb" providerId="ADAL" clId="{2AD67459-F6B2-4EB7-BD08-89A77A9534CE}" dt="2024-01-30T21:07:46.277" v="121" actId="113"/>
        <pc:sldMkLst>
          <pc:docMk/>
          <pc:sldMk cId="4160575002" sldId="321"/>
        </pc:sldMkLst>
      </pc:sldChg>
      <pc:sldChg chg="modSp add mod">
        <pc:chgData name="Qu, Chengyi" userId="9f02c3db-5b00-4063-9ad4-7cdd84fdd2bb" providerId="ADAL" clId="{2AD67459-F6B2-4EB7-BD08-89A77A9534CE}" dt="2024-01-30T21:47:14.427" v="126" actId="113"/>
        <pc:sldMkLst>
          <pc:docMk/>
          <pc:sldMk cId="2042401734" sldId="322"/>
        </pc:sldMkLst>
      </pc:sldChg>
      <pc:sldChg chg="modSp add mod">
        <pc:chgData name="Qu, Chengyi" userId="9f02c3db-5b00-4063-9ad4-7cdd84fdd2bb" providerId="ADAL" clId="{2AD67459-F6B2-4EB7-BD08-89A77A9534CE}" dt="2024-01-30T21:47:22.124" v="132" actId="113"/>
        <pc:sldMkLst>
          <pc:docMk/>
          <pc:sldMk cId="29790647" sldId="323"/>
        </pc:sldMkLst>
      </pc:sldChg>
      <pc:sldChg chg="modSp add mod">
        <pc:chgData name="Qu, Chengyi" userId="9f02c3db-5b00-4063-9ad4-7cdd84fdd2bb" providerId="ADAL" clId="{2AD67459-F6B2-4EB7-BD08-89A77A9534CE}" dt="2024-01-30T21:47:18.372" v="129" actId="113"/>
        <pc:sldMkLst>
          <pc:docMk/>
          <pc:sldMk cId="3123380444" sldId="324"/>
        </pc:sldMkLst>
      </pc:sldChg>
      <pc:sldChg chg="modSp add mod">
        <pc:chgData name="Qu, Chengyi" userId="9f02c3db-5b00-4063-9ad4-7cdd84fdd2bb" providerId="ADAL" clId="{2AD67459-F6B2-4EB7-BD08-89A77A9534CE}" dt="2024-01-30T21:47:27.153" v="135" actId="113"/>
        <pc:sldMkLst>
          <pc:docMk/>
          <pc:sldMk cId="1014335648" sldId="325"/>
        </pc:sldMkLst>
      </pc:sldChg>
      <pc:sldChg chg="add del">
        <pc:chgData name="Qu, Chengyi" userId="9f02c3db-5b00-4063-9ad4-7cdd84fdd2bb" providerId="ADAL" clId="{2AD67459-F6B2-4EB7-BD08-89A77A9534CE}" dt="2024-01-30T20:46:03.667" v="26"/>
        <pc:sldMkLst>
          <pc:docMk/>
          <pc:sldMk cId="0" sldId="329"/>
        </pc:sldMkLst>
      </pc:sldChg>
      <pc:sldChg chg="del">
        <pc:chgData name="Qu, Chengyi" userId="9f02c3db-5b00-4063-9ad4-7cdd84fdd2bb" providerId="ADAL" clId="{2AD67459-F6B2-4EB7-BD08-89A77A9534CE}" dt="2024-01-30T20:49:47.305" v="48"/>
        <pc:sldMkLst>
          <pc:docMk/>
          <pc:sldMk cId="0" sldId="337"/>
        </pc:sldMkLst>
      </pc:sldChg>
      <pc:sldChg chg="del">
        <pc:chgData name="Qu, Chengyi" userId="9f02c3db-5b00-4063-9ad4-7cdd84fdd2bb" providerId="ADAL" clId="{2AD67459-F6B2-4EB7-BD08-89A77A9534CE}" dt="2024-01-30T20:07:42.571" v="0" actId="47"/>
        <pc:sldMkLst>
          <pc:docMk/>
          <pc:sldMk cId="1987998376" sldId="964"/>
        </pc:sldMkLst>
      </pc:sldChg>
      <pc:sldChg chg="del">
        <pc:chgData name="Qu, Chengyi" userId="9f02c3db-5b00-4063-9ad4-7cdd84fdd2bb" providerId="ADAL" clId="{2AD67459-F6B2-4EB7-BD08-89A77A9534CE}" dt="2024-01-30T20:07:42.571" v="0" actId="47"/>
        <pc:sldMkLst>
          <pc:docMk/>
          <pc:sldMk cId="81497876" sldId="965"/>
        </pc:sldMkLst>
      </pc:sldChg>
      <pc:sldChg chg="del">
        <pc:chgData name="Qu, Chengyi" userId="9f02c3db-5b00-4063-9ad4-7cdd84fdd2bb" providerId="ADAL" clId="{2AD67459-F6B2-4EB7-BD08-89A77A9534CE}" dt="2024-01-30T20:07:42.571" v="0" actId="47"/>
        <pc:sldMkLst>
          <pc:docMk/>
          <pc:sldMk cId="1391119021" sldId="966"/>
        </pc:sldMkLst>
      </pc:sldChg>
      <pc:sldChg chg="del">
        <pc:chgData name="Qu, Chengyi" userId="9f02c3db-5b00-4063-9ad4-7cdd84fdd2bb" providerId="ADAL" clId="{2AD67459-F6B2-4EB7-BD08-89A77A9534CE}" dt="2024-01-30T20:07:42.571" v="0" actId="47"/>
        <pc:sldMkLst>
          <pc:docMk/>
          <pc:sldMk cId="438849163" sldId="967"/>
        </pc:sldMkLst>
      </pc:sldChg>
      <pc:sldChg chg="del">
        <pc:chgData name="Qu, Chengyi" userId="9f02c3db-5b00-4063-9ad4-7cdd84fdd2bb" providerId="ADAL" clId="{2AD67459-F6B2-4EB7-BD08-89A77A9534CE}" dt="2024-01-30T20:07:42.571" v="0" actId="47"/>
        <pc:sldMkLst>
          <pc:docMk/>
          <pc:sldMk cId="3951012725" sldId="968"/>
        </pc:sldMkLst>
      </pc:sldChg>
      <pc:sldChg chg="del">
        <pc:chgData name="Qu, Chengyi" userId="9f02c3db-5b00-4063-9ad4-7cdd84fdd2bb" providerId="ADAL" clId="{2AD67459-F6B2-4EB7-BD08-89A77A9534CE}" dt="2024-01-30T20:07:42.571" v="0" actId="47"/>
        <pc:sldMkLst>
          <pc:docMk/>
          <pc:sldMk cId="233124414" sldId="1007"/>
        </pc:sldMkLst>
      </pc:sldChg>
      <pc:sldChg chg="del">
        <pc:chgData name="Qu, Chengyi" userId="9f02c3db-5b00-4063-9ad4-7cdd84fdd2bb" providerId="ADAL" clId="{2AD67459-F6B2-4EB7-BD08-89A77A9534CE}" dt="2024-01-30T20:07:42.571" v="0" actId="47"/>
        <pc:sldMkLst>
          <pc:docMk/>
          <pc:sldMk cId="2645911935" sldId="1083"/>
        </pc:sldMkLst>
      </pc:sldChg>
      <pc:sldChg chg="del">
        <pc:chgData name="Qu, Chengyi" userId="9f02c3db-5b00-4063-9ad4-7cdd84fdd2bb" providerId="ADAL" clId="{2AD67459-F6B2-4EB7-BD08-89A77A9534CE}" dt="2024-01-30T20:07:42.571" v="0" actId="47"/>
        <pc:sldMkLst>
          <pc:docMk/>
          <pc:sldMk cId="147584997" sldId="1084"/>
        </pc:sldMkLst>
      </pc:sldChg>
      <pc:sldChg chg="del">
        <pc:chgData name="Qu, Chengyi" userId="9f02c3db-5b00-4063-9ad4-7cdd84fdd2bb" providerId="ADAL" clId="{2AD67459-F6B2-4EB7-BD08-89A77A9534CE}" dt="2024-01-30T20:07:42.571" v="0" actId="47"/>
        <pc:sldMkLst>
          <pc:docMk/>
          <pc:sldMk cId="2680331947" sldId="1085"/>
        </pc:sldMkLst>
      </pc:sldChg>
      <pc:sldChg chg="del">
        <pc:chgData name="Qu, Chengyi" userId="9f02c3db-5b00-4063-9ad4-7cdd84fdd2bb" providerId="ADAL" clId="{2AD67459-F6B2-4EB7-BD08-89A77A9534CE}" dt="2024-01-30T20:07:42.571" v="0" actId="47"/>
        <pc:sldMkLst>
          <pc:docMk/>
          <pc:sldMk cId="2696498074" sldId="1086"/>
        </pc:sldMkLst>
      </pc:sldChg>
      <pc:sldChg chg="del">
        <pc:chgData name="Qu, Chengyi" userId="9f02c3db-5b00-4063-9ad4-7cdd84fdd2bb" providerId="ADAL" clId="{2AD67459-F6B2-4EB7-BD08-89A77A9534CE}" dt="2024-01-30T20:07:42.571" v="0" actId="47"/>
        <pc:sldMkLst>
          <pc:docMk/>
          <pc:sldMk cId="94232623" sldId="1257"/>
        </pc:sldMkLst>
      </pc:sldChg>
      <pc:sldChg chg="del">
        <pc:chgData name="Qu, Chengyi" userId="9f02c3db-5b00-4063-9ad4-7cdd84fdd2bb" providerId="ADAL" clId="{2AD67459-F6B2-4EB7-BD08-89A77A9534CE}" dt="2024-01-30T20:07:42.571" v="0" actId="47"/>
        <pc:sldMkLst>
          <pc:docMk/>
          <pc:sldMk cId="2434809446" sldId="1258"/>
        </pc:sldMkLst>
      </pc:sldChg>
      <pc:sldChg chg="del">
        <pc:chgData name="Qu, Chengyi" userId="9f02c3db-5b00-4063-9ad4-7cdd84fdd2bb" providerId="ADAL" clId="{2AD67459-F6B2-4EB7-BD08-89A77A9534CE}" dt="2024-01-30T20:07:42.571" v="0" actId="47"/>
        <pc:sldMkLst>
          <pc:docMk/>
          <pc:sldMk cId="2914323500" sldId="1259"/>
        </pc:sldMkLst>
      </pc:sldChg>
      <pc:sldChg chg="del">
        <pc:chgData name="Qu, Chengyi" userId="9f02c3db-5b00-4063-9ad4-7cdd84fdd2bb" providerId="ADAL" clId="{2AD67459-F6B2-4EB7-BD08-89A77A9534CE}" dt="2024-01-30T20:07:42.571" v="0" actId="47"/>
        <pc:sldMkLst>
          <pc:docMk/>
          <pc:sldMk cId="1876543634" sldId="1260"/>
        </pc:sldMkLst>
      </pc:sldChg>
      <pc:sldChg chg="del">
        <pc:chgData name="Qu, Chengyi" userId="9f02c3db-5b00-4063-9ad4-7cdd84fdd2bb" providerId="ADAL" clId="{2AD67459-F6B2-4EB7-BD08-89A77A9534CE}" dt="2024-01-30T20:07:42.571" v="0" actId="47"/>
        <pc:sldMkLst>
          <pc:docMk/>
          <pc:sldMk cId="2325914770" sldId="1261"/>
        </pc:sldMkLst>
      </pc:sldChg>
      <pc:sldChg chg="addSp delSp modSp add mod">
        <pc:chgData name="Qu, Chengyi" userId="9f02c3db-5b00-4063-9ad4-7cdd84fdd2bb" providerId="ADAL" clId="{2AD67459-F6B2-4EB7-BD08-89A77A9534CE}" dt="2024-01-30T20:47:30.088" v="47" actId="207"/>
        <pc:sldMkLst>
          <pc:docMk/>
          <pc:sldMk cId="2288592048" sldId="1269"/>
        </pc:sldMkLst>
      </pc:sldChg>
      <pc:sldChg chg="modSp new mod">
        <pc:chgData name="Qu, Chengyi" userId="9f02c3db-5b00-4063-9ad4-7cdd84fdd2bb" providerId="ADAL" clId="{2AD67459-F6B2-4EB7-BD08-89A77A9534CE}" dt="2024-01-30T21:04:21.904" v="117" actId="20577"/>
        <pc:sldMkLst>
          <pc:docMk/>
          <pc:sldMk cId="2843450976" sldId="1270"/>
        </pc:sldMkLst>
      </pc:sldChg>
      <pc:sldChg chg="modSp new mod">
        <pc:chgData name="Qu, Chengyi" userId="9f02c3db-5b00-4063-9ad4-7cdd84fdd2bb" providerId="ADAL" clId="{2AD67459-F6B2-4EB7-BD08-89A77A9534CE}" dt="2024-01-30T20:59:39.501" v="116" actId="113"/>
        <pc:sldMkLst>
          <pc:docMk/>
          <pc:sldMk cId="566162244" sldId="1271"/>
        </pc:sldMkLst>
      </pc:sldChg>
      <pc:sldChg chg="modSp new mod">
        <pc:chgData name="Qu, Chengyi" userId="9f02c3db-5b00-4063-9ad4-7cdd84fdd2bb" providerId="ADAL" clId="{2AD67459-F6B2-4EB7-BD08-89A77A9534CE}" dt="2024-01-30T21:50:27.716" v="156" actId="20577"/>
        <pc:sldMkLst>
          <pc:docMk/>
          <pc:sldMk cId="605728639" sldId="1272"/>
        </pc:sldMkLst>
      </pc:sldChg>
      <pc:sldChg chg="modSp new mod">
        <pc:chgData name="Qu, Chengyi" userId="9f02c3db-5b00-4063-9ad4-7cdd84fdd2bb" providerId="ADAL" clId="{2AD67459-F6B2-4EB7-BD08-89A77A9534CE}" dt="2024-01-30T21:52:58.093" v="198" actId="20577"/>
        <pc:sldMkLst>
          <pc:docMk/>
          <pc:sldMk cId="2574300258" sldId="1273"/>
        </pc:sldMkLst>
      </pc:sldChg>
      <pc:sldMasterChg chg="delSldLayout">
        <pc:chgData name="Qu, Chengyi" userId="9f02c3db-5b00-4063-9ad4-7cdd84fdd2bb" providerId="ADAL" clId="{2AD67459-F6B2-4EB7-BD08-89A77A9534CE}" dt="2024-01-30T20:07:42.571" v="0" actId="47"/>
        <pc:sldMasterMkLst>
          <pc:docMk/>
          <pc:sldMasterMk cId="2807116942" sldId="2147483648"/>
        </pc:sldMasterMkLst>
        <pc:sldLayoutChg chg="del">
          <pc:chgData name="Qu, Chengyi" userId="9f02c3db-5b00-4063-9ad4-7cdd84fdd2bb" providerId="ADAL" clId="{2AD67459-F6B2-4EB7-BD08-89A77A9534CE}" dt="2024-01-30T20:07:42.571" v="0" actId="47"/>
          <pc:sldLayoutMkLst>
            <pc:docMk/>
            <pc:sldMasterMk cId="2807116942" sldId="2147483648"/>
            <pc:sldLayoutMk cId="2582956718" sldId="2147483662"/>
          </pc:sldLayoutMkLst>
        </pc:sldLayoutChg>
        <pc:sldLayoutChg chg="del">
          <pc:chgData name="Qu, Chengyi" userId="9f02c3db-5b00-4063-9ad4-7cdd84fdd2bb" providerId="ADAL" clId="{2AD67459-F6B2-4EB7-BD08-89A77A9534CE}" dt="2024-01-30T20:07:42.571" v="0" actId="47"/>
          <pc:sldLayoutMkLst>
            <pc:docMk/>
            <pc:sldMasterMk cId="2807116942" sldId="2147483648"/>
            <pc:sldLayoutMk cId="2960784913" sldId="2147483680"/>
          </pc:sldLayoutMkLst>
        </pc:sldLayoutChg>
      </pc:sldMasterChg>
    </pc:docChg>
  </pc:docChgLst>
  <pc:docChgLst>
    <pc:chgData name="Qu, Chengyi" userId="9f02c3db-5b00-4063-9ad4-7cdd84fdd2bb" providerId="ADAL" clId="{FD31D919-629D-4132-B9BD-403978D3AF56}"/>
    <pc:docChg chg="undo custSel addSld delSld modSld sldOrd">
      <pc:chgData name="Qu, Chengyi" userId="9f02c3db-5b00-4063-9ad4-7cdd84fdd2bb" providerId="ADAL" clId="{FD31D919-629D-4132-B9BD-403978D3AF56}" dt="2024-01-07T03:10:15.486" v="754" actId="20577"/>
      <pc:docMkLst>
        <pc:docMk/>
      </pc:docMkLst>
      <pc:sldChg chg="modSp mod">
        <pc:chgData name="Qu, Chengyi" userId="9f02c3db-5b00-4063-9ad4-7cdd84fdd2bb" providerId="ADAL" clId="{FD31D919-629D-4132-B9BD-403978D3AF56}" dt="2024-01-07T02:39:26.106" v="54" actId="20577"/>
        <pc:sldMkLst>
          <pc:docMk/>
          <pc:sldMk cId="553553694" sldId="258"/>
        </pc:sldMkLst>
      </pc:sldChg>
      <pc:sldChg chg="modSp mod">
        <pc:chgData name="Qu, Chengyi" userId="9f02c3db-5b00-4063-9ad4-7cdd84fdd2bb" providerId="ADAL" clId="{FD31D919-629D-4132-B9BD-403978D3AF56}" dt="2024-01-07T02:40:45.867" v="77" actId="20577"/>
        <pc:sldMkLst>
          <pc:docMk/>
          <pc:sldMk cId="4038715374" sldId="1255"/>
        </pc:sldMkLst>
      </pc:sldChg>
      <pc:sldChg chg="modSp mod">
        <pc:chgData name="Qu, Chengyi" userId="9f02c3db-5b00-4063-9ad4-7cdd84fdd2bb" providerId="ADAL" clId="{FD31D919-629D-4132-B9BD-403978D3AF56}" dt="2024-01-07T02:57:46.055" v="320" actId="20577"/>
        <pc:sldMkLst>
          <pc:docMk/>
          <pc:sldMk cId="239755599" sldId="1256"/>
        </pc:sldMkLst>
      </pc:sldChg>
      <pc:sldMasterChg chg="delSldLayout">
        <pc:chgData name="Qu, Chengyi" userId="9f02c3db-5b00-4063-9ad4-7cdd84fdd2bb" providerId="ADAL" clId="{FD31D919-629D-4132-B9BD-403978D3AF56}" dt="2024-01-07T02:40:28.652" v="55" actId="47"/>
        <pc:sldMasterMkLst>
          <pc:docMk/>
          <pc:sldMasterMk cId="2807116942" sldId="2147483648"/>
        </pc:sldMasterMkLst>
      </pc:sldMasterChg>
    </pc:docChg>
  </pc:docChgLst>
  <pc:docChgLst>
    <pc:chgData name="Qu, Chengyi" userId="9f02c3db-5b00-4063-9ad4-7cdd84fdd2bb" providerId="ADAL" clId="{BDD802A8-2E35-41C2-A719-D3E6BEFBDFEE}"/>
    <pc:docChg chg="undo custSel addSld delSld modSld">
      <pc:chgData name="Qu, Chengyi" userId="9f02c3db-5b00-4063-9ad4-7cdd84fdd2bb" providerId="ADAL" clId="{BDD802A8-2E35-41C2-A719-D3E6BEFBDFEE}" dt="2025-02-03T20:56:59.112" v="13" actId="47"/>
      <pc:docMkLst>
        <pc:docMk/>
      </pc:docMkLst>
      <pc:sldChg chg="add del">
        <pc:chgData name="Qu, Chengyi" userId="9f02c3db-5b00-4063-9ad4-7cdd84fdd2bb" providerId="ADAL" clId="{BDD802A8-2E35-41C2-A719-D3E6BEFBDFEE}" dt="2025-02-03T20:56:56.957" v="11" actId="47"/>
        <pc:sldMkLst>
          <pc:docMk/>
          <pc:sldMk cId="0" sldId="256"/>
        </pc:sldMkLst>
      </pc:sldChg>
      <pc:sldChg chg="del">
        <pc:chgData name="Qu, Chengyi" userId="9f02c3db-5b00-4063-9ad4-7cdd84fdd2bb" providerId="ADAL" clId="{BDD802A8-2E35-41C2-A719-D3E6BEFBDFEE}" dt="2025-02-03T20:54:06.560" v="0" actId="47"/>
        <pc:sldMkLst>
          <pc:docMk/>
          <pc:sldMk cId="1350622502" sldId="302"/>
        </pc:sldMkLst>
      </pc:sldChg>
      <pc:sldChg chg="del">
        <pc:chgData name="Qu, Chengyi" userId="9f02c3db-5b00-4063-9ad4-7cdd84fdd2bb" providerId="ADAL" clId="{BDD802A8-2E35-41C2-A719-D3E6BEFBDFEE}" dt="2025-02-03T20:56:58.750" v="12" actId="47"/>
        <pc:sldMkLst>
          <pc:docMk/>
          <pc:sldMk cId="4038715374" sldId="1255"/>
        </pc:sldMkLst>
      </pc:sldChg>
      <pc:sldChg chg="del">
        <pc:chgData name="Qu, Chengyi" userId="9f02c3db-5b00-4063-9ad4-7cdd84fdd2bb" providerId="ADAL" clId="{BDD802A8-2E35-41C2-A719-D3E6BEFBDFEE}" dt="2025-02-03T20:56:59.112" v="13" actId="47"/>
        <pc:sldMkLst>
          <pc:docMk/>
          <pc:sldMk cId="239755599" sldId="1256"/>
        </pc:sldMkLst>
      </pc:sldChg>
      <pc:sldChg chg="del">
        <pc:chgData name="Qu, Chengyi" userId="9f02c3db-5b00-4063-9ad4-7cdd84fdd2bb" providerId="ADAL" clId="{BDD802A8-2E35-41C2-A719-D3E6BEFBDFEE}" dt="2025-02-03T20:54:08.104" v="2" actId="47"/>
        <pc:sldMkLst>
          <pc:docMk/>
          <pc:sldMk cId="2651535271" sldId="1262"/>
        </pc:sldMkLst>
      </pc:sldChg>
      <pc:sldChg chg="del">
        <pc:chgData name="Qu, Chengyi" userId="9f02c3db-5b00-4063-9ad4-7cdd84fdd2bb" providerId="ADAL" clId="{BDD802A8-2E35-41C2-A719-D3E6BEFBDFEE}" dt="2025-02-03T20:54:08.501" v="3" actId="47"/>
        <pc:sldMkLst>
          <pc:docMk/>
          <pc:sldMk cId="3767743320" sldId="1263"/>
        </pc:sldMkLst>
      </pc:sldChg>
      <pc:sldChg chg="del">
        <pc:chgData name="Qu, Chengyi" userId="9f02c3db-5b00-4063-9ad4-7cdd84fdd2bb" providerId="ADAL" clId="{BDD802A8-2E35-41C2-A719-D3E6BEFBDFEE}" dt="2025-02-03T20:54:07.433" v="1" actId="47"/>
        <pc:sldMkLst>
          <pc:docMk/>
          <pc:sldMk cId="1835531626" sldId="1266"/>
        </pc:sldMkLst>
      </pc:sldChg>
      <pc:sldChg chg="modSp mod">
        <pc:chgData name="Qu, Chengyi" userId="9f02c3db-5b00-4063-9ad4-7cdd84fdd2bb" providerId="ADAL" clId="{BDD802A8-2E35-41C2-A719-D3E6BEFBDFEE}" dt="2025-02-03T20:55:17.500" v="4" actId="20577"/>
        <pc:sldMkLst>
          <pc:docMk/>
          <pc:sldMk cId="2843450976" sldId="1270"/>
        </pc:sldMkLst>
        <pc:spChg chg="mod">
          <ac:chgData name="Qu, Chengyi" userId="9f02c3db-5b00-4063-9ad4-7cdd84fdd2bb" providerId="ADAL" clId="{BDD802A8-2E35-41C2-A719-D3E6BEFBDFEE}" dt="2025-02-03T20:55:17.500" v="4" actId="20577"/>
          <ac:spMkLst>
            <pc:docMk/>
            <pc:sldMk cId="2843450976" sldId="1270"/>
            <ac:spMk id="3" creationId="{43CAB13C-2FB3-3855-F862-88186CE1F6E1}"/>
          </ac:spMkLst>
        </pc:spChg>
      </pc:sldChg>
      <pc:sldChg chg="modSp add mod">
        <pc:chgData name="Qu, Chengyi" userId="9f02c3db-5b00-4063-9ad4-7cdd84fdd2bb" providerId="ADAL" clId="{BDD802A8-2E35-41C2-A719-D3E6BEFBDFEE}" dt="2025-02-03T20:56:35.050" v="10" actId="20577"/>
        <pc:sldMkLst>
          <pc:docMk/>
          <pc:sldMk cId="2663522298" sldId="1274"/>
        </pc:sldMkLst>
        <pc:spChg chg="mod">
          <ac:chgData name="Qu, Chengyi" userId="9f02c3db-5b00-4063-9ad4-7cdd84fdd2bb" providerId="ADAL" clId="{BDD802A8-2E35-41C2-A719-D3E6BEFBDFEE}" dt="2025-02-03T20:56:29.895" v="8" actId="20577"/>
          <ac:spMkLst>
            <pc:docMk/>
            <pc:sldMk cId="2663522298" sldId="1274"/>
            <ac:spMk id="2" creationId="{4EFB27E5-0ABB-04CE-FE78-A696DDC0AD4C}"/>
          </ac:spMkLst>
        </pc:spChg>
        <pc:spChg chg="mod">
          <ac:chgData name="Qu, Chengyi" userId="9f02c3db-5b00-4063-9ad4-7cdd84fdd2bb" providerId="ADAL" clId="{BDD802A8-2E35-41C2-A719-D3E6BEFBDFEE}" dt="2025-02-03T20:56:35.050" v="10" actId="20577"/>
          <ac:spMkLst>
            <pc:docMk/>
            <pc:sldMk cId="2663522298" sldId="1274"/>
            <ac:spMk id="3" creationId="{E1E30DD0-A84F-C4E4-9AE5-28BEB632C125}"/>
          </ac:spMkLst>
        </pc:spChg>
      </pc:sldChg>
      <pc:sldMasterChg chg="addSldLayout delSldLayout">
        <pc:chgData name="Qu, Chengyi" userId="9f02c3db-5b00-4063-9ad4-7cdd84fdd2bb" providerId="ADAL" clId="{BDD802A8-2E35-41C2-A719-D3E6BEFBDFEE}" dt="2025-02-03T20:56:22.339" v="6" actId="47"/>
        <pc:sldMasterMkLst>
          <pc:docMk/>
          <pc:sldMasterMk cId="2807116942" sldId="2147483648"/>
        </pc:sldMasterMkLst>
        <pc:sldLayoutChg chg="add del">
          <pc:chgData name="Qu, Chengyi" userId="9f02c3db-5b00-4063-9ad4-7cdd84fdd2bb" providerId="ADAL" clId="{BDD802A8-2E35-41C2-A719-D3E6BEFBDFEE}" dt="2025-02-03T20:56:22.339" v="6" actId="47"/>
          <pc:sldLayoutMkLst>
            <pc:docMk/>
            <pc:sldMasterMk cId="2807116942" sldId="2147483648"/>
            <pc:sldLayoutMk cId="865391799" sldId="2147483682"/>
          </pc:sldLayoutMkLst>
        </pc:sldLayoutChg>
      </pc:sldMasterChg>
    </pc:docChg>
  </pc:docChgLst>
  <pc:docChgLst>
    <pc:chgData name="Qu, Chengyi" userId="9f02c3db-5b00-4063-9ad4-7cdd84fdd2bb" providerId="ADAL" clId="{1F24A312-CE90-46DA-8B2A-8596C84ACAA4}"/>
    <pc:docChg chg="undo custSel addSld delSld modSld sldOrd">
      <pc:chgData name="Qu, Chengyi" userId="9f02c3db-5b00-4063-9ad4-7cdd84fdd2bb" providerId="ADAL" clId="{1F24A312-CE90-46DA-8B2A-8596C84ACAA4}" dt="2024-01-28T20:05:13.466" v="368" actId="20577"/>
      <pc:docMkLst>
        <pc:docMk/>
      </pc:docMkLst>
      <pc:sldChg chg="modSp add mod">
        <pc:chgData name="Qu, Chengyi" userId="9f02c3db-5b00-4063-9ad4-7cdd84fdd2bb" providerId="ADAL" clId="{1F24A312-CE90-46DA-8B2A-8596C84ACAA4}" dt="2024-01-28T20:05:13.466" v="368" actId="20577"/>
        <pc:sldMkLst>
          <pc:docMk/>
          <pc:sldMk cId="0" sldId="256"/>
        </pc:sldMkLst>
      </pc:sldChg>
      <pc:sldChg chg="del">
        <pc:chgData name="Qu, Chengyi" userId="9f02c3db-5b00-4063-9ad4-7cdd84fdd2bb" providerId="ADAL" clId="{1F24A312-CE90-46DA-8B2A-8596C84ACAA4}" dt="2024-01-27T02:55:56.805" v="0" actId="47"/>
        <pc:sldMkLst>
          <pc:docMk/>
          <pc:sldMk cId="1990146364" sldId="259"/>
        </pc:sldMkLst>
      </pc:sldChg>
      <pc:sldChg chg="del">
        <pc:chgData name="Qu, Chengyi" userId="9f02c3db-5b00-4063-9ad4-7cdd84fdd2bb" providerId="ADAL" clId="{1F24A312-CE90-46DA-8B2A-8596C84ACAA4}" dt="2024-01-27T02:55:56.805" v="0" actId="47"/>
        <pc:sldMkLst>
          <pc:docMk/>
          <pc:sldMk cId="4236835058" sldId="266"/>
        </pc:sldMkLst>
      </pc:sldChg>
      <pc:sldChg chg="del">
        <pc:chgData name="Qu, Chengyi" userId="9f02c3db-5b00-4063-9ad4-7cdd84fdd2bb" providerId="ADAL" clId="{1F24A312-CE90-46DA-8B2A-8596C84ACAA4}" dt="2024-01-27T02:55:56.805" v="0" actId="47"/>
        <pc:sldMkLst>
          <pc:docMk/>
          <pc:sldMk cId="2712866180" sldId="267"/>
        </pc:sldMkLst>
      </pc:sldChg>
      <pc:sldChg chg="del">
        <pc:chgData name="Qu, Chengyi" userId="9f02c3db-5b00-4063-9ad4-7cdd84fdd2bb" providerId="ADAL" clId="{1F24A312-CE90-46DA-8B2A-8596C84ACAA4}" dt="2024-01-27T02:55:56.805" v="0" actId="47"/>
        <pc:sldMkLst>
          <pc:docMk/>
          <pc:sldMk cId="1180261676" sldId="268"/>
        </pc:sldMkLst>
      </pc:sldChg>
      <pc:sldChg chg="add modNotes">
        <pc:chgData name="Qu, Chengyi" userId="9f02c3db-5b00-4063-9ad4-7cdd84fdd2bb" providerId="ADAL" clId="{1F24A312-CE90-46DA-8B2A-8596C84ACAA4}" dt="2024-01-28T02:48:57.700" v="29"/>
        <pc:sldMkLst>
          <pc:docMk/>
          <pc:sldMk cId="4285260508" sldId="272"/>
        </pc:sldMkLst>
      </pc:sldChg>
      <pc:sldChg chg="add modNotes">
        <pc:chgData name="Qu, Chengyi" userId="9f02c3db-5b00-4063-9ad4-7cdd84fdd2bb" providerId="ADAL" clId="{1F24A312-CE90-46DA-8B2A-8596C84ACAA4}" dt="2024-01-28T02:48:57.700" v="29"/>
        <pc:sldMkLst>
          <pc:docMk/>
          <pc:sldMk cId="1026168530" sldId="274"/>
        </pc:sldMkLst>
      </pc:sldChg>
      <pc:sldChg chg="add modNotesTx">
        <pc:chgData name="Qu, Chengyi" userId="9f02c3db-5b00-4063-9ad4-7cdd84fdd2bb" providerId="ADAL" clId="{1F24A312-CE90-46DA-8B2A-8596C84ACAA4}" dt="2024-01-28T01:38:20.927" v="6"/>
        <pc:sldMkLst>
          <pc:docMk/>
          <pc:sldMk cId="1305972062" sldId="275"/>
        </pc:sldMkLst>
      </pc:sldChg>
      <pc:sldChg chg="add modNotes">
        <pc:chgData name="Qu, Chengyi" userId="9f02c3db-5b00-4063-9ad4-7cdd84fdd2bb" providerId="ADAL" clId="{1F24A312-CE90-46DA-8B2A-8596C84ACAA4}" dt="2024-01-28T02:48:57.700" v="29"/>
        <pc:sldMkLst>
          <pc:docMk/>
          <pc:sldMk cId="2242056526" sldId="276"/>
        </pc:sldMkLst>
      </pc:sldChg>
      <pc:sldChg chg="modSp add mod">
        <pc:chgData name="Qu, Chengyi" userId="9f02c3db-5b00-4063-9ad4-7cdd84fdd2bb" providerId="ADAL" clId="{1F24A312-CE90-46DA-8B2A-8596C84ACAA4}" dt="2024-01-28T01:39:04.731" v="8" actId="14100"/>
        <pc:sldMkLst>
          <pc:docMk/>
          <pc:sldMk cId="1552594960" sldId="279"/>
        </pc:sldMkLst>
      </pc:sldChg>
      <pc:sldChg chg="add modNotes">
        <pc:chgData name="Qu, Chengyi" userId="9f02c3db-5b00-4063-9ad4-7cdd84fdd2bb" providerId="ADAL" clId="{1F24A312-CE90-46DA-8B2A-8596C84ACAA4}" dt="2024-01-28T02:48:57.700" v="29"/>
        <pc:sldMkLst>
          <pc:docMk/>
          <pc:sldMk cId="1989998856" sldId="280"/>
        </pc:sldMkLst>
      </pc:sldChg>
      <pc:sldChg chg="addSp modSp add mod">
        <pc:chgData name="Qu, Chengyi" userId="9f02c3db-5b00-4063-9ad4-7cdd84fdd2bb" providerId="ADAL" clId="{1F24A312-CE90-46DA-8B2A-8596C84ACAA4}" dt="2024-01-28T01:48:33.608" v="26" actId="1076"/>
        <pc:sldMkLst>
          <pc:docMk/>
          <pc:sldMk cId="2246992091" sldId="281"/>
        </pc:sldMkLst>
      </pc:sldChg>
      <pc:sldChg chg="add del modNotes">
        <pc:chgData name="Qu, Chengyi" userId="9f02c3db-5b00-4063-9ad4-7cdd84fdd2bb" providerId="ADAL" clId="{1F24A312-CE90-46DA-8B2A-8596C84ACAA4}" dt="2024-01-28T03:32:53.811" v="315" actId="47"/>
        <pc:sldMkLst>
          <pc:docMk/>
          <pc:sldMk cId="1276839199" sldId="287"/>
        </pc:sldMkLst>
      </pc:sldChg>
      <pc:sldChg chg="add">
        <pc:chgData name="Qu, Chengyi" userId="9f02c3db-5b00-4063-9ad4-7cdd84fdd2bb" providerId="ADAL" clId="{1F24A312-CE90-46DA-8B2A-8596C84ACAA4}" dt="2024-01-28T03:17:44.957" v="290"/>
        <pc:sldMkLst>
          <pc:docMk/>
          <pc:sldMk cId="1350622502" sldId="302"/>
        </pc:sldMkLst>
      </pc:sldChg>
      <pc:sldChg chg="del">
        <pc:chgData name="Qu, Chengyi" userId="9f02c3db-5b00-4063-9ad4-7cdd84fdd2bb" providerId="ADAL" clId="{1F24A312-CE90-46DA-8B2A-8596C84ACAA4}" dt="2024-01-27T02:55:56.805" v="0" actId="47"/>
        <pc:sldMkLst>
          <pc:docMk/>
          <pc:sldMk cId="3696353953" sldId="303"/>
        </pc:sldMkLst>
      </pc:sldChg>
      <pc:sldChg chg="del">
        <pc:chgData name="Qu, Chengyi" userId="9f02c3db-5b00-4063-9ad4-7cdd84fdd2bb" providerId="ADAL" clId="{1F24A312-CE90-46DA-8B2A-8596C84ACAA4}" dt="2024-01-27T02:55:56.805" v="0" actId="47"/>
        <pc:sldMkLst>
          <pc:docMk/>
          <pc:sldMk cId="2713426596" sldId="304"/>
        </pc:sldMkLst>
      </pc:sldChg>
      <pc:sldChg chg="add del ord modNotes">
        <pc:chgData name="Qu, Chengyi" userId="9f02c3db-5b00-4063-9ad4-7cdd84fdd2bb" providerId="ADAL" clId="{1F24A312-CE90-46DA-8B2A-8596C84ACAA4}" dt="2024-01-28T02:53:16.825" v="262"/>
        <pc:sldMkLst>
          <pc:docMk/>
          <pc:sldMk cId="2387288212" sldId="305"/>
        </pc:sldMkLst>
      </pc:sldChg>
      <pc:sldChg chg="add del ord modNotes">
        <pc:chgData name="Qu, Chengyi" userId="9f02c3db-5b00-4063-9ad4-7cdd84fdd2bb" providerId="ADAL" clId="{1F24A312-CE90-46DA-8B2A-8596C84ACAA4}" dt="2024-01-28T02:53:16.825" v="262"/>
        <pc:sldMkLst>
          <pc:docMk/>
          <pc:sldMk cId="3887296429" sldId="306"/>
        </pc:sldMkLst>
      </pc:sldChg>
      <pc:sldChg chg="modSp add mod">
        <pc:chgData name="Qu, Chengyi" userId="9f02c3db-5b00-4063-9ad4-7cdd84fdd2bb" providerId="ADAL" clId="{1F24A312-CE90-46DA-8B2A-8596C84ACAA4}" dt="2024-01-28T03:36:39.075" v="327" actId="27636"/>
        <pc:sldMkLst>
          <pc:docMk/>
          <pc:sldMk cId="4081942817" sldId="309"/>
        </pc:sldMkLst>
      </pc:sldChg>
      <pc:sldChg chg="add">
        <pc:chgData name="Qu, Chengyi" userId="9f02c3db-5b00-4063-9ad4-7cdd84fdd2bb" providerId="ADAL" clId="{1F24A312-CE90-46DA-8B2A-8596C84ACAA4}" dt="2024-01-28T03:29:43.463" v="291"/>
        <pc:sldMkLst>
          <pc:docMk/>
          <pc:sldMk cId="81497876" sldId="965"/>
        </pc:sldMkLst>
      </pc:sldChg>
      <pc:sldChg chg="add">
        <pc:chgData name="Qu, Chengyi" userId="9f02c3db-5b00-4063-9ad4-7cdd84fdd2bb" providerId="ADAL" clId="{1F24A312-CE90-46DA-8B2A-8596C84ACAA4}" dt="2024-01-28T03:29:43.463" v="291"/>
        <pc:sldMkLst>
          <pc:docMk/>
          <pc:sldMk cId="1391119021" sldId="966"/>
        </pc:sldMkLst>
      </pc:sldChg>
      <pc:sldChg chg="add">
        <pc:chgData name="Qu, Chengyi" userId="9f02c3db-5b00-4063-9ad4-7cdd84fdd2bb" providerId="ADAL" clId="{1F24A312-CE90-46DA-8B2A-8596C84ACAA4}" dt="2024-01-28T03:29:43.463" v="291"/>
        <pc:sldMkLst>
          <pc:docMk/>
          <pc:sldMk cId="438849163" sldId="967"/>
        </pc:sldMkLst>
      </pc:sldChg>
      <pc:sldChg chg="add">
        <pc:chgData name="Qu, Chengyi" userId="9f02c3db-5b00-4063-9ad4-7cdd84fdd2bb" providerId="ADAL" clId="{1F24A312-CE90-46DA-8B2A-8596C84ACAA4}" dt="2024-01-28T03:29:43.463" v="291"/>
        <pc:sldMkLst>
          <pc:docMk/>
          <pc:sldMk cId="3951012725" sldId="968"/>
        </pc:sldMkLst>
      </pc:sldChg>
      <pc:sldChg chg="add">
        <pc:chgData name="Qu, Chengyi" userId="9f02c3db-5b00-4063-9ad4-7cdd84fdd2bb" providerId="ADAL" clId="{1F24A312-CE90-46DA-8B2A-8596C84ACAA4}" dt="2024-01-28T03:29:43.463" v="291"/>
        <pc:sldMkLst>
          <pc:docMk/>
          <pc:sldMk cId="233124414" sldId="1007"/>
        </pc:sldMkLst>
      </pc:sldChg>
      <pc:sldChg chg="add">
        <pc:chgData name="Qu, Chengyi" userId="9f02c3db-5b00-4063-9ad4-7cdd84fdd2bb" providerId="ADAL" clId="{1F24A312-CE90-46DA-8B2A-8596C84ACAA4}" dt="2024-01-28T02:47:49.341" v="28"/>
        <pc:sldMkLst>
          <pc:docMk/>
          <pc:sldMk cId="2645911935" sldId="1083"/>
        </pc:sldMkLst>
      </pc:sldChg>
      <pc:sldChg chg="add">
        <pc:chgData name="Qu, Chengyi" userId="9f02c3db-5b00-4063-9ad4-7cdd84fdd2bb" providerId="ADAL" clId="{1F24A312-CE90-46DA-8B2A-8596C84ACAA4}" dt="2024-01-28T02:47:49.341" v="28"/>
        <pc:sldMkLst>
          <pc:docMk/>
          <pc:sldMk cId="147584997" sldId="1084"/>
        </pc:sldMkLst>
      </pc:sldChg>
      <pc:sldChg chg="add">
        <pc:chgData name="Qu, Chengyi" userId="9f02c3db-5b00-4063-9ad4-7cdd84fdd2bb" providerId="ADAL" clId="{1F24A312-CE90-46DA-8B2A-8596C84ACAA4}" dt="2024-01-28T02:47:49.341" v="28"/>
        <pc:sldMkLst>
          <pc:docMk/>
          <pc:sldMk cId="2680331947" sldId="1085"/>
        </pc:sldMkLst>
      </pc:sldChg>
      <pc:sldChg chg="add">
        <pc:chgData name="Qu, Chengyi" userId="9f02c3db-5b00-4063-9ad4-7cdd84fdd2bb" providerId="ADAL" clId="{1F24A312-CE90-46DA-8B2A-8596C84ACAA4}" dt="2024-01-28T02:47:49.341" v="28"/>
        <pc:sldMkLst>
          <pc:docMk/>
          <pc:sldMk cId="2696498074" sldId="1086"/>
        </pc:sldMkLst>
      </pc:sldChg>
      <pc:sldChg chg="modSp add mod">
        <pc:chgData name="Qu, Chengyi" userId="9f02c3db-5b00-4063-9ad4-7cdd84fdd2bb" providerId="ADAL" clId="{1F24A312-CE90-46DA-8B2A-8596C84ACAA4}" dt="2024-01-27T02:56:02.847" v="2" actId="207"/>
        <pc:sldMkLst>
          <pc:docMk/>
          <pc:sldMk cId="94232623" sldId="1257"/>
        </pc:sldMkLst>
      </pc:sldChg>
      <pc:sldChg chg="modSp add mod">
        <pc:chgData name="Qu, Chengyi" userId="9f02c3db-5b00-4063-9ad4-7cdd84fdd2bb" providerId="ADAL" clId="{1F24A312-CE90-46DA-8B2A-8596C84ACAA4}" dt="2024-01-28T02:52:48.210" v="258" actId="2710"/>
        <pc:sldMkLst>
          <pc:docMk/>
          <pc:sldMk cId="2434809446" sldId="1258"/>
        </pc:sldMkLst>
      </pc:sldChg>
      <pc:sldChg chg="modSp add mod">
        <pc:chgData name="Qu, Chengyi" userId="9f02c3db-5b00-4063-9ad4-7cdd84fdd2bb" providerId="ADAL" clId="{1F24A312-CE90-46DA-8B2A-8596C84ACAA4}" dt="2024-01-28T02:53:05.701" v="260" actId="207"/>
        <pc:sldMkLst>
          <pc:docMk/>
          <pc:sldMk cId="2914323500" sldId="1259"/>
        </pc:sldMkLst>
      </pc:sldChg>
      <pc:sldChg chg="modSp add mod">
        <pc:chgData name="Qu, Chengyi" userId="9f02c3db-5b00-4063-9ad4-7cdd84fdd2bb" providerId="ADAL" clId="{1F24A312-CE90-46DA-8B2A-8596C84ACAA4}" dt="2024-01-28T02:53:44.994" v="264" actId="207"/>
        <pc:sldMkLst>
          <pc:docMk/>
          <pc:sldMk cId="1876543634" sldId="1260"/>
        </pc:sldMkLst>
      </pc:sldChg>
      <pc:sldChg chg="modSp add mod">
        <pc:chgData name="Qu, Chengyi" userId="9f02c3db-5b00-4063-9ad4-7cdd84fdd2bb" providerId="ADAL" clId="{1F24A312-CE90-46DA-8B2A-8596C84ACAA4}" dt="2024-01-28T03:32:49.253" v="314" actId="207"/>
        <pc:sldMkLst>
          <pc:docMk/>
          <pc:sldMk cId="2325914770" sldId="1261"/>
        </pc:sldMkLst>
      </pc:sldChg>
      <pc:sldChg chg="modSp add mod">
        <pc:chgData name="Qu, Chengyi" userId="9f02c3db-5b00-4063-9ad4-7cdd84fdd2bb" providerId="ADAL" clId="{1F24A312-CE90-46DA-8B2A-8596C84ACAA4}" dt="2024-01-28T03:15:48.889" v="268" actId="113"/>
        <pc:sldMkLst>
          <pc:docMk/>
          <pc:sldMk cId="2651535271" sldId="1262"/>
        </pc:sldMkLst>
      </pc:sldChg>
      <pc:sldChg chg="modSp new mod">
        <pc:chgData name="Qu, Chengyi" userId="9f02c3db-5b00-4063-9ad4-7cdd84fdd2bb" providerId="ADAL" clId="{1F24A312-CE90-46DA-8B2A-8596C84ACAA4}" dt="2024-01-28T03:17:18.461" v="289" actId="20577"/>
        <pc:sldMkLst>
          <pc:docMk/>
          <pc:sldMk cId="3767743320" sldId="1263"/>
        </pc:sldMkLst>
      </pc:sldChg>
      <pc:sldChg chg="modSp new mod ord">
        <pc:chgData name="Qu, Chengyi" userId="9f02c3db-5b00-4063-9ad4-7cdd84fdd2bb" providerId="ADAL" clId="{1F24A312-CE90-46DA-8B2A-8596C84ACAA4}" dt="2024-01-28T03:37:09.258" v="339" actId="20577"/>
        <pc:sldMkLst>
          <pc:docMk/>
          <pc:sldMk cId="327016494" sldId="1264"/>
        </pc:sldMkLst>
      </pc:sldChg>
      <pc:sldChg chg="modSp add mod">
        <pc:chgData name="Qu, Chengyi" userId="9f02c3db-5b00-4063-9ad4-7cdd84fdd2bb" providerId="ADAL" clId="{1F24A312-CE90-46DA-8B2A-8596C84ACAA4}" dt="2024-01-28T03:33:14.604" v="317" actId="207"/>
        <pc:sldMkLst>
          <pc:docMk/>
          <pc:sldMk cId="3507344199" sldId="1265"/>
        </pc:sldMkLst>
      </pc:sldChg>
      <pc:sldChg chg="modSp add mod">
        <pc:chgData name="Qu, Chengyi" userId="9f02c3db-5b00-4063-9ad4-7cdd84fdd2bb" providerId="ADAL" clId="{1F24A312-CE90-46DA-8B2A-8596C84ACAA4}" dt="2024-01-28T03:33:05.562" v="316" actId="207"/>
        <pc:sldMkLst>
          <pc:docMk/>
          <pc:sldMk cId="1835531626" sldId="1266"/>
        </pc:sldMkLst>
      </pc:sldChg>
      <pc:sldChg chg="del">
        <pc:chgData name="Qu, Chengyi" userId="9f02c3db-5b00-4063-9ad4-7cdd84fdd2bb" providerId="ADAL" clId="{1F24A312-CE90-46DA-8B2A-8596C84ACAA4}" dt="2024-01-27T02:55:56.805" v="0" actId="47"/>
        <pc:sldMkLst>
          <pc:docMk/>
          <pc:sldMk cId="2793842598" sldId="1267"/>
        </pc:sldMkLst>
      </pc:sldChg>
      <pc:sldChg chg="addSp delSp modSp new mod">
        <pc:chgData name="Qu, Chengyi" userId="9f02c3db-5b00-4063-9ad4-7cdd84fdd2bb" providerId="ADAL" clId="{1F24A312-CE90-46DA-8B2A-8596C84ACAA4}" dt="2024-01-28T03:34:03.662" v="325" actId="1076"/>
        <pc:sldMkLst>
          <pc:docMk/>
          <pc:sldMk cId="2897299916" sldId="1267"/>
        </pc:sldMkLst>
      </pc:sldChg>
      <pc:sldChg chg="addSp delSp modSp add mod">
        <pc:chgData name="Qu, Chengyi" userId="9f02c3db-5b00-4063-9ad4-7cdd84fdd2bb" providerId="ADAL" clId="{1F24A312-CE90-46DA-8B2A-8596C84ACAA4}" dt="2024-01-28T03:42:09.247" v="354" actId="20577"/>
        <pc:sldMkLst>
          <pc:docMk/>
          <pc:sldMk cId="730941134" sldId="1268"/>
        </pc:sldMkLst>
      </pc:sldChg>
      <pc:sldChg chg="del">
        <pc:chgData name="Qu, Chengyi" userId="9f02c3db-5b00-4063-9ad4-7cdd84fdd2bb" providerId="ADAL" clId="{1F24A312-CE90-46DA-8B2A-8596C84ACAA4}" dt="2024-01-27T02:55:56.805" v="0" actId="47"/>
        <pc:sldMkLst>
          <pc:docMk/>
          <pc:sldMk cId="3532468293" sldId="1268"/>
        </pc:sldMkLst>
      </pc:sldChg>
      <pc:sldChg chg="del">
        <pc:chgData name="Qu, Chengyi" userId="9f02c3db-5b00-4063-9ad4-7cdd84fdd2bb" providerId="ADAL" clId="{1F24A312-CE90-46DA-8B2A-8596C84ACAA4}" dt="2024-01-27T02:55:56.805" v="0" actId="47"/>
        <pc:sldMkLst>
          <pc:docMk/>
          <pc:sldMk cId="912014593" sldId="1269"/>
        </pc:sldMkLst>
      </pc:sldChg>
      <pc:sldChg chg="del">
        <pc:chgData name="Qu, Chengyi" userId="9f02c3db-5b00-4063-9ad4-7cdd84fdd2bb" providerId="ADAL" clId="{1F24A312-CE90-46DA-8B2A-8596C84ACAA4}" dt="2024-01-27T02:55:56.805" v="0" actId="47"/>
        <pc:sldMkLst>
          <pc:docMk/>
          <pc:sldMk cId="3645425597" sldId="1270"/>
        </pc:sldMkLst>
      </pc:sldChg>
      <pc:sldChg chg="del">
        <pc:chgData name="Qu, Chengyi" userId="9f02c3db-5b00-4063-9ad4-7cdd84fdd2bb" providerId="ADAL" clId="{1F24A312-CE90-46DA-8B2A-8596C84ACAA4}" dt="2024-01-27T02:55:56.805" v="0" actId="47"/>
        <pc:sldMkLst>
          <pc:docMk/>
          <pc:sldMk cId="1358948776" sldId="1271"/>
        </pc:sldMkLst>
      </pc:sldChg>
      <pc:sldChg chg="del">
        <pc:chgData name="Qu, Chengyi" userId="9f02c3db-5b00-4063-9ad4-7cdd84fdd2bb" providerId="ADAL" clId="{1F24A312-CE90-46DA-8B2A-8596C84ACAA4}" dt="2024-01-27T02:55:56.805" v="0" actId="47"/>
        <pc:sldMkLst>
          <pc:docMk/>
          <pc:sldMk cId="1825207080" sldId="1272"/>
        </pc:sldMkLst>
      </pc:sldChg>
      <pc:sldChg chg="del">
        <pc:chgData name="Qu, Chengyi" userId="9f02c3db-5b00-4063-9ad4-7cdd84fdd2bb" providerId="ADAL" clId="{1F24A312-CE90-46DA-8B2A-8596C84ACAA4}" dt="2024-01-27T02:55:56.805" v="0" actId="47"/>
        <pc:sldMkLst>
          <pc:docMk/>
          <pc:sldMk cId="1950225687" sldId="1273"/>
        </pc:sldMkLst>
      </pc:sldChg>
      <pc:sldMasterChg chg="delSldLayout">
        <pc:chgData name="Qu, Chengyi" userId="9f02c3db-5b00-4063-9ad4-7cdd84fdd2bb" providerId="ADAL" clId="{1F24A312-CE90-46DA-8B2A-8596C84ACAA4}" dt="2024-01-27T02:55:56.805" v="0" actId="47"/>
        <pc:sldMasterMkLst>
          <pc:docMk/>
          <pc:sldMasterMk cId="2807116942" sldId="2147483648"/>
        </pc:sldMasterMkLst>
        <pc:sldLayoutChg chg="del">
          <pc:chgData name="Qu, Chengyi" userId="9f02c3db-5b00-4063-9ad4-7cdd84fdd2bb" providerId="ADAL" clId="{1F24A312-CE90-46DA-8B2A-8596C84ACAA4}" dt="2024-01-27T02:55:56.805" v="0" actId="47"/>
          <pc:sldLayoutMkLst>
            <pc:docMk/>
            <pc:sldMasterMk cId="2807116942" sldId="2147483648"/>
            <pc:sldLayoutMk cId="1509607055" sldId="2147483681"/>
          </pc:sldLayoutMkLst>
        </pc:sldLayoutChg>
      </pc:sldMasterChg>
    </pc:docChg>
  </pc:docChgLst>
  <pc:docChgLst>
    <pc:chgData name="Qu, Chengyi" userId="9f02c3db-5b00-4063-9ad4-7cdd84fdd2bb" providerId="ADAL" clId="{71EBC684-37BE-40AE-943F-85B359DFBCAD}"/>
    <pc:docChg chg="undo custSel addSld delSld modSld sldOrd">
      <pc:chgData name="Qu, Chengyi" userId="9f02c3db-5b00-4063-9ad4-7cdd84fdd2bb" providerId="ADAL" clId="{71EBC684-37BE-40AE-943F-85B359DFBCAD}" dt="2024-01-09T16:40:24.173" v="390"/>
      <pc:docMkLst>
        <pc:docMk/>
      </pc:docMkLst>
      <pc:sldChg chg="modSp">
        <pc:chgData name="Qu, Chengyi" userId="9f02c3db-5b00-4063-9ad4-7cdd84fdd2bb" providerId="ADAL" clId="{71EBC684-37BE-40AE-943F-85B359DFBCAD}" dt="2024-01-09T16:03:38.752" v="43" actId="20577"/>
        <pc:sldMkLst>
          <pc:docMk/>
          <pc:sldMk cId="553553694" sldId="258"/>
        </pc:sldMkLst>
      </pc:sldChg>
      <pc:sldChg chg="modSp add del">
        <pc:chgData name="Qu, Chengyi" userId="9f02c3db-5b00-4063-9ad4-7cdd84fdd2bb" providerId="ADAL" clId="{71EBC684-37BE-40AE-943F-85B359DFBCAD}" dt="2024-01-09T16:33:06.416" v="367" actId="207"/>
        <pc:sldMkLst>
          <pc:docMk/>
          <pc:sldMk cId="0" sldId="261"/>
        </pc:sldMkLst>
      </pc:sldChg>
      <pc:sldChg chg="modSp add del">
        <pc:chgData name="Qu, Chengyi" userId="9f02c3db-5b00-4063-9ad4-7cdd84fdd2bb" providerId="ADAL" clId="{71EBC684-37BE-40AE-943F-85B359DFBCAD}" dt="2024-01-09T16:33:13.542" v="368" actId="207"/>
        <pc:sldMkLst>
          <pc:docMk/>
          <pc:sldMk cId="0" sldId="262"/>
        </pc:sldMkLst>
      </pc:sldChg>
      <pc:sldChg chg="modSp add del">
        <pc:chgData name="Qu, Chengyi" userId="9f02c3db-5b00-4063-9ad4-7cdd84fdd2bb" providerId="ADAL" clId="{71EBC684-37BE-40AE-943F-85B359DFBCAD}" dt="2024-01-09T16:33:21.854" v="369" actId="207"/>
        <pc:sldMkLst>
          <pc:docMk/>
          <pc:sldMk cId="0" sldId="263"/>
        </pc:sldMkLst>
      </pc:sldChg>
      <pc:sldChg chg="modSp add del">
        <pc:chgData name="Qu, Chengyi" userId="9f02c3db-5b00-4063-9ad4-7cdd84fdd2bb" providerId="ADAL" clId="{71EBC684-37BE-40AE-943F-85B359DFBCAD}" dt="2024-01-09T16:33:33.053" v="370" actId="207"/>
        <pc:sldMkLst>
          <pc:docMk/>
          <pc:sldMk cId="0" sldId="264"/>
        </pc:sldMkLst>
      </pc:sldChg>
      <pc:sldChg chg="modSp add del">
        <pc:chgData name="Qu, Chengyi" userId="9f02c3db-5b00-4063-9ad4-7cdd84fdd2bb" providerId="ADAL" clId="{71EBC684-37BE-40AE-943F-85B359DFBCAD}" dt="2024-01-09T16:33:57.054" v="371" actId="207"/>
        <pc:sldMkLst>
          <pc:docMk/>
          <pc:sldMk cId="0" sldId="265"/>
        </pc:sldMkLst>
      </pc:sldChg>
      <pc:sldChg chg="add">
        <pc:chgData name="Qu, Chengyi" userId="9f02c3db-5b00-4063-9ad4-7cdd84fdd2bb" providerId="ADAL" clId="{71EBC684-37BE-40AE-943F-85B359DFBCAD}" dt="2024-01-09T16:08:22.221" v="86"/>
        <pc:sldMkLst>
          <pc:docMk/>
          <pc:sldMk cId="1283235496" sldId="270"/>
        </pc:sldMkLst>
      </pc:sldChg>
      <pc:sldChg chg="add">
        <pc:chgData name="Qu, Chengyi" userId="9f02c3db-5b00-4063-9ad4-7cdd84fdd2bb" providerId="ADAL" clId="{71EBC684-37BE-40AE-943F-85B359DFBCAD}" dt="2024-01-09T16:08:22.221" v="86"/>
        <pc:sldMkLst>
          <pc:docMk/>
          <pc:sldMk cId="1976470243" sldId="271"/>
        </pc:sldMkLst>
      </pc:sldChg>
      <pc:sldChg chg="add">
        <pc:chgData name="Qu, Chengyi" userId="9f02c3db-5b00-4063-9ad4-7cdd84fdd2bb" providerId="ADAL" clId="{71EBC684-37BE-40AE-943F-85B359DFBCAD}" dt="2024-01-09T16:08:22.221" v="86"/>
        <pc:sldMkLst>
          <pc:docMk/>
          <pc:sldMk cId="2385946305" sldId="272"/>
        </pc:sldMkLst>
      </pc:sldChg>
      <pc:sldChg chg="add">
        <pc:chgData name="Qu, Chengyi" userId="9f02c3db-5b00-4063-9ad4-7cdd84fdd2bb" providerId="ADAL" clId="{71EBC684-37BE-40AE-943F-85B359DFBCAD}" dt="2024-01-09T16:08:22.221" v="86"/>
        <pc:sldMkLst>
          <pc:docMk/>
          <pc:sldMk cId="834100436" sldId="273"/>
        </pc:sldMkLst>
      </pc:sldChg>
      <pc:sldChg chg="del">
        <pc:chgData name="Qu, Chengyi" userId="9f02c3db-5b00-4063-9ad4-7cdd84fdd2bb" providerId="ADAL" clId="{71EBC684-37BE-40AE-943F-85B359DFBCAD}" dt="2024-01-09T16:08:30.571" v="104" actId="2696"/>
        <pc:sldMkLst>
          <pc:docMk/>
          <pc:sldMk cId="1167962290" sldId="274"/>
        </pc:sldMkLst>
      </pc:sldChg>
      <pc:sldChg chg="del">
        <pc:chgData name="Qu, Chengyi" userId="9f02c3db-5b00-4063-9ad4-7cdd84fdd2bb" providerId="ADAL" clId="{71EBC684-37BE-40AE-943F-85B359DFBCAD}" dt="2024-01-09T16:08:30.494" v="90" actId="2696"/>
        <pc:sldMkLst>
          <pc:docMk/>
          <pc:sldMk cId="506940129" sldId="275"/>
        </pc:sldMkLst>
      </pc:sldChg>
      <pc:sldChg chg="modSp add del">
        <pc:chgData name="Qu, Chengyi" userId="9f02c3db-5b00-4063-9ad4-7cdd84fdd2bb" providerId="ADAL" clId="{71EBC684-37BE-40AE-943F-85B359DFBCAD}" dt="2024-01-09T16:12:26.136" v="116" actId="207"/>
        <pc:sldMkLst>
          <pc:docMk/>
          <pc:sldMk cId="2242056526" sldId="276"/>
        </pc:sldMkLst>
      </pc:sldChg>
      <pc:sldChg chg="add">
        <pc:chgData name="Qu, Chengyi" userId="9f02c3db-5b00-4063-9ad4-7cdd84fdd2bb" providerId="ADAL" clId="{71EBC684-37BE-40AE-943F-85B359DFBCAD}" dt="2024-01-09T16:08:22.221" v="86"/>
        <pc:sldMkLst>
          <pc:docMk/>
          <pc:sldMk cId="3925861337" sldId="280"/>
        </pc:sldMkLst>
      </pc:sldChg>
      <pc:sldChg chg="add">
        <pc:chgData name="Qu, Chengyi" userId="9f02c3db-5b00-4063-9ad4-7cdd84fdd2bb" providerId="ADAL" clId="{71EBC684-37BE-40AE-943F-85B359DFBCAD}" dt="2024-01-09T16:08:22.221" v="86"/>
        <pc:sldMkLst>
          <pc:docMk/>
          <pc:sldMk cId="1986486448" sldId="281"/>
        </pc:sldMkLst>
      </pc:sldChg>
      <pc:sldChg chg="add">
        <pc:chgData name="Qu, Chengyi" userId="9f02c3db-5b00-4063-9ad4-7cdd84fdd2bb" providerId="ADAL" clId="{71EBC684-37BE-40AE-943F-85B359DFBCAD}" dt="2024-01-09T16:08:22.221" v="86"/>
        <pc:sldMkLst>
          <pc:docMk/>
          <pc:sldMk cId="2836295078" sldId="282"/>
        </pc:sldMkLst>
      </pc:sldChg>
      <pc:sldChg chg="del">
        <pc:chgData name="Qu, Chengyi" userId="9f02c3db-5b00-4063-9ad4-7cdd84fdd2bb" providerId="ADAL" clId="{71EBC684-37BE-40AE-943F-85B359DFBCAD}" dt="2024-01-09T16:08:30.581" v="106" actId="2696"/>
        <pc:sldMkLst>
          <pc:docMk/>
          <pc:sldMk cId="2263096639" sldId="284"/>
        </pc:sldMkLst>
      </pc:sldChg>
      <pc:sldChg chg="del">
        <pc:chgData name="Qu, Chengyi" userId="9f02c3db-5b00-4063-9ad4-7cdd84fdd2bb" providerId="ADAL" clId="{71EBC684-37BE-40AE-943F-85B359DFBCAD}" dt="2024-01-09T16:08:30.607" v="110" actId="2696"/>
        <pc:sldMkLst>
          <pc:docMk/>
          <pc:sldMk cId="3164840039" sldId="290"/>
        </pc:sldMkLst>
      </pc:sldChg>
      <pc:sldChg chg="del">
        <pc:chgData name="Qu, Chengyi" userId="9f02c3db-5b00-4063-9ad4-7cdd84fdd2bb" providerId="ADAL" clId="{71EBC684-37BE-40AE-943F-85B359DFBCAD}" dt="2024-01-09T16:08:30.577" v="105" actId="2696"/>
        <pc:sldMkLst>
          <pc:docMk/>
          <pc:sldMk cId="828849643" sldId="292"/>
        </pc:sldMkLst>
      </pc:sldChg>
      <pc:sldChg chg="add">
        <pc:chgData name="Qu, Chengyi" userId="9f02c3db-5b00-4063-9ad4-7cdd84fdd2bb" providerId="ADAL" clId="{71EBC684-37BE-40AE-943F-85B359DFBCAD}" dt="2024-01-09T16:08:22.221" v="86"/>
        <pc:sldMkLst>
          <pc:docMk/>
          <pc:sldMk cId="4015059804" sldId="335"/>
        </pc:sldMkLst>
      </pc:sldChg>
      <pc:sldChg chg="del">
        <pc:chgData name="Qu, Chengyi" userId="9f02c3db-5b00-4063-9ad4-7cdd84fdd2bb" providerId="ADAL" clId="{71EBC684-37BE-40AE-943F-85B359DFBCAD}" dt="2024-01-09T16:08:30.488" v="89" actId="2696"/>
        <pc:sldMkLst>
          <pc:docMk/>
          <pc:sldMk cId="3586452947" sldId="385"/>
        </pc:sldMkLst>
      </pc:sldChg>
      <pc:sldChg chg="del">
        <pc:chgData name="Qu, Chengyi" userId="9f02c3db-5b00-4063-9ad4-7cdd84fdd2bb" providerId="ADAL" clId="{71EBC684-37BE-40AE-943F-85B359DFBCAD}" dt="2024-01-09T16:08:30.557" v="101" actId="2696"/>
        <pc:sldMkLst>
          <pc:docMk/>
          <pc:sldMk cId="2297114513" sldId="386"/>
        </pc:sldMkLst>
      </pc:sldChg>
      <pc:sldChg chg="del">
        <pc:chgData name="Qu, Chengyi" userId="9f02c3db-5b00-4063-9ad4-7cdd84fdd2bb" providerId="ADAL" clId="{71EBC684-37BE-40AE-943F-85B359DFBCAD}" dt="2024-01-09T16:08:30.542" v="98" actId="2696"/>
        <pc:sldMkLst>
          <pc:docMk/>
          <pc:sldMk cId="57844262" sldId="389"/>
        </pc:sldMkLst>
      </pc:sldChg>
      <pc:sldChg chg="add">
        <pc:chgData name="Qu, Chengyi" userId="9f02c3db-5b00-4063-9ad4-7cdd84fdd2bb" providerId="ADAL" clId="{71EBC684-37BE-40AE-943F-85B359DFBCAD}" dt="2024-01-09T16:08:22.221" v="86"/>
        <pc:sldMkLst>
          <pc:docMk/>
          <pc:sldMk cId="4242966397" sldId="390"/>
        </pc:sldMkLst>
      </pc:sldChg>
      <pc:sldChg chg="del">
        <pc:chgData name="Qu, Chengyi" userId="9f02c3db-5b00-4063-9ad4-7cdd84fdd2bb" providerId="ADAL" clId="{71EBC684-37BE-40AE-943F-85B359DFBCAD}" dt="2024-01-09T16:08:30.500" v="91" actId="2696"/>
        <pc:sldMkLst>
          <pc:docMk/>
          <pc:sldMk cId="313756204" sldId="392"/>
        </pc:sldMkLst>
      </pc:sldChg>
      <pc:sldChg chg="add">
        <pc:chgData name="Qu, Chengyi" userId="9f02c3db-5b00-4063-9ad4-7cdd84fdd2bb" providerId="ADAL" clId="{71EBC684-37BE-40AE-943F-85B359DFBCAD}" dt="2024-01-09T16:08:22.221" v="86"/>
        <pc:sldMkLst>
          <pc:docMk/>
          <pc:sldMk cId="2319081198" sldId="446"/>
        </pc:sldMkLst>
      </pc:sldChg>
      <pc:sldChg chg="add">
        <pc:chgData name="Qu, Chengyi" userId="9f02c3db-5b00-4063-9ad4-7cdd84fdd2bb" providerId="ADAL" clId="{71EBC684-37BE-40AE-943F-85B359DFBCAD}" dt="2024-01-09T16:07:30.569" v="85"/>
        <pc:sldMkLst>
          <pc:docMk/>
          <pc:sldMk cId="626454371" sldId="504"/>
        </pc:sldMkLst>
      </pc:sldChg>
      <pc:sldChg chg="del">
        <pc:chgData name="Qu, Chengyi" userId="9f02c3db-5b00-4063-9ad4-7cdd84fdd2bb" providerId="ADAL" clId="{71EBC684-37BE-40AE-943F-85B359DFBCAD}" dt="2024-01-09T16:08:30.505" v="92" actId="2696"/>
        <pc:sldMkLst>
          <pc:docMk/>
          <pc:sldMk cId="2570994425" sldId="505"/>
        </pc:sldMkLst>
      </pc:sldChg>
      <pc:sldChg chg="del">
        <pc:chgData name="Qu, Chengyi" userId="9f02c3db-5b00-4063-9ad4-7cdd84fdd2bb" providerId="ADAL" clId="{71EBC684-37BE-40AE-943F-85B359DFBCAD}" dt="2024-01-09T16:08:30.510" v="93" actId="2696"/>
        <pc:sldMkLst>
          <pc:docMk/>
          <pc:sldMk cId="951130442" sldId="506"/>
        </pc:sldMkLst>
      </pc:sldChg>
      <pc:sldChg chg="del">
        <pc:chgData name="Qu, Chengyi" userId="9f02c3db-5b00-4063-9ad4-7cdd84fdd2bb" providerId="ADAL" clId="{71EBC684-37BE-40AE-943F-85B359DFBCAD}" dt="2024-01-09T16:08:30.567" v="103" actId="2696"/>
        <pc:sldMkLst>
          <pc:docMk/>
          <pc:sldMk cId="735510040" sldId="509"/>
        </pc:sldMkLst>
      </pc:sldChg>
      <pc:sldChg chg="add">
        <pc:chgData name="Qu, Chengyi" userId="9f02c3db-5b00-4063-9ad4-7cdd84fdd2bb" providerId="ADAL" clId="{71EBC684-37BE-40AE-943F-85B359DFBCAD}" dt="2024-01-09T16:08:22.221" v="86"/>
        <pc:sldMkLst>
          <pc:docMk/>
          <pc:sldMk cId="1508545327" sldId="522"/>
        </pc:sldMkLst>
      </pc:sldChg>
      <pc:sldChg chg="add ord">
        <pc:chgData name="Qu, Chengyi" userId="9f02c3db-5b00-4063-9ad4-7cdd84fdd2bb" providerId="ADAL" clId="{71EBC684-37BE-40AE-943F-85B359DFBCAD}" dt="2024-01-09T16:40:24.173" v="390"/>
        <pc:sldMkLst>
          <pc:docMk/>
          <pc:sldMk cId="854743546" sldId="526"/>
        </pc:sldMkLst>
      </pc:sldChg>
      <pc:sldChg chg="add del">
        <pc:chgData name="Qu, Chengyi" userId="9f02c3db-5b00-4063-9ad4-7cdd84fdd2bb" providerId="ADAL" clId="{71EBC684-37BE-40AE-943F-85B359DFBCAD}" dt="2024-01-09T16:06:51.507" v="84"/>
        <pc:sldMkLst>
          <pc:docMk/>
          <pc:sldMk cId="4168855840" sldId="533"/>
        </pc:sldMkLst>
      </pc:sldChg>
      <pc:sldChg chg="addSp delSp modSp add">
        <pc:chgData name="Qu, Chengyi" userId="9f02c3db-5b00-4063-9ad4-7cdd84fdd2bb" providerId="ADAL" clId="{71EBC684-37BE-40AE-943F-85B359DFBCAD}" dt="2024-01-09T16:37:53.443" v="386" actId="1076"/>
        <pc:sldMkLst>
          <pc:docMk/>
          <pc:sldMk cId="1949189601" sldId="573"/>
        </pc:sldMkLst>
      </pc:sldChg>
      <pc:sldChg chg="del">
        <pc:chgData name="Qu, Chengyi" userId="9f02c3db-5b00-4063-9ad4-7cdd84fdd2bb" providerId="ADAL" clId="{71EBC684-37BE-40AE-943F-85B359DFBCAD}" dt="2024-01-09T16:08:30.522" v="95" actId="2696"/>
        <pc:sldMkLst>
          <pc:docMk/>
          <pc:sldMk cId="2316705036" sldId="603"/>
        </pc:sldMkLst>
      </pc:sldChg>
      <pc:sldChg chg="del">
        <pc:chgData name="Qu, Chengyi" userId="9f02c3db-5b00-4063-9ad4-7cdd84fdd2bb" providerId="ADAL" clId="{71EBC684-37BE-40AE-943F-85B359DFBCAD}" dt="2024-01-09T16:08:30.526" v="96" actId="2696"/>
        <pc:sldMkLst>
          <pc:docMk/>
          <pc:sldMk cId="2915450618" sldId="604"/>
        </pc:sldMkLst>
      </pc:sldChg>
      <pc:sldChg chg="del">
        <pc:chgData name="Qu, Chengyi" userId="9f02c3db-5b00-4063-9ad4-7cdd84fdd2bb" providerId="ADAL" clId="{71EBC684-37BE-40AE-943F-85B359DFBCAD}" dt="2024-01-09T16:08:30.551" v="99" actId="2696"/>
        <pc:sldMkLst>
          <pc:docMk/>
          <pc:sldMk cId="562797420" sldId="608"/>
        </pc:sldMkLst>
      </pc:sldChg>
      <pc:sldChg chg="del">
        <pc:chgData name="Qu, Chengyi" userId="9f02c3db-5b00-4063-9ad4-7cdd84fdd2bb" providerId="ADAL" clId="{71EBC684-37BE-40AE-943F-85B359DFBCAD}" dt="2024-01-09T16:08:30.517" v="94" actId="2696"/>
        <pc:sldMkLst>
          <pc:docMk/>
          <pc:sldMk cId="3938647246" sldId="867"/>
        </pc:sldMkLst>
      </pc:sldChg>
      <pc:sldChg chg="del">
        <pc:chgData name="Qu, Chengyi" userId="9f02c3db-5b00-4063-9ad4-7cdd84fdd2bb" providerId="ADAL" clId="{71EBC684-37BE-40AE-943F-85B359DFBCAD}" dt="2024-01-09T16:08:30.482" v="88" actId="2696"/>
        <pc:sldMkLst>
          <pc:docMk/>
          <pc:sldMk cId="1165219369" sldId="919"/>
        </pc:sldMkLst>
      </pc:sldChg>
      <pc:sldChg chg="addSp delSp modSp">
        <pc:chgData name="Qu, Chengyi" userId="9f02c3db-5b00-4063-9ad4-7cdd84fdd2bb" providerId="ADAL" clId="{71EBC684-37BE-40AE-943F-85B359DFBCAD}" dt="2024-01-09T16:04:58.638" v="77" actId="20577"/>
        <pc:sldMkLst>
          <pc:docMk/>
          <pc:sldMk cId="1987998376" sldId="964"/>
        </pc:sldMkLst>
      </pc:sldChg>
      <pc:sldChg chg="del">
        <pc:chgData name="Qu, Chengyi" userId="9f02c3db-5b00-4063-9ad4-7cdd84fdd2bb" providerId="ADAL" clId="{71EBC684-37BE-40AE-943F-85B359DFBCAD}" dt="2024-01-09T16:08:30.535" v="97" actId="2696"/>
        <pc:sldMkLst>
          <pc:docMk/>
          <pc:sldMk cId="3956557252" sldId="965"/>
        </pc:sldMkLst>
      </pc:sldChg>
      <pc:sldChg chg="add ord">
        <pc:chgData name="Qu, Chengyi" userId="9f02c3db-5b00-4063-9ad4-7cdd84fdd2bb" providerId="ADAL" clId="{71EBC684-37BE-40AE-943F-85B359DFBCAD}" dt="2024-01-09T16:40:24.173" v="390"/>
        <pc:sldMkLst>
          <pc:docMk/>
          <pc:sldMk cId="3628008649" sldId="971"/>
        </pc:sldMkLst>
      </pc:sldChg>
      <pc:sldChg chg="add ord">
        <pc:chgData name="Qu, Chengyi" userId="9f02c3db-5b00-4063-9ad4-7cdd84fdd2bb" providerId="ADAL" clId="{71EBC684-37BE-40AE-943F-85B359DFBCAD}" dt="2024-01-09T16:40:24.173" v="390"/>
        <pc:sldMkLst>
          <pc:docMk/>
          <pc:sldMk cId="3445340925" sldId="972"/>
        </pc:sldMkLst>
      </pc:sldChg>
      <pc:sldChg chg="del">
        <pc:chgData name="Qu, Chengyi" userId="9f02c3db-5b00-4063-9ad4-7cdd84fdd2bb" providerId="ADAL" clId="{71EBC684-37BE-40AE-943F-85B359DFBCAD}" dt="2024-01-09T16:08:30.473" v="87" actId="2696"/>
        <pc:sldMkLst>
          <pc:docMk/>
          <pc:sldMk cId="56815972" sldId="1257"/>
        </pc:sldMkLst>
      </pc:sldChg>
      <pc:sldChg chg="del">
        <pc:chgData name="Qu, Chengyi" userId="9f02c3db-5b00-4063-9ad4-7cdd84fdd2bb" providerId="ADAL" clId="{71EBC684-37BE-40AE-943F-85B359DFBCAD}" dt="2024-01-09T16:08:30.561" v="102" actId="2696"/>
        <pc:sldMkLst>
          <pc:docMk/>
          <pc:sldMk cId="2835061460" sldId="1258"/>
        </pc:sldMkLst>
      </pc:sldChg>
      <pc:sldChg chg="del">
        <pc:chgData name="Qu, Chengyi" userId="9f02c3db-5b00-4063-9ad4-7cdd84fdd2bb" providerId="ADAL" clId="{71EBC684-37BE-40AE-943F-85B359DFBCAD}" dt="2024-01-09T16:08:30.603" v="109" actId="2696"/>
        <pc:sldMkLst>
          <pc:docMk/>
          <pc:sldMk cId="1307588251" sldId="1259"/>
        </pc:sldMkLst>
      </pc:sldChg>
      <pc:sldChg chg="del">
        <pc:chgData name="Qu, Chengyi" userId="9f02c3db-5b00-4063-9ad4-7cdd84fdd2bb" providerId="ADAL" clId="{71EBC684-37BE-40AE-943F-85B359DFBCAD}" dt="2024-01-09T16:08:30.594" v="107" actId="2696"/>
        <pc:sldMkLst>
          <pc:docMk/>
          <pc:sldMk cId="1694100107" sldId="1260"/>
        </pc:sldMkLst>
      </pc:sldChg>
      <pc:sldChg chg="modSp add">
        <pc:chgData name="Qu, Chengyi" userId="9f02c3db-5b00-4063-9ad4-7cdd84fdd2bb" providerId="ADAL" clId="{71EBC684-37BE-40AE-943F-85B359DFBCAD}" dt="2024-01-09T16:05:16.829" v="79" actId="207"/>
        <pc:sldMkLst>
          <pc:docMk/>
          <pc:sldMk cId="1883330637" sldId="1261"/>
        </pc:sldMkLst>
      </pc:sldChg>
      <pc:sldChg chg="add del">
        <pc:chgData name="Qu, Chengyi" userId="9f02c3db-5b00-4063-9ad4-7cdd84fdd2bb" providerId="ADAL" clId="{71EBC684-37BE-40AE-943F-85B359DFBCAD}" dt="2024-01-09T16:06:51.178" v="83"/>
        <pc:sldMkLst>
          <pc:docMk/>
          <pc:sldMk cId="764943190" sldId="1262"/>
        </pc:sldMkLst>
      </pc:sldChg>
      <pc:sldChg chg="add">
        <pc:chgData name="Qu, Chengyi" userId="9f02c3db-5b00-4063-9ad4-7cdd84fdd2bb" providerId="ADAL" clId="{71EBC684-37BE-40AE-943F-85B359DFBCAD}" dt="2024-01-09T16:07:30.569" v="85"/>
        <pc:sldMkLst>
          <pc:docMk/>
          <pc:sldMk cId="2506038731" sldId="1262"/>
        </pc:sldMkLst>
      </pc:sldChg>
      <pc:sldChg chg="add">
        <pc:chgData name="Qu, Chengyi" userId="9f02c3db-5b00-4063-9ad4-7cdd84fdd2bb" providerId="ADAL" clId="{71EBC684-37BE-40AE-943F-85B359DFBCAD}" dt="2024-01-09T16:08:22.221" v="86"/>
        <pc:sldMkLst>
          <pc:docMk/>
          <pc:sldMk cId="612722790" sldId="1263"/>
        </pc:sldMkLst>
      </pc:sldChg>
      <pc:sldChg chg="modSp add">
        <pc:chgData name="Qu, Chengyi" userId="9f02c3db-5b00-4063-9ad4-7cdd84fdd2bb" providerId="ADAL" clId="{71EBC684-37BE-40AE-943F-85B359DFBCAD}" dt="2024-01-09T16:25:59.529" v="362" actId="20577"/>
        <pc:sldMkLst>
          <pc:docMk/>
          <pc:sldMk cId="84850273" sldId="1264"/>
        </pc:sldMkLst>
      </pc:sldChg>
      <pc:sldChg chg="modSp add del">
        <pc:chgData name="Qu, Chengyi" userId="9f02c3db-5b00-4063-9ad4-7cdd84fdd2bb" providerId="ADAL" clId="{71EBC684-37BE-40AE-943F-85B359DFBCAD}" dt="2024-01-09T16:37:16.482" v="376" actId="2696"/>
        <pc:sldMkLst>
          <pc:docMk/>
          <pc:sldMk cId="3507344199" sldId="1265"/>
        </pc:sldMkLst>
      </pc:sldChg>
      <pc:sldChg chg="modSp add del">
        <pc:chgData name="Qu, Chengyi" userId="9f02c3db-5b00-4063-9ad4-7cdd84fdd2bb" providerId="ADAL" clId="{71EBC684-37BE-40AE-943F-85B359DFBCAD}" dt="2024-01-09T16:38:21.366" v="389" actId="20577"/>
        <pc:sldMkLst>
          <pc:docMk/>
          <pc:sldMk cId="1835531626" sldId="1266"/>
        </pc:sldMkLst>
      </pc:sldChg>
      <pc:sldMasterChg chg="delSldLayout">
        <pc:chgData name="Qu, Chengyi" userId="9f02c3db-5b00-4063-9ad4-7cdd84fdd2bb" providerId="ADAL" clId="{71EBC684-37BE-40AE-943F-85B359DFBCAD}" dt="2024-01-09T16:08:30.595" v="108" actId="2696"/>
        <pc:sldMasterMkLst>
          <pc:docMk/>
          <pc:sldMasterMk cId="481874104" sldId="2147483667"/>
        </pc:sldMasterMkLst>
        <pc:sldLayoutChg chg="del">
          <pc:chgData name="Qu, Chengyi" userId="9f02c3db-5b00-4063-9ad4-7cdd84fdd2bb" providerId="ADAL" clId="{71EBC684-37BE-40AE-943F-85B359DFBCAD}" dt="2024-01-09T16:08:30.553" v="100" actId="2696"/>
          <pc:sldLayoutMkLst>
            <pc:docMk/>
            <pc:sldMasterMk cId="481874104" sldId="2147483667"/>
            <pc:sldLayoutMk cId="1386336603" sldId="2147483679"/>
          </pc:sldLayoutMkLst>
        </pc:sldLayoutChg>
        <pc:sldLayoutChg chg="del">
          <pc:chgData name="Qu, Chengyi" userId="9f02c3db-5b00-4063-9ad4-7cdd84fdd2bb" providerId="ADAL" clId="{71EBC684-37BE-40AE-943F-85B359DFBCAD}" dt="2024-01-09T16:08:30.595" v="108" actId="2696"/>
          <pc:sldLayoutMkLst>
            <pc:docMk/>
            <pc:sldMasterMk cId="481874104" sldId="2147483667"/>
            <pc:sldLayoutMk cId="1457830139" sldId="2147483680"/>
          </pc:sldLayoutMkLst>
        </pc:sldLayoutChg>
      </pc:sldMasterChg>
    </pc:docChg>
  </pc:docChgLst>
  <pc:docChgLst>
    <pc:chgData name="Qu, Chengyi" userId="9f02c3db-5b00-4063-9ad4-7cdd84fdd2bb" providerId="ADAL" clId="{54A67444-F441-4145-B7B7-0BC8ED328209}"/>
    <pc:docChg chg="undo custSel addSld delSld modSld delMainMaster">
      <pc:chgData name="Qu, Chengyi" userId="9f02c3db-5b00-4063-9ad4-7cdd84fdd2bb" providerId="ADAL" clId="{54A67444-F441-4145-B7B7-0BC8ED328209}" dt="2024-01-23T16:11:02.586" v="47" actId="14100"/>
      <pc:docMkLst>
        <pc:docMk/>
      </pc:docMkLst>
      <pc:sldChg chg="modSp mod">
        <pc:chgData name="Qu, Chengyi" userId="9f02c3db-5b00-4063-9ad4-7cdd84fdd2bb" providerId="ADAL" clId="{54A67444-F441-4145-B7B7-0BC8ED328209}" dt="2024-01-23T16:02:39.941" v="9" actId="20577"/>
        <pc:sldMkLst>
          <pc:docMk/>
          <pc:sldMk cId="553553694" sldId="258"/>
        </pc:sldMkLst>
      </pc:sldChg>
      <pc:sldChg chg="add modNotes">
        <pc:chgData name="Qu, Chengyi" userId="9f02c3db-5b00-4063-9ad4-7cdd84fdd2bb" providerId="ADAL" clId="{54A67444-F441-4145-B7B7-0BC8ED328209}" dt="2024-01-23T16:06:18.819" v="43"/>
        <pc:sldMkLst>
          <pc:docMk/>
          <pc:sldMk cId="1990146364" sldId="259"/>
        </pc:sldMkLst>
      </pc:sldChg>
      <pc:sldChg chg="del">
        <pc:chgData name="Qu, Chengyi" userId="9f02c3db-5b00-4063-9ad4-7cdd84fdd2bb" providerId="ADAL" clId="{54A67444-F441-4145-B7B7-0BC8ED328209}" dt="2024-01-23T16:04:34.681" v="21" actId="47"/>
        <pc:sldMkLst>
          <pc:docMk/>
          <pc:sldMk cId="0" sldId="261"/>
        </pc:sldMkLst>
      </pc:sldChg>
      <pc:sldChg chg="add del">
        <pc:chgData name="Qu, Chengyi" userId="9f02c3db-5b00-4063-9ad4-7cdd84fdd2bb" providerId="ADAL" clId="{54A67444-F441-4145-B7B7-0BC8ED328209}" dt="2024-01-23T16:06:18.819" v="43"/>
        <pc:sldMkLst>
          <pc:docMk/>
          <pc:sldMk cId="3379956012" sldId="261"/>
        </pc:sldMkLst>
      </pc:sldChg>
      <pc:sldChg chg="del">
        <pc:chgData name="Qu, Chengyi" userId="9f02c3db-5b00-4063-9ad4-7cdd84fdd2bb" providerId="ADAL" clId="{54A67444-F441-4145-B7B7-0BC8ED328209}" dt="2024-01-23T16:04:34.681" v="21" actId="47"/>
        <pc:sldMkLst>
          <pc:docMk/>
          <pc:sldMk cId="0" sldId="262"/>
        </pc:sldMkLst>
      </pc:sldChg>
      <pc:sldChg chg="add del">
        <pc:chgData name="Qu, Chengyi" userId="9f02c3db-5b00-4063-9ad4-7cdd84fdd2bb" providerId="ADAL" clId="{54A67444-F441-4145-B7B7-0BC8ED328209}" dt="2024-01-23T16:06:18.819" v="43"/>
        <pc:sldMkLst>
          <pc:docMk/>
          <pc:sldMk cId="1685846870" sldId="262"/>
        </pc:sldMkLst>
      </pc:sldChg>
      <pc:sldChg chg="del">
        <pc:chgData name="Qu, Chengyi" userId="9f02c3db-5b00-4063-9ad4-7cdd84fdd2bb" providerId="ADAL" clId="{54A67444-F441-4145-B7B7-0BC8ED328209}" dt="2024-01-23T16:04:34.681" v="21" actId="47"/>
        <pc:sldMkLst>
          <pc:docMk/>
          <pc:sldMk cId="0" sldId="263"/>
        </pc:sldMkLst>
      </pc:sldChg>
      <pc:sldChg chg="add del">
        <pc:chgData name="Qu, Chengyi" userId="9f02c3db-5b00-4063-9ad4-7cdd84fdd2bb" providerId="ADAL" clId="{54A67444-F441-4145-B7B7-0BC8ED328209}" dt="2024-01-23T16:06:18.819" v="43"/>
        <pc:sldMkLst>
          <pc:docMk/>
          <pc:sldMk cId="106735833" sldId="263"/>
        </pc:sldMkLst>
      </pc:sldChg>
      <pc:sldChg chg="del">
        <pc:chgData name="Qu, Chengyi" userId="9f02c3db-5b00-4063-9ad4-7cdd84fdd2bb" providerId="ADAL" clId="{54A67444-F441-4145-B7B7-0BC8ED328209}" dt="2024-01-23T16:04:34.681" v="21" actId="47"/>
        <pc:sldMkLst>
          <pc:docMk/>
          <pc:sldMk cId="0" sldId="264"/>
        </pc:sldMkLst>
      </pc:sldChg>
      <pc:sldChg chg="add del">
        <pc:chgData name="Qu, Chengyi" userId="9f02c3db-5b00-4063-9ad4-7cdd84fdd2bb" providerId="ADAL" clId="{54A67444-F441-4145-B7B7-0BC8ED328209}" dt="2024-01-23T16:06:18.819" v="43"/>
        <pc:sldMkLst>
          <pc:docMk/>
          <pc:sldMk cId="3374817821" sldId="264"/>
        </pc:sldMkLst>
      </pc:sldChg>
      <pc:sldChg chg="del">
        <pc:chgData name="Qu, Chengyi" userId="9f02c3db-5b00-4063-9ad4-7cdd84fdd2bb" providerId="ADAL" clId="{54A67444-F441-4145-B7B7-0BC8ED328209}" dt="2024-01-23T16:04:34.681" v="21" actId="47"/>
        <pc:sldMkLst>
          <pc:docMk/>
          <pc:sldMk cId="0" sldId="265"/>
        </pc:sldMkLst>
      </pc:sldChg>
      <pc:sldChg chg="add del">
        <pc:chgData name="Qu, Chengyi" userId="9f02c3db-5b00-4063-9ad4-7cdd84fdd2bb" providerId="ADAL" clId="{54A67444-F441-4145-B7B7-0BC8ED328209}" dt="2024-01-23T16:06:18.819" v="43"/>
        <pc:sldMkLst>
          <pc:docMk/>
          <pc:sldMk cId="617169351" sldId="265"/>
        </pc:sldMkLst>
      </pc:sldChg>
      <pc:sldChg chg="modSp add mod modNotes">
        <pc:chgData name="Qu, Chengyi" userId="9f02c3db-5b00-4063-9ad4-7cdd84fdd2bb" providerId="ADAL" clId="{54A67444-F441-4145-B7B7-0BC8ED328209}" dt="2024-01-23T16:11:02.586" v="47" actId="14100"/>
        <pc:sldMkLst>
          <pc:docMk/>
          <pc:sldMk cId="4236835058" sldId="266"/>
        </pc:sldMkLst>
      </pc:sldChg>
      <pc:sldChg chg="add modNotes">
        <pc:chgData name="Qu, Chengyi" userId="9f02c3db-5b00-4063-9ad4-7cdd84fdd2bb" providerId="ADAL" clId="{54A67444-F441-4145-B7B7-0BC8ED328209}" dt="2024-01-23T16:06:18.819" v="43"/>
        <pc:sldMkLst>
          <pc:docMk/>
          <pc:sldMk cId="2712866180" sldId="267"/>
        </pc:sldMkLst>
      </pc:sldChg>
      <pc:sldChg chg="add modNotes">
        <pc:chgData name="Qu, Chengyi" userId="9f02c3db-5b00-4063-9ad4-7cdd84fdd2bb" providerId="ADAL" clId="{54A67444-F441-4145-B7B7-0BC8ED328209}" dt="2024-01-23T16:06:18.819" v="43"/>
        <pc:sldMkLst>
          <pc:docMk/>
          <pc:sldMk cId="1180261676" sldId="268"/>
        </pc:sldMkLst>
      </pc:sldChg>
      <pc:sldChg chg="del">
        <pc:chgData name="Qu, Chengyi" userId="9f02c3db-5b00-4063-9ad4-7cdd84fdd2bb" providerId="ADAL" clId="{54A67444-F441-4145-B7B7-0BC8ED328209}" dt="2024-01-23T16:04:34.681" v="21" actId="47"/>
        <pc:sldMkLst>
          <pc:docMk/>
          <pc:sldMk cId="1283235496" sldId="270"/>
        </pc:sldMkLst>
      </pc:sldChg>
      <pc:sldChg chg="del">
        <pc:chgData name="Qu, Chengyi" userId="9f02c3db-5b00-4063-9ad4-7cdd84fdd2bb" providerId="ADAL" clId="{54A67444-F441-4145-B7B7-0BC8ED328209}" dt="2024-01-23T16:04:34.681" v="21" actId="47"/>
        <pc:sldMkLst>
          <pc:docMk/>
          <pc:sldMk cId="1976470243" sldId="271"/>
        </pc:sldMkLst>
      </pc:sldChg>
      <pc:sldChg chg="del">
        <pc:chgData name="Qu, Chengyi" userId="9f02c3db-5b00-4063-9ad4-7cdd84fdd2bb" providerId="ADAL" clId="{54A67444-F441-4145-B7B7-0BC8ED328209}" dt="2024-01-23T16:04:34.681" v="21" actId="47"/>
        <pc:sldMkLst>
          <pc:docMk/>
          <pc:sldMk cId="2385946305" sldId="272"/>
        </pc:sldMkLst>
      </pc:sldChg>
      <pc:sldChg chg="del">
        <pc:chgData name="Qu, Chengyi" userId="9f02c3db-5b00-4063-9ad4-7cdd84fdd2bb" providerId="ADAL" clId="{54A67444-F441-4145-B7B7-0BC8ED328209}" dt="2024-01-23T16:04:34.681" v="21" actId="47"/>
        <pc:sldMkLst>
          <pc:docMk/>
          <pc:sldMk cId="834100436" sldId="273"/>
        </pc:sldMkLst>
      </pc:sldChg>
      <pc:sldChg chg="del">
        <pc:chgData name="Qu, Chengyi" userId="9f02c3db-5b00-4063-9ad4-7cdd84fdd2bb" providerId="ADAL" clId="{54A67444-F441-4145-B7B7-0BC8ED328209}" dt="2024-01-23T16:04:34.681" v="21" actId="47"/>
        <pc:sldMkLst>
          <pc:docMk/>
          <pc:sldMk cId="2242056526" sldId="276"/>
        </pc:sldMkLst>
      </pc:sldChg>
      <pc:sldChg chg="del">
        <pc:chgData name="Qu, Chengyi" userId="9f02c3db-5b00-4063-9ad4-7cdd84fdd2bb" providerId="ADAL" clId="{54A67444-F441-4145-B7B7-0BC8ED328209}" dt="2024-01-23T16:04:34.681" v="21" actId="47"/>
        <pc:sldMkLst>
          <pc:docMk/>
          <pc:sldMk cId="3925861337" sldId="280"/>
        </pc:sldMkLst>
      </pc:sldChg>
      <pc:sldChg chg="del">
        <pc:chgData name="Qu, Chengyi" userId="9f02c3db-5b00-4063-9ad4-7cdd84fdd2bb" providerId="ADAL" clId="{54A67444-F441-4145-B7B7-0BC8ED328209}" dt="2024-01-23T16:04:34.681" v="21" actId="47"/>
        <pc:sldMkLst>
          <pc:docMk/>
          <pc:sldMk cId="1986486448" sldId="281"/>
        </pc:sldMkLst>
      </pc:sldChg>
      <pc:sldChg chg="del">
        <pc:chgData name="Qu, Chengyi" userId="9f02c3db-5b00-4063-9ad4-7cdd84fdd2bb" providerId="ADAL" clId="{54A67444-F441-4145-B7B7-0BC8ED328209}" dt="2024-01-23T16:04:34.681" v="21" actId="47"/>
        <pc:sldMkLst>
          <pc:docMk/>
          <pc:sldMk cId="2836295078" sldId="282"/>
        </pc:sldMkLst>
      </pc:sldChg>
      <pc:sldChg chg="add modNotes">
        <pc:chgData name="Qu, Chengyi" userId="9f02c3db-5b00-4063-9ad4-7cdd84fdd2bb" providerId="ADAL" clId="{54A67444-F441-4145-B7B7-0BC8ED328209}" dt="2024-01-23T16:06:18.819" v="43"/>
        <pc:sldMkLst>
          <pc:docMk/>
          <pc:sldMk cId="3696353953" sldId="303"/>
        </pc:sldMkLst>
      </pc:sldChg>
      <pc:sldChg chg="add modNotes">
        <pc:chgData name="Qu, Chengyi" userId="9f02c3db-5b00-4063-9ad4-7cdd84fdd2bb" providerId="ADAL" clId="{54A67444-F441-4145-B7B7-0BC8ED328209}" dt="2024-01-23T16:06:18.819" v="43"/>
        <pc:sldMkLst>
          <pc:docMk/>
          <pc:sldMk cId="2713426596" sldId="304"/>
        </pc:sldMkLst>
      </pc:sldChg>
      <pc:sldChg chg="add modNotes">
        <pc:chgData name="Qu, Chengyi" userId="9f02c3db-5b00-4063-9ad4-7cdd84fdd2bb" providerId="ADAL" clId="{54A67444-F441-4145-B7B7-0BC8ED328209}" dt="2024-01-23T16:06:18.819" v="43"/>
        <pc:sldMkLst>
          <pc:docMk/>
          <pc:sldMk cId="2387288212" sldId="305"/>
        </pc:sldMkLst>
      </pc:sldChg>
      <pc:sldChg chg="add modNotes">
        <pc:chgData name="Qu, Chengyi" userId="9f02c3db-5b00-4063-9ad4-7cdd84fdd2bb" providerId="ADAL" clId="{54A67444-F441-4145-B7B7-0BC8ED328209}" dt="2024-01-23T16:06:18.819" v="43"/>
        <pc:sldMkLst>
          <pc:docMk/>
          <pc:sldMk cId="3887296429" sldId="306"/>
        </pc:sldMkLst>
      </pc:sldChg>
      <pc:sldChg chg="del">
        <pc:chgData name="Qu, Chengyi" userId="9f02c3db-5b00-4063-9ad4-7cdd84fdd2bb" providerId="ADAL" clId="{54A67444-F441-4145-B7B7-0BC8ED328209}" dt="2024-01-23T16:04:34.681" v="21" actId="47"/>
        <pc:sldMkLst>
          <pc:docMk/>
          <pc:sldMk cId="996191177" sldId="332"/>
        </pc:sldMkLst>
      </pc:sldChg>
      <pc:sldChg chg="del">
        <pc:chgData name="Qu, Chengyi" userId="9f02c3db-5b00-4063-9ad4-7cdd84fdd2bb" providerId="ADAL" clId="{54A67444-F441-4145-B7B7-0BC8ED328209}" dt="2024-01-23T16:04:34.681" v="21" actId="47"/>
        <pc:sldMkLst>
          <pc:docMk/>
          <pc:sldMk cId="2088431158" sldId="333"/>
        </pc:sldMkLst>
      </pc:sldChg>
      <pc:sldChg chg="del">
        <pc:chgData name="Qu, Chengyi" userId="9f02c3db-5b00-4063-9ad4-7cdd84fdd2bb" providerId="ADAL" clId="{54A67444-F441-4145-B7B7-0BC8ED328209}" dt="2024-01-23T16:04:34.681" v="21" actId="47"/>
        <pc:sldMkLst>
          <pc:docMk/>
          <pc:sldMk cId="3190255653" sldId="334"/>
        </pc:sldMkLst>
      </pc:sldChg>
      <pc:sldChg chg="del">
        <pc:chgData name="Qu, Chengyi" userId="9f02c3db-5b00-4063-9ad4-7cdd84fdd2bb" providerId="ADAL" clId="{54A67444-F441-4145-B7B7-0BC8ED328209}" dt="2024-01-23T16:04:34.681" v="21" actId="47"/>
        <pc:sldMkLst>
          <pc:docMk/>
          <pc:sldMk cId="4015059804" sldId="335"/>
        </pc:sldMkLst>
      </pc:sldChg>
      <pc:sldChg chg="del">
        <pc:chgData name="Qu, Chengyi" userId="9f02c3db-5b00-4063-9ad4-7cdd84fdd2bb" providerId="ADAL" clId="{54A67444-F441-4145-B7B7-0BC8ED328209}" dt="2024-01-23T16:04:34.681" v="21" actId="47"/>
        <pc:sldMkLst>
          <pc:docMk/>
          <pc:sldMk cId="4242966397" sldId="390"/>
        </pc:sldMkLst>
      </pc:sldChg>
      <pc:sldChg chg="del">
        <pc:chgData name="Qu, Chengyi" userId="9f02c3db-5b00-4063-9ad4-7cdd84fdd2bb" providerId="ADAL" clId="{54A67444-F441-4145-B7B7-0BC8ED328209}" dt="2024-01-23T16:04:34.681" v="21" actId="47"/>
        <pc:sldMkLst>
          <pc:docMk/>
          <pc:sldMk cId="2319081198" sldId="446"/>
        </pc:sldMkLst>
      </pc:sldChg>
      <pc:sldChg chg="del">
        <pc:chgData name="Qu, Chengyi" userId="9f02c3db-5b00-4063-9ad4-7cdd84fdd2bb" providerId="ADAL" clId="{54A67444-F441-4145-B7B7-0BC8ED328209}" dt="2024-01-23T16:04:34.681" v="21" actId="47"/>
        <pc:sldMkLst>
          <pc:docMk/>
          <pc:sldMk cId="626454371" sldId="504"/>
        </pc:sldMkLst>
      </pc:sldChg>
      <pc:sldChg chg="del">
        <pc:chgData name="Qu, Chengyi" userId="9f02c3db-5b00-4063-9ad4-7cdd84fdd2bb" providerId="ADAL" clId="{54A67444-F441-4145-B7B7-0BC8ED328209}" dt="2024-01-23T16:04:34.681" v="21" actId="47"/>
        <pc:sldMkLst>
          <pc:docMk/>
          <pc:sldMk cId="1508545327" sldId="522"/>
        </pc:sldMkLst>
      </pc:sldChg>
      <pc:sldChg chg="del">
        <pc:chgData name="Qu, Chengyi" userId="9f02c3db-5b00-4063-9ad4-7cdd84fdd2bb" providerId="ADAL" clId="{54A67444-F441-4145-B7B7-0BC8ED328209}" dt="2024-01-23T16:04:34.681" v="21" actId="47"/>
        <pc:sldMkLst>
          <pc:docMk/>
          <pc:sldMk cId="854743546" sldId="526"/>
        </pc:sldMkLst>
      </pc:sldChg>
      <pc:sldChg chg="del">
        <pc:chgData name="Qu, Chengyi" userId="9f02c3db-5b00-4063-9ad4-7cdd84fdd2bb" providerId="ADAL" clId="{54A67444-F441-4145-B7B7-0BC8ED328209}" dt="2024-01-23T16:04:34.681" v="21" actId="47"/>
        <pc:sldMkLst>
          <pc:docMk/>
          <pc:sldMk cId="4168855840" sldId="533"/>
        </pc:sldMkLst>
      </pc:sldChg>
      <pc:sldChg chg="del">
        <pc:chgData name="Qu, Chengyi" userId="9f02c3db-5b00-4063-9ad4-7cdd84fdd2bb" providerId="ADAL" clId="{54A67444-F441-4145-B7B7-0BC8ED328209}" dt="2024-01-23T16:04:34.681" v="21" actId="47"/>
        <pc:sldMkLst>
          <pc:docMk/>
          <pc:sldMk cId="1949189601" sldId="573"/>
        </pc:sldMkLst>
      </pc:sldChg>
      <pc:sldChg chg="addSp delSp modSp mod">
        <pc:chgData name="Qu, Chengyi" userId="9f02c3db-5b00-4063-9ad4-7cdd84fdd2bb" providerId="ADAL" clId="{54A67444-F441-4145-B7B7-0BC8ED328209}" dt="2024-01-23T16:06:18.819" v="43"/>
        <pc:sldMkLst>
          <pc:docMk/>
          <pc:sldMk cId="1987998376" sldId="964"/>
        </pc:sldMkLst>
      </pc:sldChg>
      <pc:sldChg chg="del">
        <pc:chgData name="Qu, Chengyi" userId="9f02c3db-5b00-4063-9ad4-7cdd84fdd2bb" providerId="ADAL" clId="{54A67444-F441-4145-B7B7-0BC8ED328209}" dt="2024-01-23T16:04:34.681" v="21" actId="47"/>
        <pc:sldMkLst>
          <pc:docMk/>
          <pc:sldMk cId="3628008649" sldId="971"/>
        </pc:sldMkLst>
      </pc:sldChg>
      <pc:sldChg chg="del">
        <pc:chgData name="Qu, Chengyi" userId="9f02c3db-5b00-4063-9ad4-7cdd84fdd2bb" providerId="ADAL" clId="{54A67444-F441-4145-B7B7-0BC8ED328209}" dt="2024-01-23T16:04:34.681" v="21" actId="47"/>
        <pc:sldMkLst>
          <pc:docMk/>
          <pc:sldMk cId="3445340925" sldId="972"/>
        </pc:sldMkLst>
      </pc:sldChg>
      <pc:sldChg chg="del">
        <pc:chgData name="Qu, Chengyi" userId="9f02c3db-5b00-4063-9ad4-7cdd84fdd2bb" providerId="ADAL" clId="{54A67444-F441-4145-B7B7-0BC8ED328209}" dt="2024-01-23T16:04:34.681" v="21" actId="47"/>
        <pc:sldMkLst>
          <pc:docMk/>
          <pc:sldMk cId="1883330637" sldId="1261"/>
        </pc:sldMkLst>
      </pc:sldChg>
      <pc:sldChg chg="del">
        <pc:chgData name="Qu, Chengyi" userId="9f02c3db-5b00-4063-9ad4-7cdd84fdd2bb" providerId="ADAL" clId="{54A67444-F441-4145-B7B7-0BC8ED328209}" dt="2024-01-23T16:04:34.681" v="21" actId="47"/>
        <pc:sldMkLst>
          <pc:docMk/>
          <pc:sldMk cId="2506038731" sldId="1262"/>
        </pc:sldMkLst>
      </pc:sldChg>
      <pc:sldChg chg="del">
        <pc:chgData name="Qu, Chengyi" userId="9f02c3db-5b00-4063-9ad4-7cdd84fdd2bb" providerId="ADAL" clId="{54A67444-F441-4145-B7B7-0BC8ED328209}" dt="2024-01-23T16:04:34.681" v="21" actId="47"/>
        <pc:sldMkLst>
          <pc:docMk/>
          <pc:sldMk cId="612722790" sldId="1263"/>
        </pc:sldMkLst>
      </pc:sldChg>
      <pc:sldChg chg="del">
        <pc:chgData name="Qu, Chengyi" userId="9f02c3db-5b00-4063-9ad4-7cdd84fdd2bb" providerId="ADAL" clId="{54A67444-F441-4145-B7B7-0BC8ED328209}" dt="2024-01-23T16:04:34.681" v="21" actId="47"/>
        <pc:sldMkLst>
          <pc:docMk/>
          <pc:sldMk cId="84850273" sldId="1264"/>
        </pc:sldMkLst>
      </pc:sldChg>
      <pc:sldChg chg="del">
        <pc:chgData name="Qu, Chengyi" userId="9f02c3db-5b00-4063-9ad4-7cdd84fdd2bb" providerId="ADAL" clId="{54A67444-F441-4145-B7B7-0BC8ED328209}" dt="2024-01-23T16:04:34.681" v="21" actId="47"/>
        <pc:sldMkLst>
          <pc:docMk/>
          <pc:sldMk cId="1835531626" sldId="1266"/>
        </pc:sldMkLst>
      </pc:sldChg>
      <pc:sldChg chg="add modNotes">
        <pc:chgData name="Qu, Chengyi" userId="9f02c3db-5b00-4063-9ad4-7cdd84fdd2bb" providerId="ADAL" clId="{54A67444-F441-4145-B7B7-0BC8ED328209}" dt="2024-01-23T16:06:18.819" v="43"/>
        <pc:sldMkLst>
          <pc:docMk/>
          <pc:sldMk cId="2793842598" sldId="1267"/>
        </pc:sldMkLst>
      </pc:sldChg>
      <pc:sldChg chg="add modNotes">
        <pc:chgData name="Qu, Chengyi" userId="9f02c3db-5b00-4063-9ad4-7cdd84fdd2bb" providerId="ADAL" clId="{54A67444-F441-4145-B7B7-0BC8ED328209}" dt="2024-01-23T16:06:18.819" v="43"/>
        <pc:sldMkLst>
          <pc:docMk/>
          <pc:sldMk cId="3532468293" sldId="1268"/>
        </pc:sldMkLst>
      </pc:sldChg>
      <pc:sldChg chg="add modNotes">
        <pc:chgData name="Qu, Chengyi" userId="9f02c3db-5b00-4063-9ad4-7cdd84fdd2bb" providerId="ADAL" clId="{54A67444-F441-4145-B7B7-0BC8ED328209}" dt="2024-01-23T16:06:18.819" v="43"/>
        <pc:sldMkLst>
          <pc:docMk/>
          <pc:sldMk cId="912014593" sldId="1269"/>
        </pc:sldMkLst>
      </pc:sldChg>
      <pc:sldChg chg="add modNotes">
        <pc:chgData name="Qu, Chengyi" userId="9f02c3db-5b00-4063-9ad4-7cdd84fdd2bb" providerId="ADAL" clId="{54A67444-F441-4145-B7B7-0BC8ED328209}" dt="2024-01-23T16:06:18.819" v="43"/>
        <pc:sldMkLst>
          <pc:docMk/>
          <pc:sldMk cId="3645425597" sldId="1270"/>
        </pc:sldMkLst>
      </pc:sldChg>
      <pc:sldChg chg="add modNotes">
        <pc:chgData name="Qu, Chengyi" userId="9f02c3db-5b00-4063-9ad4-7cdd84fdd2bb" providerId="ADAL" clId="{54A67444-F441-4145-B7B7-0BC8ED328209}" dt="2024-01-23T16:06:18.819" v="43"/>
        <pc:sldMkLst>
          <pc:docMk/>
          <pc:sldMk cId="1358948776" sldId="1271"/>
        </pc:sldMkLst>
      </pc:sldChg>
      <pc:sldChg chg="add modNotes">
        <pc:chgData name="Qu, Chengyi" userId="9f02c3db-5b00-4063-9ad4-7cdd84fdd2bb" providerId="ADAL" clId="{54A67444-F441-4145-B7B7-0BC8ED328209}" dt="2024-01-23T16:06:18.819" v="43"/>
        <pc:sldMkLst>
          <pc:docMk/>
          <pc:sldMk cId="1825207080" sldId="1272"/>
        </pc:sldMkLst>
      </pc:sldChg>
      <pc:sldChg chg="modSp add mod">
        <pc:chgData name="Qu, Chengyi" userId="9f02c3db-5b00-4063-9ad4-7cdd84fdd2bb" providerId="ADAL" clId="{54A67444-F441-4145-B7B7-0BC8ED328209}" dt="2024-01-23T16:06:27.837" v="45" actId="207"/>
        <pc:sldMkLst>
          <pc:docMk/>
          <pc:sldMk cId="1950225687" sldId="1273"/>
        </pc:sldMkLst>
      </pc:sldChg>
      <pc:sldChg chg="add del">
        <pc:chgData name="Qu, Chengyi" userId="9f02c3db-5b00-4063-9ad4-7cdd84fdd2bb" providerId="ADAL" clId="{54A67444-F441-4145-B7B7-0BC8ED328209}" dt="2024-01-23T16:06:18.819" v="43"/>
        <pc:sldMkLst>
          <pc:docMk/>
          <pc:sldMk cId="4245466408" sldId="1273"/>
        </pc:sldMkLst>
      </pc:sldChg>
      <pc:sldChg chg="add del">
        <pc:chgData name="Qu, Chengyi" userId="9f02c3db-5b00-4063-9ad4-7cdd84fdd2bb" providerId="ADAL" clId="{54A67444-F441-4145-B7B7-0BC8ED328209}" dt="2024-01-23T16:06:18.819" v="43"/>
        <pc:sldMkLst>
          <pc:docMk/>
          <pc:sldMk cId="3408189992" sldId="1274"/>
        </pc:sldMkLst>
      </pc:sldChg>
      <pc:sldChg chg="add del">
        <pc:chgData name="Qu, Chengyi" userId="9f02c3db-5b00-4063-9ad4-7cdd84fdd2bb" providerId="ADAL" clId="{54A67444-F441-4145-B7B7-0BC8ED328209}" dt="2024-01-23T16:06:18.819" v="43"/>
        <pc:sldMkLst>
          <pc:docMk/>
          <pc:sldMk cId="498325649" sldId="1275"/>
        </pc:sldMkLst>
      </pc:sldChg>
      <pc:sldChg chg="add del">
        <pc:chgData name="Qu, Chengyi" userId="9f02c3db-5b00-4063-9ad4-7cdd84fdd2bb" providerId="ADAL" clId="{54A67444-F441-4145-B7B7-0BC8ED328209}" dt="2024-01-23T16:06:18.819" v="43"/>
        <pc:sldMkLst>
          <pc:docMk/>
          <pc:sldMk cId="2847344630" sldId="1276"/>
        </pc:sldMkLst>
      </pc:sldChg>
      <pc:sldChg chg="add del">
        <pc:chgData name="Qu, Chengyi" userId="9f02c3db-5b00-4063-9ad4-7cdd84fdd2bb" providerId="ADAL" clId="{54A67444-F441-4145-B7B7-0BC8ED328209}" dt="2024-01-23T16:06:18.819" v="43"/>
        <pc:sldMkLst>
          <pc:docMk/>
          <pc:sldMk cId="1548890303" sldId="1277"/>
        </pc:sldMkLst>
      </pc:sldChg>
      <pc:sldChg chg="add del">
        <pc:chgData name="Qu, Chengyi" userId="9f02c3db-5b00-4063-9ad4-7cdd84fdd2bb" providerId="ADAL" clId="{54A67444-F441-4145-B7B7-0BC8ED328209}" dt="2024-01-23T16:06:18.819" v="43"/>
        <pc:sldMkLst>
          <pc:docMk/>
          <pc:sldMk cId="3014670757" sldId="1278"/>
        </pc:sldMkLst>
      </pc:sldChg>
      <pc:sldChg chg="add del">
        <pc:chgData name="Qu, Chengyi" userId="9f02c3db-5b00-4063-9ad4-7cdd84fdd2bb" providerId="ADAL" clId="{54A67444-F441-4145-B7B7-0BC8ED328209}" dt="2024-01-23T16:06:18.819" v="43"/>
        <pc:sldMkLst>
          <pc:docMk/>
          <pc:sldMk cId="375507717" sldId="1279"/>
        </pc:sldMkLst>
      </pc:sldChg>
      <pc:sldChg chg="add del">
        <pc:chgData name="Qu, Chengyi" userId="9f02c3db-5b00-4063-9ad4-7cdd84fdd2bb" providerId="ADAL" clId="{54A67444-F441-4145-B7B7-0BC8ED328209}" dt="2024-01-23T16:06:18.819" v="43"/>
        <pc:sldMkLst>
          <pc:docMk/>
          <pc:sldMk cId="3565386033" sldId="1280"/>
        </pc:sldMkLst>
      </pc:sldChg>
      <pc:sldChg chg="add del">
        <pc:chgData name="Qu, Chengyi" userId="9f02c3db-5b00-4063-9ad4-7cdd84fdd2bb" providerId="ADAL" clId="{54A67444-F441-4145-B7B7-0BC8ED328209}" dt="2024-01-23T16:06:18.819" v="43"/>
        <pc:sldMkLst>
          <pc:docMk/>
          <pc:sldMk cId="3047513738" sldId="1281"/>
        </pc:sldMkLst>
      </pc:sldChg>
      <pc:sldMasterChg chg="del delSldLayout">
        <pc:chgData name="Qu, Chengyi" userId="9f02c3db-5b00-4063-9ad4-7cdd84fdd2bb" providerId="ADAL" clId="{54A67444-F441-4145-B7B7-0BC8ED328209}" dt="2024-01-23T16:04:34.681" v="21" actId="47"/>
        <pc:sldMasterMkLst>
          <pc:docMk/>
          <pc:sldMasterMk cId="481874104" sldId="2147483667"/>
        </pc:sldMasterMkLst>
        <pc:sldLayoutChg chg="del">
          <pc:chgData name="Qu, Chengyi" userId="9f02c3db-5b00-4063-9ad4-7cdd84fdd2bb" providerId="ADAL" clId="{54A67444-F441-4145-B7B7-0BC8ED328209}" dt="2024-01-23T16:04:34.681" v="21" actId="47"/>
          <pc:sldLayoutMkLst>
            <pc:docMk/>
            <pc:sldMasterMk cId="481874104" sldId="2147483667"/>
            <pc:sldLayoutMk cId="3790666592" sldId="214748366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3974852885" sldId="2147483669"/>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365228270" sldId="2147483670"/>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32629846" sldId="2147483671"/>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866846496" sldId="2147483672"/>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608458951" sldId="2147483673"/>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44881848" sldId="2147483674"/>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555211856" sldId="2147483675"/>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098067528" sldId="2147483676"/>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926623382" sldId="2147483677"/>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2049911616" sldId="2147483678"/>
          </pc:sldLayoutMkLst>
        </pc:sldLayoutChg>
        <pc:sldLayoutChg chg="del">
          <pc:chgData name="Qu, Chengyi" userId="9f02c3db-5b00-4063-9ad4-7cdd84fdd2bb" providerId="ADAL" clId="{54A67444-F441-4145-B7B7-0BC8ED328209}" dt="2024-01-23T16:04:34.681" v="21" actId="47"/>
          <pc:sldLayoutMkLst>
            <pc:docMk/>
            <pc:sldMasterMk cId="481874104" sldId="2147483667"/>
            <pc:sldLayoutMk cId="188227722" sldId="214748367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DE7C5DF-1F4E-144D-B3C6-CCDDA29A64DD}" type="doc">
      <dgm:prSet loTypeId="urn:microsoft.com/office/officeart/2005/8/layout/lProcess2" loCatId="list" qsTypeId="urn:microsoft.com/office/officeart/2005/8/quickstyle/simple4" qsCatId="simple" csTypeId="urn:microsoft.com/office/officeart/2005/8/colors/accent1_2" csCatId="accent1" phldr="1"/>
      <dgm:spPr/>
      <dgm:t>
        <a:bodyPr/>
        <a:lstStyle/>
        <a:p>
          <a:endParaRPr lang="en-US"/>
        </a:p>
      </dgm:t>
    </dgm:pt>
    <dgm:pt modelId="{59372874-7672-E146-A97A-F29BFB4A2140}">
      <dgm:prSet phldrT="[Text]"/>
      <dgm:spPr>
        <a:noFill/>
        <a:ln>
          <a:solidFill>
            <a:schemeClr val="accent1"/>
          </a:solidFill>
        </a:ln>
      </dgm:spPr>
      <dgm:t>
        <a:bodyPr/>
        <a:lstStyle/>
        <a:p>
          <a:r>
            <a:rPr lang="en-US" b="1" i="0" dirty="0">
              <a:effectLst/>
              <a:latin typeface="Arial" panose="020B0604020202020204" pitchFamily="34" charset="0"/>
              <a:cs typeface="Arial" panose="020B0604020202020204" pitchFamily="34" charset="0"/>
            </a:rPr>
            <a:t>Network bandwidth</a:t>
          </a:r>
        </a:p>
      </dgm:t>
    </dgm:pt>
    <dgm:pt modelId="{AFA358CC-DE03-B14E-9AD6-513B9ED3EF89}" type="parTrans" cxnId="{4CD5B385-F4AE-6B4E-A557-3E5FBE186B3A}">
      <dgm:prSet/>
      <dgm:spPr/>
      <dgm:t>
        <a:bodyPr/>
        <a:lstStyle/>
        <a:p>
          <a:endParaRPr lang="en-US">
            <a:latin typeface="Arial" panose="020B0604020202020204" pitchFamily="34" charset="0"/>
            <a:cs typeface="Arial" panose="020B0604020202020204" pitchFamily="34" charset="0"/>
          </a:endParaRPr>
        </a:p>
      </dgm:t>
    </dgm:pt>
    <dgm:pt modelId="{EF9C2E62-DCA0-D848-903A-2D9F9C026F51}" type="sibTrans" cxnId="{4CD5B385-F4AE-6B4E-A557-3E5FBE186B3A}">
      <dgm:prSet/>
      <dgm:spPr/>
      <dgm:t>
        <a:bodyPr/>
        <a:lstStyle/>
        <a:p>
          <a:endParaRPr lang="en-US">
            <a:latin typeface="Arial" panose="020B0604020202020204" pitchFamily="34" charset="0"/>
            <a:cs typeface="Arial" panose="020B0604020202020204" pitchFamily="34" charset="0"/>
          </a:endParaRPr>
        </a:p>
      </dgm:t>
    </dgm:pt>
    <dgm:pt modelId="{6B5A5FFB-92DD-ED47-BF2F-AC0DD483D147}">
      <dgm:prSet/>
      <dgm:spPr>
        <a:solidFill>
          <a:schemeClr val="accent3">
            <a:lumMod val="75000"/>
          </a:schemeClr>
        </a:solidFill>
      </dgm:spPr>
      <dgm:t>
        <a:bodyPr/>
        <a:lstStyle/>
        <a:p>
          <a:r>
            <a:rPr lang="en-US" b="0" i="0" dirty="0">
              <a:solidFill>
                <a:schemeClr val="bg1"/>
              </a:solidFill>
              <a:effectLst/>
              <a:latin typeface="Arial" panose="020B0604020202020204" pitchFamily="34" charset="0"/>
              <a:cs typeface="Arial" panose="020B0604020202020204" pitchFamily="34" charset="0"/>
            </a:rPr>
            <a:t>Relates to the capacity of the network links connecting a server to the Internet</a:t>
          </a:r>
        </a:p>
      </dgm:t>
    </dgm:pt>
    <dgm:pt modelId="{12E1D443-E49F-1646-A14E-D146B51693EE}" type="parTrans" cxnId="{07FD202E-A68A-914D-A147-95185A18067A}">
      <dgm:prSet/>
      <dgm:spPr/>
      <dgm:t>
        <a:bodyPr/>
        <a:lstStyle/>
        <a:p>
          <a:endParaRPr lang="en-US">
            <a:latin typeface="Arial" panose="020B0604020202020204" pitchFamily="34" charset="0"/>
            <a:cs typeface="Arial" panose="020B0604020202020204" pitchFamily="34" charset="0"/>
          </a:endParaRPr>
        </a:p>
      </dgm:t>
    </dgm:pt>
    <dgm:pt modelId="{9A2D11C2-577E-FC4A-BCED-3B769EBA90F6}" type="sibTrans" cxnId="{07FD202E-A68A-914D-A147-95185A18067A}">
      <dgm:prSet/>
      <dgm:spPr/>
      <dgm:t>
        <a:bodyPr/>
        <a:lstStyle/>
        <a:p>
          <a:endParaRPr lang="en-US">
            <a:latin typeface="Arial" panose="020B0604020202020204" pitchFamily="34" charset="0"/>
            <a:cs typeface="Arial" panose="020B0604020202020204" pitchFamily="34" charset="0"/>
          </a:endParaRPr>
        </a:p>
      </dgm:t>
    </dgm:pt>
    <dgm:pt modelId="{F9308F1A-1492-F14D-AA25-68EB847A0DB3}">
      <dgm:prSet/>
      <dgm:spPr>
        <a:solidFill>
          <a:schemeClr val="accent3">
            <a:lumMod val="75000"/>
          </a:schemeClr>
        </a:solidFill>
      </dgm:spPr>
      <dgm:t>
        <a:bodyPr/>
        <a:lstStyle/>
        <a:p>
          <a:r>
            <a:rPr lang="en-US" b="0" i="0" dirty="0">
              <a:solidFill>
                <a:schemeClr val="bg1"/>
              </a:solidFill>
              <a:effectLst/>
              <a:latin typeface="Arial" panose="020B0604020202020204" pitchFamily="34" charset="0"/>
              <a:cs typeface="Arial" panose="020B0604020202020204" pitchFamily="34" charset="0"/>
            </a:rPr>
            <a:t>For most organizations this is their connection to their Internet Service Provider (ISP)</a:t>
          </a:r>
        </a:p>
      </dgm:t>
    </dgm:pt>
    <dgm:pt modelId="{6587E665-7412-CC4B-8376-E44CFD4886EF}" type="parTrans" cxnId="{64632D81-51A2-6B4B-9F06-658DFD074D36}">
      <dgm:prSet/>
      <dgm:spPr/>
      <dgm:t>
        <a:bodyPr/>
        <a:lstStyle/>
        <a:p>
          <a:endParaRPr lang="en-US">
            <a:latin typeface="Arial" panose="020B0604020202020204" pitchFamily="34" charset="0"/>
            <a:cs typeface="Arial" panose="020B0604020202020204" pitchFamily="34" charset="0"/>
          </a:endParaRPr>
        </a:p>
      </dgm:t>
    </dgm:pt>
    <dgm:pt modelId="{91D74F09-50FE-8A4E-8C86-D04F1C2F50FB}" type="sibTrans" cxnId="{64632D81-51A2-6B4B-9F06-658DFD074D36}">
      <dgm:prSet/>
      <dgm:spPr/>
      <dgm:t>
        <a:bodyPr/>
        <a:lstStyle/>
        <a:p>
          <a:endParaRPr lang="en-US">
            <a:latin typeface="Arial" panose="020B0604020202020204" pitchFamily="34" charset="0"/>
            <a:cs typeface="Arial" panose="020B0604020202020204" pitchFamily="34" charset="0"/>
          </a:endParaRPr>
        </a:p>
      </dgm:t>
    </dgm:pt>
    <dgm:pt modelId="{92F30862-F847-FC4F-9375-31010EECD883}">
      <dgm:prSet/>
      <dgm:spPr>
        <a:noFill/>
        <a:ln>
          <a:solidFill>
            <a:schemeClr val="accent1"/>
          </a:solidFill>
        </a:ln>
      </dgm:spPr>
      <dgm:t>
        <a:bodyPr/>
        <a:lstStyle/>
        <a:p>
          <a:r>
            <a:rPr lang="en-US" b="1" i="0" dirty="0">
              <a:effectLst/>
              <a:latin typeface="Arial" panose="020B0604020202020204" pitchFamily="34" charset="0"/>
              <a:cs typeface="Arial" panose="020B0604020202020204" pitchFamily="34" charset="0"/>
            </a:rPr>
            <a:t>System resources</a:t>
          </a:r>
        </a:p>
      </dgm:t>
    </dgm:pt>
    <dgm:pt modelId="{70431AB4-DF3F-4645-82B4-916A5B03ED2B}" type="parTrans" cxnId="{09ECF6DD-E119-374A-AA19-1EFBB9A7AE59}">
      <dgm:prSet/>
      <dgm:spPr/>
      <dgm:t>
        <a:bodyPr/>
        <a:lstStyle/>
        <a:p>
          <a:endParaRPr lang="en-US">
            <a:latin typeface="Arial" panose="020B0604020202020204" pitchFamily="34" charset="0"/>
            <a:cs typeface="Arial" panose="020B0604020202020204" pitchFamily="34" charset="0"/>
          </a:endParaRPr>
        </a:p>
      </dgm:t>
    </dgm:pt>
    <dgm:pt modelId="{BC376F47-B3AB-B74F-80ED-DB7222180FD2}" type="sibTrans" cxnId="{09ECF6DD-E119-374A-AA19-1EFBB9A7AE59}">
      <dgm:prSet/>
      <dgm:spPr/>
      <dgm:t>
        <a:bodyPr/>
        <a:lstStyle/>
        <a:p>
          <a:endParaRPr lang="en-US">
            <a:latin typeface="Arial" panose="020B0604020202020204" pitchFamily="34" charset="0"/>
            <a:cs typeface="Arial" panose="020B0604020202020204" pitchFamily="34" charset="0"/>
          </a:endParaRPr>
        </a:p>
      </dgm:t>
    </dgm:pt>
    <dgm:pt modelId="{BD3D1B08-BA2C-A847-81FA-0E907AC86072}">
      <dgm:prSet/>
      <dgm:spPr>
        <a:solidFill>
          <a:schemeClr val="accent1"/>
        </a:solidFill>
      </dgm:spPr>
      <dgm:t>
        <a:bodyPr/>
        <a:lstStyle/>
        <a:p>
          <a:r>
            <a:rPr lang="en-US" b="0" i="0" dirty="0">
              <a:solidFill>
                <a:schemeClr val="bg1"/>
              </a:solidFill>
              <a:effectLst/>
              <a:latin typeface="Arial" panose="020B0604020202020204" pitchFamily="34" charset="0"/>
              <a:cs typeface="Arial" panose="020B0604020202020204" pitchFamily="34" charset="0"/>
            </a:rPr>
            <a:t>Aims to overload or trigger a bug to crash the network handling software using ‘poison packets’</a:t>
          </a:r>
        </a:p>
      </dgm:t>
    </dgm:pt>
    <dgm:pt modelId="{47925BA2-F0AA-1349-914E-93DB729B1439}" type="parTrans" cxnId="{21896DD5-9159-5A48-95C3-0628E40AD5D5}">
      <dgm:prSet/>
      <dgm:spPr/>
      <dgm:t>
        <a:bodyPr/>
        <a:lstStyle/>
        <a:p>
          <a:endParaRPr lang="en-US">
            <a:latin typeface="Arial" panose="020B0604020202020204" pitchFamily="34" charset="0"/>
            <a:cs typeface="Arial" panose="020B0604020202020204" pitchFamily="34" charset="0"/>
          </a:endParaRPr>
        </a:p>
      </dgm:t>
    </dgm:pt>
    <dgm:pt modelId="{DEA69FE8-A421-8F40-BC0D-0B81014C6103}" type="sibTrans" cxnId="{21896DD5-9159-5A48-95C3-0628E40AD5D5}">
      <dgm:prSet/>
      <dgm:spPr/>
      <dgm:t>
        <a:bodyPr/>
        <a:lstStyle/>
        <a:p>
          <a:endParaRPr lang="en-US">
            <a:latin typeface="Arial" panose="020B0604020202020204" pitchFamily="34" charset="0"/>
            <a:cs typeface="Arial" panose="020B0604020202020204" pitchFamily="34" charset="0"/>
          </a:endParaRPr>
        </a:p>
      </dgm:t>
    </dgm:pt>
    <dgm:pt modelId="{3234AAA2-C82A-B44F-87E5-BD58BA054E0F}">
      <dgm:prSet/>
      <dgm:spPr>
        <a:noFill/>
        <a:ln>
          <a:solidFill>
            <a:schemeClr val="accent1"/>
          </a:solidFill>
        </a:ln>
      </dgm:spPr>
      <dgm:t>
        <a:bodyPr/>
        <a:lstStyle/>
        <a:p>
          <a:r>
            <a:rPr lang="en-US" b="1" i="0" dirty="0">
              <a:effectLst/>
              <a:latin typeface="Arial" panose="020B0604020202020204" pitchFamily="34" charset="0"/>
              <a:cs typeface="Arial" panose="020B0604020202020204" pitchFamily="34" charset="0"/>
            </a:rPr>
            <a:t>Application resources</a:t>
          </a:r>
        </a:p>
      </dgm:t>
    </dgm:pt>
    <dgm:pt modelId="{E5862108-903B-1C4B-9377-81DD29E52B29}" type="parTrans" cxnId="{752AFBC6-0A6F-E64D-8873-6214DED38720}">
      <dgm:prSet/>
      <dgm:spPr/>
      <dgm:t>
        <a:bodyPr/>
        <a:lstStyle/>
        <a:p>
          <a:endParaRPr lang="en-US">
            <a:latin typeface="Arial" panose="020B0604020202020204" pitchFamily="34" charset="0"/>
            <a:cs typeface="Arial" panose="020B0604020202020204" pitchFamily="34" charset="0"/>
          </a:endParaRPr>
        </a:p>
      </dgm:t>
    </dgm:pt>
    <dgm:pt modelId="{B6EE5F2B-A910-414E-A3BF-34358F619072}" type="sibTrans" cxnId="{752AFBC6-0A6F-E64D-8873-6214DED38720}">
      <dgm:prSet/>
      <dgm:spPr/>
      <dgm:t>
        <a:bodyPr/>
        <a:lstStyle/>
        <a:p>
          <a:endParaRPr lang="en-US">
            <a:latin typeface="Arial" panose="020B0604020202020204" pitchFamily="34" charset="0"/>
            <a:cs typeface="Arial" panose="020B0604020202020204" pitchFamily="34" charset="0"/>
          </a:endParaRPr>
        </a:p>
      </dgm:t>
    </dgm:pt>
    <dgm:pt modelId="{02DC4651-8C6F-6447-9B8F-D57C357757EB}">
      <dgm:prSet/>
      <dgm:spPr>
        <a:solidFill>
          <a:schemeClr val="accent5">
            <a:lumMod val="75000"/>
          </a:schemeClr>
        </a:solidFill>
      </dgm:spPr>
      <dgm:t>
        <a:bodyPr/>
        <a:lstStyle/>
        <a:p>
          <a:r>
            <a:rPr lang="en-US" b="0" i="0" dirty="0">
              <a:solidFill>
                <a:schemeClr val="bg1"/>
              </a:solidFill>
              <a:effectLst/>
              <a:latin typeface="Arial" panose="020B0604020202020204" pitchFamily="34" charset="0"/>
              <a:cs typeface="Arial" panose="020B0604020202020204" pitchFamily="34" charset="0"/>
            </a:rPr>
            <a:t>‘</a:t>
          </a:r>
          <a:r>
            <a:rPr lang="en-US" b="0" i="0" dirty="0" err="1">
              <a:solidFill>
                <a:schemeClr val="bg1"/>
              </a:solidFill>
              <a:effectLst/>
              <a:latin typeface="Arial" panose="020B0604020202020204" pitchFamily="34" charset="0"/>
              <a:cs typeface="Arial" panose="020B0604020202020204" pitchFamily="34" charset="0"/>
            </a:rPr>
            <a:t>Cyberslam</a:t>
          </a:r>
          <a:r>
            <a:rPr lang="en-US" b="0" i="0" dirty="0">
              <a:solidFill>
                <a:schemeClr val="bg1"/>
              </a:solidFill>
              <a:effectLst/>
              <a:latin typeface="Arial" panose="020B0604020202020204" pitchFamily="34" charset="0"/>
              <a:cs typeface="Arial" panose="020B0604020202020204" pitchFamily="34" charset="0"/>
            </a:rPr>
            <a:t>’ involving a number of valid requests (e.g., </a:t>
          </a:r>
          <a:r>
            <a:rPr lang="en-US" b="0" i="0" dirty="0" err="1">
              <a:solidFill>
                <a:schemeClr val="bg1"/>
              </a:solidFill>
              <a:effectLst/>
              <a:latin typeface="Arial" panose="020B0604020202020204" pitchFamily="34" charset="0"/>
              <a:cs typeface="Arial" panose="020B0604020202020204" pitchFamily="34" charset="0"/>
            </a:rPr>
            <a:t>db</a:t>
          </a:r>
          <a:r>
            <a:rPr lang="en-US" b="0" i="0" dirty="0">
              <a:solidFill>
                <a:schemeClr val="bg1"/>
              </a:solidFill>
              <a:effectLst/>
              <a:latin typeface="Arial" panose="020B0604020202020204" pitchFamily="34" charset="0"/>
              <a:cs typeface="Arial" panose="020B0604020202020204" pitchFamily="34" charset="0"/>
            </a:rPr>
            <a:t> query), each of which consumes significant resources, thus limiting the ability of the server to respond to requests from legitimate users</a:t>
          </a:r>
        </a:p>
      </dgm:t>
    </dgm:pt>
    <dgm:pt modelId="{CC53E30A-CA09-8949-8B35-41834609C58A}" type="parTrans" cxnId="{8B9D4070-B4CC-F34F-B8B4-4F4F74F1B1AC}">
      <dgm:prSet/>
      <dgm:spPr/>
      <dgm:t>
        <a:bodyPr/>
        <a:lstStyle/>
        <a:p>
          <a:endParaRPr lang="en-US">
            <a:latin typeface="Arial" panose="020B0604020202020204" pitchFamily="34" charset="0"/>
            <a:cs typeface="Arial" panose="020B0604020202020204" pitchFamily="34" charset="0"/>
          </a:endParaRPr>
        </a:p>
      </dgm:t>
    </dgm:pt>
    <dgm:pt modelId="{2EFD9D0C-B667-974D-8EEE-876172C6068D}" type="sibTrans" cxnId="{8B9D4070-B4CC-F34F-B8B4-4F4F74F1B1AC}">
      <dgm:prSet/>
      <dgm:spPr/>
      <dgm:t>
        <a:bodyPr/>
        <a:lstStyle/>
        <a:p>
          <a:endParaRPr lang="en-US">
            <a:latin typeface="Arial" panose="020B0604020202020204" pitchFamily="34" charset="0"/>
            <a:cs typeface="Arial" panose="020B0604020202020204" pitchFamily="34" charset="0"/>
          </a:endParaRPr>
        </a:p>
      </dgm:t>
    </dgm:pt>
    <dgm:pt modelId="{635717B1-99B8-854E-8F70-444337E2E550}" type="pres">
      <dgm:prSet presAssocID="{CDE7C5DF-1F4E-144D-B3C6-CCDDA29A64DD}" presName="theList" presStyleCnt="0">
        <dgm:presLayoutVars>
          <dgm:dir/>
          <dgm:animLvl val="lvl"/>
          <dgm:resizeHandles val="exact"/>
        </dgm:presLayoutVars>
      </dgm:prSet>
      <dgm:spPr/>
    </dgm:pt>
    <dgm:pt modelId="{EE209E84-B891-3047-A320-4AEEC3330BB8}" type="pres">
      <dgm:prSet presAssocID="{59372874-7672-E146-A97A-F29BFB4A2140}" presName="compNode" presStyleCnt="0"/>
      <dgm:spPr/>
    </dgm:pt>
    <dgm:pt modelId="{1F9EAEE1-B141-8149-B598-A2FC9726C17B}" type="pres">
      <dgm:prSet presAssocID="{59372874-7672-E146-A97A-F29BFB4A2140}" presName="aNode" presStyleLbl="bgShp" presStyleIdx="0" presStyleCnt="3"/>
      <dgm:spPr/>
    </dgm:pt>
    <dgm:pt modelId="{E367BE70-C50A-6A43-8AFA-7CF7E142477B}" type="pres">
      <dgm:prSet presAssocID="{59372874-7672-E146-A97A-F29BFB4A2140}" presName="textNode" presStyleLbl="bgShp" presStyleIdx="0" presStyleCnt="3"/>
      <dgm:spPr/>
    </dgm:pt>
    <dgm:pt modelId="{6AC02209-CF3A-0249-91E1-9F1A42D58FAE}" type="pres">
      <dgm:prSet presAssocID="{59372874-7672-E146-A97A-F29BFB4A2140}" presName="compChildNode" presStyleCnt="0"/>
      <dgm:spPr/>
    </dgm:pt>
    <dgm:pt modelId="{7EE38C84-00CF-1247-9F8C-618383AEFFBD}" type="pres">
      <dgm:prSet presAssocID="{59372874-7672-E146-A97A-F29BFB4A2140}" presName="theInnerList" presStyleCnt="0"/>
      <dgm:spPr/>
    </dgm:pt>
    <dgm:pt modelId="{E1C9B790-AD02-DB4B-90E8-7BFEE9B60B8A}" type="pres">
      <dgm:prSet presAssocID="{6B5A5FFB-92DD-ED47-BF2F-AC0DD483D147}" presName="childNode" presStyleLbl="node1" presStyleIdx="0" presStyleCnt="4">
        <dgm:presLayoutVars>
          <dgm:bulletEnabled val="1"/>
        </dgm:presLayoutVars>
      </dgm:prSet>
      <dgm:spPr/>
    </dgm:pt>
    <dgm:pt modelId="{FD11D5FD-18A1-A246-9B5B-AC50BEFA8723}" type="pres">
      <dgm:prSet presAssocID="{6B5A5FFB-92DD-ED47-BF2F-AC0DD483D147}" presName="aSpace2" presStyleCnt="0"/>
      <dgm:spPr/>
    </dgm:pt>
    <dgm:pt modelId="{9C0BB106-18F0-064A-9F7C-7245A6EA83E6}" type="pres">
      <dgm:prSet presAssocID="{F9308F1A-1492-F14D-AA25-68EB847A0DB3}" presName="childNode" presStyleLbl="node1" presStyleIdx="1" presStyleCnt="4">
        <dgm:presLayoutVars>
          <dgm:bulletEnabled val="1"/>
        </dgm:presLayoutVars>
      </dgm:prSet>
      <dgm:spPr/>
    </dgm:pt>
    <dgm:pt modelId="{12284197-3CBC-A34B-949D-A231607C1E8B}" type="pres">
      <dgm:prSet presAssocID="{59372874-7672-E146-A97A-F29BFB4A2140}" presName="aSpace" presStyleCnt="0"/>
      <dgm:spPr/>
    </dgm:pt>
    <dgm:pt modelId="{B431EFE1-C863-1C48-A3AC-77CE92A996E4}" type="pres">
      <dgm:prSet presAssocID="{92F30862-F847-FC4F-9375-31010EECD883}" presName="compNode" presStyleCnt="0"/>
      <dgm:spPr/>
    </dgm:pt>
    <dgm:pt modelId="{200D4077-F322-A54F-A959-16520676AF19}" type="pres">
      <dgm:prSet presAssocID="{92F30862-F847-FC4F-9375-31010EECD883}" presName="aNode" presStyleLbl="bgShp" presStyleIdx="1" presStyleCnt="3"/>
      <dgm:spPr/>
    </dgm:pt>
    <dgm:pt modelId="{E415A12E-187B-9149-B76A-23CD314DDAC8}" type="pres">
      <dgm:prSet presAssocID="{92F30862-F847-FC4F-9375-31010EECD883}" presName="textNode" presStyleLbl="bgShp" presStyleIdx="1" presStyleCnt="3"/>
      <dgm:spPr/>
    </dgm:pt>
    <dgm:pt modelId="{834C08AE-444E-F446-B0BF-3487CD228505}" type="pres">
      <dgm:prSet presAssocID="{92F30862-F847-FC4F-9375-31010EECD883}" presName="compChildNode" presStyleCnt="0"/>
      <dgm:spPr/>
    </dgm:pt>
    <dgm:pt modelId="{534131B6-A042-2F47-B9FB-6D8DAFBA1F6D}" type="pres">
      <dgm:prSet presAssocID="{92F30862-F847-FC4F-9375-31010EECD883}" presName="theInnerList" presStyleCnt="0"/>
      <dgm:spPr/>
    </dgm:pt>
    <dgm:pt modelId="{331622DA-667B-3D42-86F2-0516235F2E15}" type="pres">
      <dgm:prSet presAssocID="{BD3D1B08-BA2C-A847-81FA-0E907AC86072}" presName="childNode" presStyleLbl="node1" presStyleIdx="2" presStyleCnt="4">
        <dgm:presLayoutVars>
          <dgm:bulletEnabled val="1"/>
        </dgm:presLayoutVars>
      </dgm:prSet>
      <dgm:spPr/>
    </dgm:pt>
    <dgm:pt modelId="{237E2EFB-A677-D844-819C-BBDED44A17C5}" type="pres">
      <dgm:prSet presAssocID="{92F30862-F847-FC4F-9375-31010EECD883}" presName="aSpace" presStyleCnt="0"/>
      <dgm:spPr/>
    </dgm:pt>
    <dgm:pt modelId="{49A3A6F1-0ADA-9941-AEE8-8E3D396BEBB6}" type="pres">
      <dgm:prSet presAssocID="{3234AAA2-C82A-B44F-87E5-BD58BA054E0F}" presName="compNode" presStyleCnt="0"/>
      <dgm:spPr/>
    </dgm:pt>
    <dgm:pt modelId="{1EA47F75-BED3-5244-AD77-D9664E47C6FF}" type="pres">
      <dgm:prSet presAssocID="{3234AAA2-C82A-B44F-87E5-BD58BA054E0F}" presName="aNode" presStyleLbl="bgShp" presStyleIdx="2" presStyleCnt="3"/>
      <dgm:spPr/>
    </dgm:pt>
    <dgm:pt modelId="{DE64535E-28E3-9144-82ED-ED0F42D2AAEE}" type="pres">
      <dgm:prSet presAssocID="{3234AAA2-C82A-B44F-87E5-BD58BA054E0F}" presName="textNode" presStyleLbl="bgShp" presStyleIdx="2" presStyleCnt="3"/>
      <dgm:spPr/>
    </dgm:pt>
    <dgm:pt modelId="{1D30DF71-C875-B746-BD57-739E889A911A}" type="pres">
      <dgm:prSet presAssocID="{3234AAA2-C82A-B44F-87E5-BD58BA054E0F}" presName="compChildNode" presStyleCnt="0"/>
      <dgm:spPr/>
    </dgm:pt>
    <dgm:pt modelId="{B8BA19E8-688C-424C-829D-A7B0DEE3A1AE}" type="pres">
      <dgm:prSet presAssocID="{3234AAA2-C82A-B44F-87E5-BD58BA054E0F}" presName="theInnerList" presStyleCnt="0"/>
      <dgm:spPr/>
    </dgm:pt>
    <dgm:pt modelId="{F711556B-CC33-6E40-9D5E-6524FC4A1052}" type="pres">
      <dgm:prSet presAssocID="{02DC4651-8C6F-6447-9B8F-D57C357757EB}" presName="childNode" presStyleLbl="node1" presStyleIdx="3" presStyleCnt="4">
        <dgm:presLayoutVars>
          <dgm:bulletEnabled val="1"/>
        </dgm:presLayoutVars>
      </dgm:prSet>
      <dgm:spPr/>
    </dgm:pt>
  </dgm:ptLst>
  <dgm:cxnLst>
    <dgm:cxn modelId="{E1736B09-914B-3149-8C3C-C974F30C88A6}" type="presOf" srcId="{CDE7C5DF-1F4E-144D-B3C6-CCDDA29A64DD}" destId="{635717B1-99B8-854E-8F70-444337E2E550}" srcOrd="0" destOrd="0" presId="urn:microsoft.com/office/officeart/2005/8/layout/lProcess2"/>
    <dgm:cxn modelId="{0A2D0716-C61C-9141-86DA-988FC1C305F9}" type="presOf" srcId="{6B5A5FFB-92DD-ED47-BF2F-AC0DD483D147}" destId="{E1C9B790-AD02-DB4B-90E8-7BFEE9B60B8A}" srcOrd="0" destOrd="0" presId="urn:microsoft.com/office/officeart/2005/8/layout/lProcess2"/>
    <dgm:cxn modelId="{07FD202E-A68A-914D-A147-95185A18067A}" srcId="{59372874-7672-E146-A97A-F29BFB4A2140}" destId="{6B5A5FFB-92DD-ED47-BF2F-AC0DD483D147}" srcOrd="0" destOrd="0" parTransId="{12E1D443-E49F-1646-A14E-D146B51693EE}" sibTransId="{9A2D11C2-577E-FC4A-BCED-3B769EBA90F6}"/>
    <dgm:cxn modelId="{C180D234-5927-BC40-BCEA-43D33D0E2CFA}" type="presOf" srcId="{02DC4651-8C6F-6447-9B8F-D57C357757EB}" destId="{F711556B-CC33-6E40-9D5E-6524FC4A1052}" srcOrd="0" destOrd="0" presId="urn:microsoft.com/office/officeart/2005/8/layout/lProcess2"/>
    <dgm:cxn modelId="{D3860F36-28E4-1442-B86C-E63CCC3FE716}" type="presOf" srcId="{3234AAA2-C82A-B44F-87E5-BD58BA054E0F}" destId="{DE64535E-28E3-9144-82ED-ED0F42D2AAEE}" srcOrd="1" destOrd="0" presId="urn:microsoft.com/office/officeart/2005/8/layout/lProcess2"/>
    <dgm:cxn modelId="{329B575F-8B76-3B4B-9BD9-38FDE9A2A8A5}" type="presOf" srcId="{59372874-7672-E146-A97A-F29BFB4A2140}" destId="{E367BE70-C50A-6A43-8AFA-7CF7E142477B}" srcOrd="1" destOrd="0" presId="urn:microsoft.com/office/officeart/2005/8/layout/lProcess2"/>
    <dgm:cxn modelId="{75F3A062-C25E-EE44-801F-9095BD1C5120}" type="presOf" srcId="{F9308F1A-1492-F14D-AA25-68EB847A0DB3}" destId="{9C0BB106-18F0-064A-9F7C-7245A6EA83E6}" srcOrd="0" destOrd="0" presId="urn:microsoft.com/office/officeart/2005/8/layout/lProcess2"/>
    <dgm:cxn modelId="{8B9D4070-B4CC-F34F-B8B4-4F4F74F1B1AC}" srcId="{3234AAA2-C82A-B44F-87E5-BD58BA054E0F}" destId="{02DC4651-8C6F-6447-9B8F-D57C357757EB}" srcOrd="0" destOrd="0" parTransId="{CC53E30A-CA09-8949-8B35-41834609C58A}" sibTransId="{2EFD9D0C-B667-974D-8EEE-876172C6068D}"/>
    <dgm:cxn modelId="{64632D81-51A2-6B4B-9F06-658DFD074D36}" srcId="{59372874-7672-E146-A97A-F29BFB4A2140}" destId="{F9308F1A-1492-F14D-AA25-68EB847A0DB3}" srcOrd="1" destOrd="0" parTransId="{6587E665-7412-CC4B-8376-E44CFD4886EF}" sibTransId="{91D74F09-50FE-8A4E-8C86-D04F1C2F50FB}"/>
    <dgm:cxn modelId="{4CD5B385-F4AE-6B4E-A557-3E5FBE186B3A}" srcId="{CDE7C5DF-1F4E-144D-B3C6-CCDDA29A64DD}" destId="{59372874-7672-E146-A97A-F29BFB4A2140}" srcOrd="0" destOrd="0" parTransId="{AFA358CC-DE03-B14E-9AD6-513B9ED3EF89}" sibTransId="{EF9C2E62-DCA0-D848-903A-2D9F9C026F51}"/>
    <dgm:cxn modelId="{98DE5C93-DBEB-254C-B03C-54648A10B03D}" type="presOf" srcId="{59372874-7672-E146-A97A-F29BFB4A2140}" destId="{1F9EAEE1-B141-8149-B598-A2FC9726C17B}" srcOrd="0" destOrd="0" presId="urn:microsoft.com/office/officeart/2005/8/layout/lProcess2"/>
    <dgm:cxn modelId="{752AFBC6-0A6F-E64D-8873-6214DED38720}" srcId="{CDE7C5DF-1F4E-144D-B3C6-CCDDA29A64DD}" destId="{3234AAA2-C82A-B44F-87E5-BD58BA054E0F}" srcOrd="2" destOrd="0" parTransId="{E5862108-903B-1C4B-9377-81DD29E52B29}" sibTransId="{B6EE5F2B-A910-414E-A3BF-34358F619072}"/>
    <dgm:cxn modelId="{21896DD5-9159-5A48-95C3-0628E40AD5D5}" srcId="{92F30862-F847-FC4F-9375-31010EECD883}" destId="{BD3D1B08-BA2C-A847-81FA-0E907AC86072}" srcOrd="0" destOrd="0" parTransId="{47925BA2-F0AA-1349-914E-93DB729B1439}" sibTransId="{DEA69FE8-A421-8F40-BC0D-0B81014C6103}"/>
    <dgm:cxn modelId="{09ECF6DD-E119-374A-AA19-1EFBB9A7AE59}" srcId="{CDE7C5DF-1F4E-144D-B3C6-CCDDA29A64DD}" destId="{92F30862-F847-FC4F-9375-31010EECD883}" srcOrd="1" destOrd="0" parTransId="{70431AB4-DF3F-4645-82B4-916A5B03ED2B}" sibTransId="{BC376F47-B3AB-B74F-80ED-DB7222180FD2}"/>
    <dgm:cxn modelId="{0DFD91DF-68AD-E649-B09C-E5EAFAEF15BB}" type="presOf" srcId="{BD3D1B08-BA2C-A847-81FA-0E907AC86072}" destId="{331622DA-667B-3D42-86F2-0516235F2E15}" srcOrd="0" destOrd="0" presId="urn:microsoft.com/office/officeart/2005/8/layout/lProcess2"/>
    <dgm:cxn modelId="{CE6F23E2-A7A9-1447-B201-56CC65F45CC6}" type="presOf" srcId="{92F30862-F847-FC4F-9375-31010EECD883}" destId="{200D4077-F322-A54F-A959-16520676AF19}" srcOrd="0" destOrd="0" presId="urn:microsoft.com/office/officeart/2005/8/layout/lProcess2"/>
    <dgm:cxn modelId="{9D4DE0EB-08A6-3544-A58B-08122AF0FDBE}" type="presOf" srcId="{92F30862-F847-FC4F-9375-31010EECD883}" destId="{E415A12E-187B-9149-B76A-23CD314DDAC8}" srcOrd="1" destOrd="0" presId="urn:microsoft.com/office/officeart/2005/8/layout/lProcess2"/>
    <dgm:cxn modelId="{791A79EE-56E7-A044-A12E-44CBF852734D}" type="presOf" srcId="{3234AAA2-C82A-B44F-87E5-BD58BA054E0F}" destId="{1EA47F75-BED3-5244-AD77-D9664E47C6FF}" srcOrd="0" destOrd="0" presId="urn:microsoft.com/office/officeart/2005/8/layout/lProcess2"/>
    <dgm:cxn modelId="{5AACC05E-5AB9-0E49-99B2-6E1BA6A41FDB}" type="presParOf" srcId="{635717B1-99B8-854E-8F70-444337E2E550}" destId="{EE209E84-B891-3047-A320-4AEEC3330BB8}" srcOrd="0" destOrd="0" presId="urn:microsoft.com/office/officeart/2005/8/layout/lProcess2"/>
    <dgm:cxn modelId="{9FAD7FA9-8F47-104B-A9DC-EA081AA4F40E}" type="presParOf" srcId="{EE209E84-B891-3047-A320-4AEEC3330BB8}" destId="{1F9EAEE1-B141-8149-B598-A2FC9726C17B}" srcOrd="0" destOrd="0" presId="urn:microsoft.com/office/officeart/2005/8/layout/lProcess2"/>
    <dgm:cxn modelId="{C8412F36-AC01-7A44-9697-143DB9CEC9BA}" type="presParOf" srcId="{EE209E84-B891-3047-A320-4AEEC3330BB8}" destId="{E367BE70-C50A-6A43-8AFA-7CF7E142477B}" srcOrd="1" destOrd="0" presId="urn:microsoft.com/office/officeart/2005/8/layout/lProcess2"/>
    <dgm:cxn modelId="{EA56AD11-7104-9640-9FC3-D2804E8F4001}" type="presParOf" srcId="{EE209E84-B891-3047-A320-4AEEC3330BB8}" destId="{6AC02209-CF3A-0249-91E1-9F1A42D58FAE}" srcOrd="2" destOrd="0" presId="urn:microsoft.com/office/officeart/2005/8/layout/lProcess2"/>
    <dgm:cxn modelId="{46A30A50-3737-8B4D-B495-F1122505DBF8}" type="presParOf" srcId="{6AC02209-CF3A-0249-91E1-9F1A42D58FAE}" destId="{7EE38C84-00CF-1247-9F8C-618383AEFFBD}" srcOrd="0" destOrd="0" presId="urn:microsoft.com/office/officeart/2005/8/layout/lProcess2"/>
    <dgm:cxn modelId="{ACB3255D-F798-B843-9790-95F14015FF43}" type="presParOf" srcId="{7EE38C84-00CF-1247-9F8C-618383AEFFBD}" destId="{E1C9B790-AD02-DB4B-90E8-7BFEE9B60B8A}" srcOrd="0" destOrd="0" presId="urn:microsoft.com/office/officeart/2005/8/layout/lProcess2"/>
    <dgm:cxn modelId="{E754EB58-08C0-E14D-AAC5-D1578D9E5664}" type="presParOf" srcId="{7EE38C84-00CF-1247-9F8C-618383AEFFBD}" destId="{FD11D5FD-18A1-A246-9B5B-AC50BEFA8723}" srcOrd="1" destOrd="0" presId="urn:microsoft.com/office/officeart/2005/8/layout/lProcess2"/>
    <dgm:cxn modelId="{813D1571-0E72-644F-A07F-89F6473710DF}" type="presParOf" srcId="{7EE38C84-00CF-1247-9F8C-618383AEFFBD}" destId="{9C0BB106-18F0-064A-9F7C-7245A6EA83E6}" srcOrd="2" destOrd="0" presId="urn:microsoft.com/office/officeart/2005/8/layout/lProcess2"/>
    <dgm:cxn modelId="{D328F87F-21F5-714F-9FB7-F211915773E5}" type="presParOf" srcId="{635717B1-99B8-854E-8F70-444337E2E550}" destId="{12284197-3CBC-A34B-949D-A231607C1E8B}" srcOrd="1" destOrd="0" presId="urn:microsoft.com/office/officeart/2005/8/layout/lProcess2"/>
    <dgm:cxn modelId="{BCE740ED-04BF-434E-8FEA-78F3668C6118}" type="presParOf" srcId="{635717B1-99B8-854E-8F70-444337E2E550}" destId="{B431EFE1-C863-1C48-A3AC-77CE92A996E4}" srcOrd="2" destOrd="0" presId="urn:microsoft.com/office/officeart/2005/8/layout/lProcess2"/>
    <dgm:cxn modelId="{BBE8E148-330B-2A45-91F3-7D6EB629A869}" type="presParOf" srcId="{B431EFE1-C863-1C48-A3AC-77CE92A996E4}" destId="{200D4077-F322-A54F-A959-16520676AF19}" srcOrd="0" destOrd="0" presId="urn:microsoft.com/office/officeart/2005/8/layout/lProcess2"/>
    <dgm:cxn modelId="{CB56E221-F88E-FD47-9496-8D41D0D28A88}" type="presParOf" srcId="{B431EFE1-C863-1C48-A3AC-77CE92A996E4}" destId="{E415A12E-187B-9149-B76A-23CD314DDAC8}" srcOrd="1" destOrd="0" presId="urn:microsoft.com/office/officeart/2005/8/layout/lProcess2"/>
    <dgm:cxn modelId="{58069DFD-337B-484D-81D4-6343DAFF6EED}" type="presParOf" srcId="{B431EFE1-C863-1C48-A3AC-77CE92A996E4}" destId="{834C08AE-444E-F446-B0BF-3487CD228505}" srcOrd="2" destOrd="0" presId="urn:microsoft.com/office/officeart/2005/8/layout/lProcess2"/>
    <dgm:cxn modelId="{6B826E0E-A1E1-9D4F-9A76-1A15C480919D}" type="presParOf" srcId="{834C08AE-444E-F446-B0BF-3487CD228505}" destId="{534131B6-A042-2F47-B9FB-6D8DAFBA1F6D}" srcOrd="0" destOrd="0" presId="urn:microsoft.com/office/officeart/2005/8/layout/lProcess2"/>
    <dgm:cxn modelId="{14577FE3-E79A-1949-B26E-0D485D2BD999}" type="presParOf" srcId="{534131B6-A042-2F47-B9FB-6D8DAFBA1F6D}" destId="{331622DA-667B-3D42-86F2-0516235F2E15}" srcOrd="0" destOrd="0" presId="urn:microsoft.com/office/officeart/2005/8/layout/lProcess2"/>
    <dgm:cxn modelId="{C7F4E4E1-9BE9-DD45-B710-B33855AEC625}" type="presParOf" srcId="{635717B1-99B8-854E-8F70-444337E2E550}" destId="{237E2EFB-A677-D844-819C-BBDED44A17C5}" srcOrd="3" destOrd="0" presId="urn:microsoft.com/office/officeart/2005/8/layout/lProcess2"/>
    <dgm:cxn modelId="{E68A7686-B35C-E54D-A2AA-94895E1983D7}" type="presParOf" srcId="{635717B1-99B8-854E-8F70-444337E2E550}" destId="{49A3A6F1-0ADA-9941-AEE8-8E3D396BEBB6}" srcOrd="4" destOrd="0" presId="urn:microsoft.com/office/officeart/2005/8/layout/lProcess2"/>
    <dgm:cxn modelId="{C4DC8DD8-8E37-A449-AF53-8C2D54A3BADC}" type="presParOf" srcId="{49A3A6F1-0ADA-9941-AEE8-8E3D396BEBB6}" destId="{1EA47F75-BED3-5244-AD77-D9664E47C6FF}" srcOrd="0" destOrd="0" presId="urn:microsoft.com/office/officeart/2005/8/layout/lProcess2"/>
    <dgm:cxn modelId="{4903066D-4C63-D442-B313-F0A620CD3979}" type="presParOf" srcId="{49A3A6F1-0ADA-9941-AEE8-8E3D396BEBB6}" destId="{DE64535E-28E3-9144-82ED-ED0F42D2AAEE}" srcOrd="1" destOrd="0" presId="urn:microsoft.com/office/officeart/2005/8/layout/lProcess2"/>
    <dgm:cxn modelId="{A4CFDEB2-3173-414C-8A15-BB6822B38D19}" type="presParOf" srcId="{49A3A6F1-0ADA-9941-AEE8-8E3D396BEBB6}" destId="{1D30DF71-C875-B746-BD57-739E889A911A}" srcOrd="2" destOrd="0" presId="urn:microsoft.com/office/officeart/2005/8/layout/lProcess2"/>
    <dgm:cxn modelId="{F859185D-567E-B84D-A45C-B6DA4CE3C958}" type="presParOf" srcId="{1D30DF71-C875-B746-BD57-739E889A911A}" destId="{B8BA19E8-688C-424C-829D-A7B0DEE3A1AE}" srcOrd="0" destOrd="0" presId="urn:microsoft.com/office/officeart/2005/8/layout/lProcess2"/>
    <dgm:cxn modelId="{79536E11-1C43-1E46-BFA7-2611914FE8CB}" type="presParOf" srcId="{B8BA19E8-688C-424C-829D-A7B0DEE3A1AE}" destId="{F711556B-CC33-6E40-9D5E-6524FC4A1052}" srcOrd="0"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EC7D9F4-1003-C242-8E1F-F3B2885A37A2}" type="doc">
      <dgm:prSet loTypeId="urn:microsoft.com/office/officeart/2005/8/layout/vList5" loCatId="list" qsTypeId="urn:microsoft.com/office/officeart/2005/8/quickstyle/simple4" qsCatId="simple" csTypeId="urn:microsoft.com/office/officeart/2005/8/colors/accent1_2" csCatId="accent1" phldr="1"/>
      <dgm:spPr/>
      <dgm:t>
        <a:bodyPr/>
        <a:lstStyle/>
        <a:p>
          <a:endParaRPr lang="en-US"/>
        </a:p>
      </dgm:t>
    </dgm:pt>
    <dgm:pt modelId="{CF4DB9DA-4932-A14E-B358-BA616C5EE288}">
      <dgm:prSet phldrT="[Text]" custT="1"/>
      <dgm:spPr>
        <a:solidFill>
          <a:schemeClr val="accent5">
            <a:lumMod val="75000"/>
          </a:schemeClr>
        </a:solidFill>
      </dgm:spPr>
      <dgm:t>
        <a:bodyPr/>
        <a:lstStyle/>
        <a:p>
          <a:r>
            <a:rPr lang="en-US" sz="2800" b="0" i="0" dirty="0">
              <a:solidFill>
                <a:schemeClr val="bg1"/>
              </a:solidFill>
              <a:effectLst/>
              <a:latin typeface="Arial" panose="020B0604020202020204" pitchFamily="34" charset="0"/>
              <a:ea typeface="ＭＳ Ｐゴシック" pitchFamily="-1" charset="-128"/>
              <a:cs typeface="Arial" panose="020B0604020202020204" pitchFamily="34" charset="0"/>
            </a:rPr>
            <a:t>ICMP flood</a:t>
          </a:r>
          <a:endParaRPr lang="en-US" sz="2800" b="0" i="0" dirty="0">
            <a:solidFill>
              <a:schemeClr val="bg1"/>
            </a:solidFill>
            <a:effectLst/>
            <a:latin typeface="Arial" panose="020B0604020202020204" pitchFamily="34" charset="0"/>
            <a:cs typeface="Arial" panose="020B0604020202020204" pitchFamily="34" charset="0"/>
          </a:endParaRPr>
        </a:p>
      </dgm:t>
    </dgm:pt>
    <dgm:pt modelId="{AFDAE78B-1B94-9D40-A0C0-C36162765CB8}" type="parTrans" cxnId="{AA61416E-51BB-0F49-8AA2-199DF982550D}">
      <dgm:prSet/>
      <dgm:spPr/>
      <dgm:t>
        <a:bodyPr/>
        <a:lstStyle/>
        <a:p>
          <a:endParaRPr lang="en-US">
            <a:latin typeface="Arial" panose="020B0604020202020204" pitchFamily="34" charset="0"/>
            <a:cs typeface="Arial" panose="020B0604020202020204" pitchFamily="34" charset="0"/>
          </a:endParaRPr>
        </a:p>
      </dgm:t>
    </dgm:pt>
    <dgm:pt modelId="{D4F9D7DF-D6F0-9B42-B5F0-D64C466F2152}" type="sibTrans" cxnId="{AA61416E-51BB-0F49-8AA2-199DF982550D}">
      <dgm:prSet/>
      <dgm:spPr/>
      <dgm:t>
        <a:bodyPr/>
        <a:lstStyle/>
        <a:p>
          <a:endParaRPr lang="en-US">
            <a:latin typeface="Arial" panose="020B0604020202020204" pitchFamily="34" charset="0"/>
            <a:cs typeface="Arial" panose="020B0604020202020204" pitchFamily="34" charset="0"/>
          </a:endParaRPr>
        </a:p>
      </dgm:t>
    </dgm:pt>
    <dgm:pt modelId="{BD9F2CAD-D5C3-534E-A493-DFC1D640DDDD}">
      <dgm:prSet custT="1"/>
      <dgm:spPr>
        <a:solidFill>
          <a:schemeClr val="bg1"/>
        </a:solidFill>
        <a:ln w="25400">
          <a:solidFill>
            <a:schemeClr val="tx2">
              <a:lumMod val="75000"/>
              <a:alpha val="90000"/>
            </a:schemeClr>
          </a:solidFill>
        </a:ln>
      </dgm:spPr>
      <dgm:t>
        <a:bodyPr/>
        <a:lstStyle/>
        <a:p>
          <a:r>
            <a:rPr lang="en-US" sz="1600" b="0" i="0" dirty="0">
              <a:effectLst/>
              <a:latin typeface="Arial" panose="020B0604020202020204" pitchFamily="34" charset="0"/>
              <a:cs typeface="Arial" panose="020B0604020202020204" pitchFamily="34" charset="0"/>
            </a:rPr>
            <a:t>Ping flood using ICMP echo request packets</a:t>
          </a:r>
        </a:p>
      </dgm:t>
    </dgm:pt>
    <dgm:pt modelId="{59EF927F-E926-C44A-8E66-EA2A682E41A3}" type="parTrans" cxnId="{DB582794-3D33-DD46-9FC5-6B5A8253EB49}">
      <dgm:prSet/>
      <dgm:spPr/>
      <dgm:t>
        <a:bodyPr/>
        <a:lstStyle/>
        <a:p>
          <a:endParaRPr lang="en-US">
            <a:latin typeface="Arial" panose="020B0604020202020204" pitchFamily="34" charset="0"/>
            <a:cs typeface="Arial" panose="020B0604020202020204" pitchFamily="34" charset="0"/>
          </a:endParaRPr>
        </a:p>
      </dgm:t>
    </dgm:pt>
    <dgm:pt modelId="{1130C333-3928-0942-AB09-929FE01C2B5E}" type="sibTrans" cxnId="{DB582794-3D33-DD46-9FC5-6B5A8253EB49}">
      <dgm:prSet/>
      <dgm:spPr/>
      <dgm:t>
        <a:bodyPr/>
        <a:lstStyle/>
        <a:p>
          <a:endParaRPr lang="en-US">
            <a:latin typeface="Arial" panose="020B0604020202020204" pitchFamily="34" charset="0"/>
            <a:cs typeface="Arial" panose="020B0604020202020204" pitchFamily="34" charset="0"/>
          </a:endParaRPr>
        </a:p>
      </dgm:t>
    </dgm:pt>
    <dgm:pt modelId="{0D3173A9-4F5A-DF40-ABDC-E1266D496CAF}">
      <dgm:prSet custT="1"/>
      <dgm:spPr>
        <a:solidFill>
          <a:schemeClr val="bg1"/>
        </a:solidFill>
        <a:ln w="25400">
          <a:solidFill>
            <a:schemeClr val="tx2">
              <a:lumMod val="75000"/>
              <a:alpha val="90000"/>
            </a:schemeClr>
          </a:solidFill>
        </a:ln>
      </dgm:spPr>
      <dgm:t>
        <a:bodyPr/>
        <a:lstStyle/>
        <a:p>
          <a:r>
            <a:rPr lang="en-US" sz="1600" b="0" i="0" dirty="0">
              <a:effectLst/>
              <a:latin typeface="Arial" panose="020B0604020202020204" pitchFamily="34" charset="0"/>
              <a:cs typeface="Arial" panose="020B0604020202020204" pitchFamily="34" charset="0"/>
            </a:rPr>
            <a:t>Traditionally network administrators allow such packets into their networks because ping is a useful network diagnostic tool</a:t>
          </a:r>
        </a:p>
      </dgm:t>
    </dgm:pt>
    <dgm:pt modelId="{C0CF5096-1C13-284C-9CBF-AB3204777B61}" type="parTrans" cxnId="{F56C85F0-BA70-884F-85B8-A60286C12DE9}">
      <dgm:prSet/>
      <dgm:spPr/>
      <dgm:t>
        <a:bodyPr/>
        <a:lstStyle/>
        <a:p>
          <a:endParaRPr lang="en-US">
            <a:latin typeface="Arial" panose="020B0604020202020204" pitchFamily="34" charset="0"/>
            <a:cs typeface="Arial" panose="020B0604020202020204" pitchFamily="34" charset="0"/>
          </a:endParaRPr>
        </a:p>
      </dgm:t>
    </dgm:pt>
    <dgm:pt modelId="{F75E82DB-170F-014F-8D17-333D1F9B7A96}" type="sibTrans" cxnId="{F56C85F0-BA70-884F-85B8-A60286C12DE9}">
      <dgm:prSet/>
      <dgm:spPr/>
      <dgm:t>
        <a:bodyPr/>
        <a:lstStyle/>
        <a:p>
          <a:endParaRPr lang="en-US">
            <a:latin typeface="Arial" panose="020B0604020202020204" pitchFamily="34" charset="0"/>
            <a:cs typeface="Arial" panose="020B0604020202020204" pitchFamily="34" charset="0"/>
          </a:endParaRPr>
        </a:p>
      </dgm:t>
    </dgm:pt>
    <dgm:pt modelId="{E09A460A-8805-D14E-8EA8-E2822ED804CF}">
      <dgm:prSet custT="1"/>
      <dgm:spPr/>
      <dgm:t>
        <a:bodyPr/>
        <a:lstStyle/>
        <a:p>
          <a:r>
            <a:rPr lang="en-US" sz="2800" b="0" i="0" dirty="0">
              <a:solidFill>
                <a:schemeClr val="bg1"/>
              </a:solidFill>
              <a:effectLst/>
              <a:latin typeface="Arial" panose="020B0604020202020204" pitchFamily="34" charset="0"/>
              <a:ea typeface="ＭＳ Ｐゴシック" pitchFamily="-1" charset="-128"/>
              <a:cs typeface="Arial" panose="020B0604020202020204" pitchFamily="34" charset="0"/>
            </a:rPr>
            <a:t>UDP flood</a:t>
          </a:r>
        </a:p>
      </dgm:t>
    </dgm:pt>
    <dgm:pt modelId="{F30FE43B-306A-4A4B-A879-3A8A65B14858}" type="parTrans" cxnId="{AA643B78-5BD0-264D-8026-48165CCB596A}">
      <dgm:prSet/>
      <dgm:spPr/>
      <dgm:t>
        <a:bodyPr/>
        <a:lstStyle/>
        <a:p>
          <a:endParaRPr lang="en-US">
            <a:latin typeface="Arial" panose="020B0604020202020204" pitchFamily="34" charset="0"/>
            <a:cs typeface="Arial" panose="020B0604020202020204" pitchFamily="34" charset="0"/>
          </a:endParaRPr>
        </a:p>
      </dgm:t>
    </dgm:pt>
    <dgm:pt modelId="{C88C3FFA-975A-8346-8A70-A311716266F5}" type="sibTrans" cxnId="{AA643B78-5BD0-264D-8026-48165CCB596A}">
      <dgm:prSet/>
      <dgm:spPr/>
      <dgm:t>
        <a:bodyPr/>
        <a:lstStyle/>
        <a:p>
          <a:endParaRPr lang="en-US">
            <a:latin typeface="Arial" panose="020B0604020202020204" pitchFamily="34" charset="0"/>
            <a:cs typeface="Arial" panose="020B0604020202020204" pitchFamily="34" charset="0"/>
          </a:endParaRPr>
        </a:p>
      </dgm:t>
    </dgm:pt>
    <dgm:pt modelId="{C5963756-5DFA-3D4D-B9AA-9FBD529FDB09}">
      <dgm:prSet/>
      <dgm:spPr>
        <a:solidFill>
          <a:schemeClr val="bg1"/>
        </a:solidFill>
        <a:ln w="25400">
          <a:solidFill>
            <a:schemeClr val="tx2">
              <a:lumMod val="75000"/>
              <a:alpha val="90000"/>
            </a:schemeClr>
          </a:solidFill>
        </a:ln>
      </dgm:spPr>
      <dgm:t>
        <a:bodyPr/>
        <a:lstStyle/>
        <a:p>
          <a:r>
            <a:rPr lang="en-US" b="0" i="0" dirty="0">
              <a:effectLst/>
              <a:latin typeface="Arial" panose="020B0604020202020204" pitchFamily="34" charset="0"/>
              <a:cs typeface="Arial" panose="020B0604020202020204" pitchFamily="34" charset="0"/>
            </a:rPr>
            <a:t>Uses UDP packets directed to some port number on the target system</a:t>
          </a:r>
        </a:p>
      </dgm:t>
    </dgm:pt>
    <dgm:pt modelId="{F5652ACE-F35D-994B-B767-9CF194F2A8FB}" type="parTrans" cxnId="{7E1FC89F-4BBF-5644-9396-000A6F0E8CD5}">
      <dgm:prSet/>
      <dgm:spPr/>
      <dgm:t>
        <a:bodyPr/>
        <a:lstStyle/>
        <a:p>
          <a:endParaRPr lang="en-US">
            <a:latin typeface="Arial" panose="020B0604020202020204" pitchFamily="34" charset="0"/>
            <a:cs typeface="Arial" panose="020B0604020202020204" pitchFamily="34" charset="0"/>
          </a:endParaRPr>
        </a:p>
      </dgm:t>
    </dgm:pt>
    <dgm:pt modelId="{07B83594-679E-2546-BA3A-ED8F11BEC05B}" type="sibTrans" cxnId="{7E1FC89F-4BBF-5644-9396-000A6F0E8CD5}">
      <dgm:prSet/>
      <dgm:spPr/>
      <dgm:t>
        <a:bodyPr/>
        <a:lstStyle/>
        <a:p>
          <a:endParaRPr lang="en-US">
            <a:latin typeface="Arial" panose="020B0604020202020204" pitchFamily="34" charset="0"/>
            <a:cs typeface="Arial" panose="020B0604020202020204" pitchFamily="34" charset="0"/>
          </a:endParaRPr>
        </a:p>
      </dgm:t>
    </dgm:pt>
    <dgm:pt modelId="{64A9271E-D119-504A-9A66-416F2B2777F0}">
      <dgm:prSet custT="1"/>
      <dgm:spPr>
        <a:solidFill>
          <a:schemeClr val="accent3">
            <a:lumMod val="75000"/>
          </a:schemeClr>
        </a:solidFill>
      </dgm:spPr>
      <dgm:t>
        <a:bodyPr/>
        <a:lstStyle/>
        <a:p>
          <a:r>
            <a:rPr lang="en-US" sz="2800" b="0" i="0" dirty="0">
              <a:solidFill>
                <a:schemeClr val="bg1"/>
              </a:solidFill>
              <a:effectLst/>
              <a:latin typeface="Arial" panose="020B0604020202020204" pitchFamily="34" charset="0"/>
              <a:ea typeface="ＭＳ Ｐゴシック" pitchFamily="-1" charset="-128"/>
              <a:cs typeface="Arial" panose="020B0604020202020204" pitchFamily="34" charset="0"/>
            </a:rPr>
            <a:t>TCP SYN flood</a:t>
          </a:r>
        </a:p>
      </dgm:t>
    </dgm:pt>
    <dgm:pt modelId="{0AB44505-EE65-9F42-B247-0738348AB1BE}" type="parTrans" cxnId="{D54FE80F-A610-D049-8389-8084B1BDC281}">
      <dgm:prSet/>
      <dgm:spPr/>
      <dgm:t>
        <a:bodyPr/>
        <a:lstStyle/>
        <a:p>
          <a:endParaRPr lang="en-US">
            <a:latin typeface="Arial" panose="020B0604020202020204" pitchFamily="34" charset="0"/>
            <a:cs typeface="Arial" panose="020B0604020202020204" pitchFamily="34" charset="0"/>
          </a:endParaRPr>
        </a:p>
      </dgm:t>
    </dgm:pt>
    <dgm:pt modelId="{D75EAB0A-6B17-954E-BC0E-1F13DFF95A9A}" type="sibTrans" cxnId="{D54FE80F-A610-D049-8389-8084B1BDC281}">
      <dgm:prSet/>
      <dgm:spPr/>
      <dgm:t>
        <a:bodyPr/>
        <a:lstStyle/>
        <a:p>
          <a:endParaRPr lang="en-US">
            <a:latin typeface="Arial" panose="020B0604020202020204" pitchFamily="34" charset="0"/>
            <a:cs typeface="Arial" panose="020B0604020202020204" pitchFamily="34" charset="0"/>
          </a:endParaRPr>
        </a:p>
      </dgm:t>
    </dgm:pt>
    <dgm:pt modelId="{3A9B6F0B-4336-2847-B4FC-8D7BC13EC137}">
      <dgm:prSet/>
      <dgm:spPr>
        <a:solidFill>
          <a:schemeClr val="bg1"/>
        </a:solidFill>
        <a:ln w="25400">
          <a:solidFill>
            <a:schemeClr val="tx2">
              <a:lumMod val="75000"/>
              <a:alpha val="90000"/>
            </a:schemeClr>
          </a:solidFill>
        </a:ln>
      </dgm:spPr>
      <dgm:t>
        <a:bodyPr/>
        <a:lstStyle/>
        <a:p>
          <a:r>
            <a:rPr lang="en-US" b="0" i="0" dirty="0">
              <a:effectLst/>
              <a:latin typeface="Arial" panose="020B0604020202020204" pitchFamily="34" charset="0"/>
              <a:cs typeface="Arial" panose="020B0604020202020204" pitchFamily="34" charset="0"/>
            </a:rPr>
            <a:t>Sends TCP packets to the target system</a:t>
          </a:r>
        </a:p>
      </dgm:t>
    </dgm:pt>
    <dgm:pt modelId="{C7191EC7-62E3-B447-8343-A566F846311E}" type="parTrans" cxnId="{F3D3B821-EE2C-204E-8FB8-8259A2D5BE19}">
      <dgm:prSet/>
      <dgm:spPr/>
      <dgm:t>
        <a:bodyPr/>
        <a:lstStyle/>
        <a:p>
          <a:endParaRPr lang="en-US">
            <a:latin typeface="Arial" panose="020B0604020202020204" pitchFamily="34" charset="0"/>
            <a:cs typeface="Arial" panose="020B0604020202020204" pitchFamily="34" charset="0"/>
          </a:endParaRPr>
        </a:p>
      </dgm:t>
    </dgm:pt>
    <dgm:pt modelId="{415CDB2F-0584-A54A-893D-CD901D13EB86}" type="sibTrans" cxnId="{F3D3B821-EE2C-204E-8FB8-8259A2D5BE19}">
      <dgm:prSet/>
      <dgm:spPr/>
      <dgm:t>
        <a:bodyPr/>
        <a:lstStyle/>
        <a:p>
          <a:endParaRPr lang="en-US">
            <a:latin typeface="Arial" panose="020B0604020202020204" pitchFamily="34" charset="0"/>
            <a:cs typeface="Arial" panose="020B0604020202020204" pitchFamily="34" charset="0"/>
          </a:endParaRPr>
        </a:p>
      </dgm:t>
    </dgm:pt>
    <dgm:pt modelId="{E6B6139F-0A87-C34E-B14C-47B9ED13C177}">
      <dgm:prSet/>
      <dgm:spPr>
        <a:solidFill>
          <a:schemeClr val="bg1"/>
        </a:solidFill>
        <a:ln w="25400">
          <a:solidFill>
            <a:schemeClr val="tx2">
              <a:lumMod val="75000"/>
              <a:alpha val="90000"/>
            </a:schemeClr>
          </a:solidFill>
        </a:ln>
      </dgm:spPr>
      <dgm:t>
        <a:bodyPr/>
        <a:lstStyle/>
        <a:p>
          <a:r>
            <a:rPr lang="en-US" b="0" i="0" dirty="0">
              <a:effectLst/>
              <a:latin typeface="Arial" panose="020B0604020202020204" pitchFamily="34" charset="0"/>
              <a:cs typeface="Arial" panose="020B0604020202020204" pitchFamily="34" charset="0"/>
            </a:rPr>
            <a:t>High volume of packets to attack the network handling code in the operating system; denies legitimate user access</a:t>
          </a:r>
        </a:p>
      </dgm:t>
    </dgm:pt>
    <dgm:pt modelId="{5D6AB567-580E-5C47-BF18-CD29B8F4AD15}" type="parTrans" cxnId="{BDCB6EE8-7202-A14E-84B4-4CBDD92D628C}">
      <dgm:prSet/>
      <dgm:spPr/>
      <dgm:t>
        <a:bodyPr/>
        <a:lstStyle/>
        <a:p>
          <a:endParaRPr lang="en-US">
            <a:latin typeface="Arial" panose="020B0604020202020204" pitchFamily="34" charset="0"/>
            <a:cs typeface="Arial" panose="020B0604020202020204" pitchFamily="34" charset="0"/>
          </a:endParaRPr>
        </a:p>
      </dgm:t>
    </dgm:pt>
    <dgm:pt modelId="{6D6D790E-BED3-A64A-A29F-A9099F594562}" type="sibTrans" cxnId="{BDCB6EE8-7202-A14E-84B4-4CBDD92D628C}">
      <dgm:prSet/>
      <dgm:spPr/>
      <dgm:t>
        <a:bodyPr/>
        <a:lstStyle/>
        <a:p>
          <a:endParaRPr lang="en-US">
            <a:latin typeface="Arial" panose="020B0604020202020204" pitchFamily="34" charset="0"/>
            <a:cs typeface="Arial" panose="020B0604020202020204" pitchFamily="34" charset="0"/>
          </a:endParaRPr>
        </a:p>
      </dgm:t>
    </dgm:pt>
    <dgm:pt modelId="{5265BBEC-3F4E-AE43-8701-0B43844BD3E7}" type="pres">
      <dgm:prSet presAssocID="{FEC7D9F4-1003-C242-8E1F-F3B2885A37A2}" presName="Name0" presStyleCnt="0">
        <dgm:presLayoutVars>
          <dgm:dir/>
          <dgm:animLvl val="lvl"/>
          <dgm:resizeHandles val="exact"/>
        </dgm:presLayoutVars>
      </dgm:prSet>
      <dgm:spPr/>
    </dgm:pt>
    <dgm:pt modelId="{63DF7425-9165-7B4D-86E0-22F1A98CBDC0}" type="pres">
      <dgm:prSet presAssocID="{CF4DB9DA-4932-A14E-B358-BA616C5EE288}" presName="linNode" presStyleCnt="0"/>
      <dgm:spPr/>
    </dgm:pt>
    <dgm:pt modelId="{19357E6A-60B3-FC4E-9FC2-1ECE7041DD85}" type="pres">
      <dgm:prSet presAssocID="{CF4DB9DA-4932-A14E-B358-BA616C5EE288}" presName="parentText" presStyleLbl="node1" presStyleIdx="0" presStyleCnt="3">
        <dgm:presLayoutVars>
          <dgm:chMax val="1"/>
          <dgm:bulletEnabled val="1"/>
        </dgm:presLayoutVars>
      </dgm:prSet>
      <dgm:spPr/>
    </dgm:pt>
    <dgm:pt modelId="{565A0BC2-B705-7845-9587-D8A7832452F9}" type="pres">
      <dgm:prSet presAssocID="{CF4DB9DA-4932-A14E-B358-BA616C5EE288}" presName="descendantText" presStyleLbl="alignAccFollowNode1" presStyleIdx="0" presStyleCnt="3" custScaleY="117535">
        <dgm:presLayoutVars>
          <dgm:bulletEnabled val="1"/>
        </dgm:presLayoutVars>
      </dgm:prSet>
      <dgm:spPr/>
    </dgm:pt>
    <dgm:pt modelId="{5D8A68C8-859A-6346-A37E-10D253E83A5A}" type="pres">
      <dgm:prSet presAssocID="{D4F9D7DF-D6F0-9B42-B5F0-D64C466F2152}" presName="sp" presStyleCnt="0"/>
      <dgm:spPr/>
    </dgm:pt>
    <dgm:pt modelId="{80E148F0-D1D2-334F-B963-0B71EF44DE47}" type="pres">
      <dgm:prSet presAssocID="{E09A460A-8805-D14E-8EA8-E2822ED804CF}" presName="linNode" presStyleCnt="0"/>
      <dgm:spPr/>
    </dgm:pt>
    <dgm:pt modelId="{5E105DE0-16B0-F645-ABF2-3DD1D6F6DDB8}" type="pres">
      <dgm:prSet presAssocID="{E09A460A-8805-D14E-8EA8-E2822ED804CF}" presName="parentText" presStyleLbl="node1" presStyleIdx="1" presStyleCnt="3">
        <dgm:presLayoutVars>
          <dgm:chMax val="1"/>
          <dgm:bulletEnabled val="1"/>
        </dgm:presLayoutVars>
      </dgm:prSet>
      <dgm:spPr/>
    </dgm:pt>
    <dgm:pt modelId="{AE11C2D4-26A0-484C-A22E-4A33CEF07817}" type="pres">
      <dgm:prSet presAssocID="{E09A460A-8805-D14E-8EA8-E2822ED804CF}" presName="descendantText" presStyleLbl="alignAccFollowNode1" presStyleIdx="1" presStyleCnt="3">
        <dgm:presLayoutVars>
          <dgm:bulletEnabled val="1"/>
        </dgm:presLayoutVars>
      </dgm:prSet>
      <dgm:spPr/>
    </dgm:pt>
    <dgm:pt modelId="{659B3031-C86D-7C41-BA8C-22713F6A8A80}" type="pres">
      <dgm:prSet presAssocID="{C88C3FFA-975A-8346-8A70-A311716266F5}" presName="sp" presStyleCnt="0"/>
      <dgm:spPr/>
    </dgm:pt>
    <dgm:pt modelId="{40D99705-D87E-AB47-87FF-D8E13113A14D}" type="pres">
      <dgm:prSet presAssocID="{64A9271E-D119-504A-9A66-416F2B2777F0}" presName="linNode" presStyleCnt="0"/>
      <dgm:spPr/>
    </dgm:pt>
    <dgm:pt modelId="{46E720AB-F321-FB41-8240-75830E95D297}" type="pres">
      <dgm:prSet presAssocID="{64A9271E-D119-504A-9A66-416F2B2777F0}" presName="parentText" presStyleLbl="node1" presStyleIdx="2" presStyleCnt="3">
        <dgm:presLayoutVars>
          <dgm:chMax val="1"/>
          <dgm:bulletEnabled val="1"/>
        </dgm:presLayoutVars>
      </dgm:prSet>
      <dgm:spPr/>
    </dgm:pt>
    <dgm:pt modelId="{4B1A1837-8231-6840-8D50-F6DB4B3D4684}" type="pres">
      <dgm:prSet presAssocID="{64A9271E-D119-504A-9A66-416F2B2777F0}" presName="descendantText" presStyleLbl="alignAccFollowNode1" presStyleIdx="2" presStyleCnt="3" custScaleY="122162">
        <dgm:presLayoutVars>
          <dgm:bulletEnabled val="1"/>
        </dgm:presLayoutVars>
      </dgm:prSet>
      <dgm:spPr/>
    </dgm:pt>
  </dgm:ptLst>
  <dgm:cxnLst>
    <dgm:cxn modelId="{D54FE80F-A610-D049-8389-8084B1BDC281}" srcId="{FEC7D9F4-1003-C242-8E1F-F3B2885A37A2}" destId="{64A9271E-D119-504A-9A66-416F2B2777F0}" srcOrd="2" destOrd="0" parTransId="{0AB44505-EE65-9F42-B247-0738348AB1BE}" sibTransId="{D75EAB0A-6B17-954E-BC0E-1F13DFF95A9A}"/>
    <dgm:cxn modelId="{F3D3B821-EE2C-204E-8FB8-8259A2D5BE19}" srcId="{64A9271E-D119-504A-9A66-416F2B2777F0}" destId="{3A9B6F0B-4336-2847-B4FC-8D7BC13EC137}" srcOrd="0" destOrd="0" parTransId="{C7191EC7-62E3-B447-8343-A566F846311E}" sibTransId="{415CDB2F-0584-A54A-893D-CD901D13EB86}"/>
    <dgm:cxn modelId="{9EA7ED2E-14C6-AD4B-ADD9-00485E7A0A79}" type="presOf" srcId="{E09A460A-8805-D14E-8EA8-E2822ED804CF}" destId="{5E105DE0-16B0-F645-ABF2-3DD1D6F6DDB8}" srcOrd="0" destOrd="0" presId="urn:microsoft.com/office/officeart/2005/8/layout/vList5"/>
    <dgm:cxn modelId="{2476F362-548C-ED4C-B02F-989129D9F52A}" type="presOf" srcId="{3A9B6F0B-4336-2847-B4FC-8D7BC13EC137}" destId="{4B1A1837-8231-6840-8D50-F6DB4B3D4684}" srcOrd="0" destOrd="0" presId="urn:microsoft.com/office/officeart/2005/8/layout/vList5"/>
    <dgm:cxn modelId="{0FA6D165-8B6E-B946-BE24-2FADA075A125}" type="presOf" srcId="{C5963756-5DFA-3D4D-B9AA-9FBD529FDB09}" destId="{AE11C2D4-26A0-484C-A22E-4A33CEF07817}" srcOrd="0" destOrd="0" presId="urn:microsoft.com/office/officeart/2005/8/layout/vList5"/>
    <dgm:cxn modelId="{4F672249-D82A-F744-85D1-6613C7419AFE}" type="presOf" srcId="{E6B6139F-0A87-C34E-B14C-47B9ED13C177}" destId="{4B1A1837-8231-6840-8D50-F6DB4B3D4684}" srcOrd="0" destOrd="1" presId="urn:microsoft.com/office/officeart/2005/8/layout/vList5"/>
    <dgm:cxn modelId="{AA61416E-51BB-0F49-8AA2-199DF982550D}" srcId="{FEC7D9F4-1003-C242-8E1F-F3B2885A37A2}" destId="{CF4DB9DA-4932-A14E-B358-BA616C5EE288}" srcOrd="0" destOrd="0" parTransId="{AFDAE78B-1B94-9D40-A0C0-C36162765CB8}" sibTransId="{D4F9D7DF-D6F0-9B42-B5F0-D64C466F2152}"/>
    <dgm:cxn modelId="{5903CA4E-6479-1447-8D34-2708C4DFDF16}" type="presOf" srcId="{0D3173A9-4F5A-DF40-ABDC-E1266D496CAF}" destId="{565A0BC2-B705-7845-9587-D8A7832452F9}" srcOrd="0" destOrd="1" presId="urn:microsoft.com/office/officeart/2005/8/layout/vList5"/>
    <dgm:cxn modelId="{2AD49A53-F076-3947-84EF-5DB4877D1F54}" type="presOf" srcId="{FEC7D9F4-1003-C242-8E1F-F3B2885A37A2}" destId="{5265BBEC-3F4E-AE43-8701-0B43844BD3E7}" srcOrd="0" destOrd="0" presId="urn:microsoft.com/office/officeart/2005/8/layout/vList5"/>
    <dgm:cxn modelId="{AA643B78-5BD0-264D-8026-48165CCB596A}" srcId="{FEC7D9F4-1003-C242-8E1F-F3B2885A37A2}" destId="{E09A460A-8805-D14E-8EA8-E2822ED804CF}" srcOrd="1" destOrd="0" parTransId="{F30FE43B-306A-4A4B-A879-3A8A65B14858}" sibTransId="{C88C3FFA-975A-8346-8A70-A311716266F5}"/>
    <dgm:cxn modelId="{DB582794-3D33-DD46-9FC5-6B5A8253EB49}" srcId="{CF4DB9DA-4932-A14E-B358-BA616C5EE288}" destId="{BD9F2CAD-D5C3-534E-A493-DFC1D640DDDD}" srcOrd="0" destOrd="0" parTransId="{59EF927F-E926-C44A-8E66-EA2A682E41A3}" sibTransId="{1130C333-3928-0942-AB09-929FE01C2B5E}"/>
    <dgm:cxn modelId="{CCE1FB9A-8C17-7045-A62D-69732452A005}" type="presOf" srcId="{CF4DB9DA-4932-A14E-B358-BA616C5EE288}" destId="{19357E6A-60B3-FC4E-9FC2-1ECE7041DD85}" srcOrd="0" destOrd="0" presId="urn:microsoft.com/office/officeart/2005/8/layout/vList5"/>
    <dgm:cxn modelId="{7E1FC89F-4BBF-5644-9396-000A6F0E8CD5}" srcId="{E09A460A-8805-D14E-8EA8-E2822ED804CF}" destId="{C5963756-5DFA-3D4D-B9AA-9FBD529FDB09}" srcOrd="0" destOrd="0" parTransId="{F5652ACE-F35D-994B-B767-9CF194F2A8FB}" sibTransId="{07B83594-679E-2546-BA3A-ED8F11BEC05B}"/>
    <dgm:cxn modelId="{156E32CC-8796-7644-8D08-3CB882D6155D}" type="presOf" srcId="{64A9271E-D119-504A-9A66-416F2B2777F0}" destId="{46E720AB-F321-FB41-8240-75830E95D297}" srcOrd="0" destOrd="0" presId="urn:microsoft.com/office/officeart/2005/8/layout/vList5"/>
    <dgm:cxn modelId="{BDCB6EE8-7202-A14E-84B4-4CBDD92D628C}" srcId="{64A9271E-D119-504A-9A66-416F2B2777F0}" destId="{E6B6139F-0A87-C34E-B14C-47B9ED13C177}" srcOrd="1" destOrd="0" parTransId="{5D6AB567-580E-5C47-BF18-CD29B8F4AD15}" sibTransId="{6D6D790E-BED3-A64A-A29F-A9099F594562}"/>
    <dgm:cxn modelId="{F56C85F0-BA70-884F-85B8-A60286C12DE9}" srcId="{CF4DB9DA-4932-A14E-B358-BA616C5EE288}" destId="{0D3173A9-4F5A-DF40-ABDC-E1266D496CAF}" srcOrd="1" destOrd="0" parTransId="{C0CF5096-1C13-284C-9CBF-AB3204777B61}" sibTransId="{F75E82DB-170F-014F-8D17-333D1F9B7A96}"/>
    <dgm:cxn modelId="{06BBFDFF-FC5B-724C-9B71-E2FD758E336A}" type="presOf" srcId="{BD9F2CAD-D5C3-534E-A493-DFC1D640DDDD}" destId="{565A0BC2-B705-7845-9587-D8A7832452F9}" srcOrd="0" destOrd="0" presId="urn:microsoft.com/office/officeart/2005/8/layout/vList5"/>
    <dgm:cxn modelId="{25BFE809-0B4D-024C-A56C-2EF386A72FF9}" type="presParOf" srcId="{5265BBEC-3F4E-AE43-8701-0B43844BD3E7}" destId="{63DF7425-9165-7B4D-86E0-22F1A98CBDC0}" srcOrd="0" destOrd="0" presId="urn:microsoft.com/office/officeart/2005/8/layout/vList5"/>
    <dgm:cxn modelId="{0CF7E40C-75AE-1E42-BCAD-82AF7F529BC8}" type="presParOf" srcId="{63DF7425-9165-7B4D-86E0-22F1A98CBDC0}" destId="{19357E6A-60B3-FC4E-9FC2-1ECE7041DD85}" srcOrd="0" destOrd="0" presId="urn:microsoft.com/office/officeart/2005/8/layout/vList5"/>
    <dgm:cxn modelId="{D9D30BB1-3945-6C4A-9C11-569CB1D3ABDB}" type="presParOf" srcId="{63DF7425-9165-7B4D-86E0-22F1A98CBDC0}" destId="{565A0BC2-B705-7845-9587-D8A7832452F9}" srcOrd="1" destOrd="0" presId="urn:microsoft.com/office/officeart/2005/8/layout/vList5"/>
    <dgm:cxn modelId="{9B87420A-26B9-3C4C-837F-C192F0120F45}" type="presParOf" srcId="{5265BBEC-3F4E-AE43-8701-0B43844BD3E7}" destId="{5D8A68C8-859A-6346-A37E-10D253E83A5A}" srcOrd="1" destOrd="0" presId="urn:microsoft.com/office/officeart/2005/8/layout/vList5"/>
    <dgm:cxn modelId="{3CE7F8D1-4358-AA4F-8554-186B69BF2CA5}" type="presParOf" srcId="{5265BBEC-3F4E-AE43-8701-0B43844BD3E7}" destId="{80E148F0-D1D2-334F-B963-0B71EF44DE47}" srcOrd="2" destOrd="0" presId="urn:microsoft.com/office/officeart/2005/8/layout/vList5"/>
    <dgm:cxn modelId="{3A60AF32-2876-B945-973D-8D36C7E0D2DF}" type="presParOf" srcId="{80E148F0-D1D2-334F-B963-0B71EF44DE47}" destId="{5E105DE0-16B0-F645-ABF2-3DD1D6F6DDB8}" srcOrd="0" destOrd="0" presId="urn:microsoft.com/office/officeart/2005/8/layout/vList5"/>
    <dgm:cxn modelId="{48AC761F-FFB5-CD49-A382-C3E55F9AEEE2}" type="presParOf" srcId="{80E148F0-D1D2-334F-B963-0B71EF44DE47}" destId="{AE11C2D4-26A0-484C-A22E-4A33CEF07817}" srcOrd="1" destOrd="0" presId="urn:microsoft.com/office/officeart/2005/8/layout/vList5"/>
    <dgm:cxn modelId="{F171FDA3-2302-CA40-BE14-47C4BC8B090F}" type="presParOf" srcId="{5265BBEC-3F4E-AE43-8701-0B43844BD3E7}" destId="{659B3031-C86D-7C41-BA8C-22713F6A8A80}" srcOrd="3" destOrd="0" presId="urn:microsoft.com/office/officeart/2005/8/layout/vList5"/>
    <dgm:cxn modelId="{FA0B6B83-0692-124C-BA71-6D7C7AE3401C}" type="presParOf" srcId="{5265BBEC-3F4E-AE43-8701-0B43844BD3E7}" destId="{40D99705-D87E-AB47-87FF-D8E13113A14D}" srcOrd="4" destOrd="0" presId="urn:microsoft.com/office/officeart/2005/8/layout/vList5"/>
    <dgm:cxn modelId="{5EB929CF-5A75-0C4D-9F0D-513E3057E4CC}" type="presParOf" srcId="{40D99705-D87E-AB47-87FF-D8E13113A14D}" destId="{46E720AB-F321-FB41-8240-75830E95D297}" srcOrd="0" destOrd="0" presId="urn:microsoft.com/office/officeart/2005/8/layout/vList5"/>
    <dgm:cxn modelId="{4D24078C-4514-154E-8508-EFF7EA178E9C}" type="presParOf" srcId="{40D99705-D87E-AB47-87FF-D8E13113A14D}" destId="{4B1A1837-8231-6840-8D50-F6DB4B3D4684}"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D8CF0C0-6D0C-0D4A-A94F-E2244FC22FC4}" type="doc">
      <dgm:prSet loTypeId="urn:microsoft.com/office/officeart/2005/8/layout/vProcess5" loCatId="process" qsTypeId="urn:microsoft.com/office/officeart/2005/8/quickstyle/simple4" qsCatId="simple" csTypeId="urn:microsoft.com/office/officeart/2005/8/colors/accent1_2" csCatId="accent1" phldr="1"/>
      <dgm:spPr/>
      <dgm:t>
        <a:bodyPr/>
        <a:lstStyle/>
        <a:p>
          <a:endParaRPr lang="en-US"/>
        </a:p>
      </dgm:t>
    </dgm:pt>
    <dgm:pt modelId="{0FC6D219-2291-F24D-81B1-B4364D414593}">
      <dgm:prSet phldrT="[Text]"/>
      <dgm:spPr>
        <a:solidFill>
          <a:schemeClr val="accent3">
            <a:lumMod val="75000"/>
          </a:schemeClr>
        </a:solidFill>
        <a:ln>
          <a:solidFill>
            <a:schemeClr val="bg1"/>
          </a:solidFill>
        </a:ln>
      </dgm:spPr>
      <dgm:t>
        <a:bodyPr/>
        <a:lstStyle/>
        <a:p>
          <a:r>
            <a:rPr lang="en-US" b="1" dirty="0">
              <a:solidFill>
                <a:schemeClr val="bg1"/>
              </a:solidFill>
              <a:effectLst/>
              <a:latin typeface="Arial" panose="020B0604020202020204" pitchFamily="34" charset="0"/>
              <a:ea typeface="ＭＳ Ｐゴシック" pitchFamily="-1" charset="-128"/>
              <a:cs typeface="Arial" panose="020B0604020202020204" pitchFamily="34" charset="0"/>
            </a:rPr>
            <a:t>Attack prevention and preemption</a:t>
          </a:r>
        </a:p>
      </dgm:t>
    </dgm:pt>
    <dgm:pt modelId="{DD467420-DF0F-A041-8E8A-FA5406CFC47E}" type="parTrans" cxnId="{4F33C981-055E-754C-93A6-98AF167B65BE}">
      <dgm:prSet/>
      <dgm:spPr/>
      <dgm:t>
        <a:bodyPr/>
        <a:lstStyle/>
        <a:p>
          <a:endParaRPr lang="en-US">
            <a:latin typeface="Arial" panose="020B0604020202020204" pitchFamily="34" charset="0"/>
            <a:cs typeface="Arial" panose="020B0604020202020204" pitchFamily="34" charset="0"/>
          </a:endParaRPr>
        </a:p>
      </dgm:t>
    </dgm:pt>
    <dgm:pt modelId="{175008D8-C1CF-6C45-A1B9-D57B3C26A441}" type="sibTrans" cxnId="{4F33C981-055E-754C-93A6-98AF167B65BE}">
      <dgm:prSet/>
      <dgm:spPr>
        <a:solidFill>
          <a:srgbClr val="FFC000"/>
        </a:solidFill>
        <a:ln>
          <a:solidFill>
            <a:schemeClr val="tx2">
              <a:lumMod val="50000"/>
            </a:schemeClr>
          </a:solidFill>
        </a:ln>
      </dgm:spPr>
      <dgm:t>
        <a:bodyPr/>
        <a:lstStyle/>
        <a:p>
          <a:endParaRPr lang="en-US">
            <a:latin typeface="Arial" panose="020B0604020202020204" pitchFamily="34" charset="0"/>
            <a:cs typeface="Arial" panose="020B0604020202020204" pitchFamily="34" charset="0"/>
          </a:endParaRPr>
        </a:p>
      </dgm:t>
    </dgm:pt>
    <dgm:pt modelId="{E8F180F3-01F1-324F-83D5-4E4EC3A8B106}">
      <dgm:prSet/>
      <dgm:spPr>
        <a:solidFill>
          <a:schemeClr val="accent3">
            <a:lumMod val="75000"/>
          </a:schemeClr>
        </a:solidFill>
        <a:ln>
          <a:solidFill>
            <a:schemeClr val="bg1"/>
          </a:solidFill>
        </a:ln>
      </dgm:spPr>
      <dgm:t>
        <a:bodyPr/>
        <a:lstStyle/>
        <a:p>
          <a:r>
            <a:rPr lang="en-US" b="0" dirty="0">
              <a:solidFill>
                <a:schemeClr val="bg1"/>
              </a:solidFill>
              <a:effectLst/>
              <a:latin typeface="Arial" panose="020B0604020202020204" pitchFamily="34" charset="0"/>
              <a:ea typeface="ＭＳ Ｐゴシック" pitchFamily="-1" charset="-128"/>
              <a:cs typeface="Arial" panose="020B0604020202020204" pitchFamily="34" charset="0"/>
            </a:rPr>
            <a:t>Before attack</a:t>
          </a:r>
        </a:p>
      </dgm:t>
    </dgm:pt>
    <dgm:pt modelId="{7D535B5A-AAA2-A847-93CB-FD2D8B1B3D78}" type="parTrans" cxnId="{CBA446B9-7BF1-A044-B9C5-9D1BF27FF7D1}">
      <dgm:prSet/>
      <dgm:spPr/>
      <dgm:t>
        <a:bodyPr/>
        <a:lstStyle/>
        <a:p>
          <a:endParaRPr lang="en-US">
            <a:latin typeface="Arial" panose="020B0604020202020204" pitchFamily="34" charset="0"/>
            <a:cs typeface="Arial" panose="020B0604020202020204" pitchFamily="34" charset="0"/>
          </a:endParaRPr>
        </a:p>
      </dgm:t>
    </dgm:pt>
    <dgm:pt modelId="{59D77817-3EA3-B545-B712-33BC7BE33EC2}" type="sibTrans" cxnId="{CBA446B9-7BF1-A044-B9C5-9D1BF27FF7D1}">
      <dgm:prSet/>
      <dgm:spPr/>
      <dgm:t>
        <a:bodyPr/>
        <a:lstStyle/>
        <a:p>
          <a:endParaRPr lang="en-US">
            <a:latin typeface="Arial" panose="020B0604020202020204" pitchFamily="34" charset="0"/>
            <a:cs typeface="Arial" panose="020B0604020202020204" pitchFamily="34" charset="0"/>
          </a:endParaRPr>
        </a:p>
      </dgm:t>
    </dgm:pt>
    <dgm:pt modelId="{1AFB1016-1A11-784A-BE84-2E30965F4D34}">
      <dgm:prSet/>
      <dgm:spPr>
        <a:solidFill>
          <a:schemeClr val="accent1"/>
        </a:solidFill>
        <a:ln>
          <a:solidFill>
            <a:schemeClr val="bg1"/>
          </a:solidFill>
        </a:ln>
      </dgm:spPr>
      <dgm:t>
        <a:bodyPr/>
        <a:lstStyle/>
        <a:p>
          <a:r>
            <a:rPr lang="en-US" b="1" dirty="0">
              <a:solidFill>
                <a:schemeClr val="bg1"/>
              </a:solidFill>
              <a:effectLst/>
              <a:latin typeface="Arial" panose="020B0604020202020204" pitchFamily="34" charset="0"/>
              <a:cs typeface="Arial" panose="020B0604020202020204" pitchFamily="34" charset="0"/>
            </a:rPr>
            <a:t>Attack detection and filtering</a:t>
          </a:r>
        </a:p>
      </dgm:t>
    </dgm:pt>
    <dgm:pt modelId="{6D17929D-B1D7-2041-9E7A-ABC976CAFB83}" type="parTrans" cxnId="{88746892-4C40-5F4A-B66E-6DF914E320C2}">
      <dgm:prSet/>
      <dgm:spPr/>
      <dgm:t>
        <a:bodyPr/>
        <a:lstStyle/>
        <a:p>
          <a:endParaRPr lang="en-US">
            <a:latin typeface="Arial" panose="020B0604020202020204" pitchFamily="34" charset="0"/>
            <a:cs typeface="Arial" panose="020B0604020202020204" pitchFamily="34" charset="0"/>
          </a:endParaRPr>
        </a:p>
      </dgm:t>
    </dgm:pt>
    <dgm:pt modelId="{E597FDAD-0227-A44C-AE8F-5819DF093BE1}" type="sibTrans" cxnId="{88746892-4C40-5F4A-B66E-6DF914E320C2}">
      <dgm:prSet/>
      <dgm:spPr>
        <a:solidFill>
          <a:srgbClr val="FFC000"/>
        </a:solidFill>
        <a:ln>
          <a:solidFill>
            <a:schemeClr val="accent1"/>
          </a:solidFill>
        </a:ln>
      </dgm:spPr>
      <dgm:t>
        <a:bodyPr/>
        <a:lstStyle/>
        <a:p>
          <a:endParaRPr lang="en-US">
            <a:latin typeface="Arial" panose="020B0604020202020204" pitchFamily="34" charset="0"/>
            <a:cs typeface="Arial" panose="020B0604020202020204" pitchFamily="34" charset="0"/>
          </a:endParaRPr>
        </a:p>
      </dgm:t>
    </dgm:pt>
    <dgm:pt modelId="{85D7BB41-CA25-354A-AA57-15DC33300B91}">
      <dgm:prSet/>
      <dgm:spPr>
        <a:solidFill>
          <a:schemeClr val="accent1"/>
        </a:solidFill>
        <a:ln>
          <a:solidFill>
            <a:schemeClr val="bg1"/>
          </a:solidFill>
        </a:ln>
      </dgm:spPr>
      <dgm:t>
        <a:bodyPr/>
        <a:lstStyle/>
        <a:p>
          <a:r>
            <a:rPr lang="en-US" b="0" dirty="0">
              <a:solidFill>
                <a:schemeClr val="bg1"/>
              </a:solidFill>
              <a:effectLst/>
              <a:latin typeface="Arial" panose="020B0604020202020204" pitchFamily="34" charset="0"/>
              <a:ea typeface="ＭＳ Ｐゴシック" pitchFamily="-1" charset="-128"/>
              <a:cs typeface="Arial" panose="020B0604020202020204" pitchFamily="34" charset="0"/>
            </a:rPr>
            <a:t>During the attack</a:t>
          </a:r>
        </a:p>
      </dgm:t>
    </dgm:pt>
    <dgm:pt modelId="{4657EFFF-AEBC-EA45-8999-B05A5906CA32}" type="parTrans" cxnId="{74EC0F85-1351-B946-9E87-50D9876BDBAF}">
      <dgm:prSet/>
      <dgm:spPr/>
      <dgm:t>
        <a:bodyPr/>
        <a:lstStyle/>
        <a:p>
          <a:endParaRPr lang="en-US">
            <a:latin typeface="Arial" panose="020B0604020202020204" pitchFamily="34" charset="0"/>
            <a:cs typeface="Arial" panose="020B0604020202020204" pitchFamily="34" charset="0"/>
          </a:endParaRPr>
        </a:p>
      </dgm:t>
    </dgm:pt>
    <dgm:pt modelId="{0F7066AD-96F1-3541-8A19-B6444CFE4BB5}" type="sibTrans" cxnId="{74EC0F85-1351-B946-9E87-50D9876BDBAF}">
      <dgm:prSet/>
      <dgm:spPr/>
      <dgm:t>
        <a:bodyPr/>
        <a:lstStyle/>
        <a:p>
          <a:endParaRPr lang="en-US">
            <a:latin typeface="Arial" panose="020B0604020202020204" pitchFamily="34" charset="0"/>
            <a:cs typeface="Arial" panose="020B0604020202020204" pitchFamily="34" charset="0"/>
          </a:endParaRPr>
        </a:p>
      </dgm:t>
    </dgm:pt>
    <dgm:pt modelId="{D318AE41-E1C7-0C43-BB77-46288A308DEC}">
      <dgm:prSet/>
      <dgm:spPr>
        <a:solidFill>
          <a:schemeClr val="accent5">
            <a:lumMod val="75000"/>
          </a:schemeClr>
        </a:solidFill>
        <a:ln>
          <a:solidFill>
            <a:schemeClr val="bg1"/>
          </a:solidFill>
        </a:ln>
      </dgm:spPr>
      <dgm:t>
        <a:bodyPr/>
        <a:lstStyle/>
        <a:p>
          <a:r>
            <a:rPr lang="en-US" b="1" dirty="0">
              <a:solidFill>
                <a:schemeClr val="bg1"/>
              </a:solidFill>
              <a:effectLst/>
              <a:latin typeface="Arial" panose="020B0604020202020204" pitchFamily="34" charset="0"/>
              <a:ea typeface="ＭＳ Ｐゴシック" pitchFamily="-1" charset="-128"/>
              <a:cs typeface="Arial" panose="020B0604020202020204" pitchFamily="34" charset="0"/>
            </a:rPr>
            <a:t>Attack source </a:t>
          </a:r>
          <a:r>
            <a:rPr lang="en-US" b="1" dirty="0" err="1">
              <a:solidFill>
                <a:schemeClr val="bg1"/>
              </a:solidFill>
              <a:effectLst/>
              <a:latin typeface="Arial" panose="020B0604020202020204" pitchFamily="34" charset="0"/>
              <a:ea typeface="ＭＳ Ｐゴシック" pitchFamily="-1" charset="-128"/>
              <a:cs typeface="Arial" panose="020B0604020202020204" pitchFamily="34" charset="0"/>
            </a:rPr>
            <a:t>traceback</a:t>
          </a:r>
          <a:r>
            <a:rPr lang="en-US" b="1" dirty="0">
              <a:solidFill>
                <a:schemeClr val="bg1"/>
              </a:solidFill>
              <a:effectLst/>
              <a:latin typeface="Arial" panose="020B0604020202020204" pitchFamily="34" charset="0"/>
              <a:ea typeface="ＭＳ Ｐゴシック" pitchFamily="-1" charset="-128"/>
              <a:cs typeface="Arial" panose="020B0604020202020204" pitchFamily="34" charset="0"/>
            </a:rPr>
            <a:t> and identification</a:t>
          </a:r>
        </a:p>
      </dgm:t>
    </dgm:pt>
    <dgm:pt modelId="{48943386-19AB-DF47-BA43-196C75C8BC5D}" type="parTrans" cxnId="{4300481F-DADB-2547-86CD-117F84EE6529}">
      <dgm:prSet/>
      <dgm:spPr/>
      <dgm:t>
        <a:bodyPr/>
        <a:lstStyle/>
        <a:p>
          <a:endParaRPr lang="en-US">
            <a:latin typeface="Arial" panose="020B0604020202020204" pitchFamily="34" charset="0"/>
            <a:cs typeface="Arial" panose="020B0604020202020204" pitchFamily="34" charset="0"/>
          </a:endParaRPr>
        </a:p>
      </dgm:t>
    </dgm:pt>
    <dgm:pt modelId="{F92D5BEC-AFE6-5045-A714-7E7C6CDA3BE9}" type="sibTrans" cxnId="{4300481F-DADB-2547-86CD-117F84EE6529}">
      <dgm:prSet/>
      <dgm:spPr>
        <a:solidFill>
          <a:srgbClr val="FFC000"/>
        </a:solidFill>
        <a:ln>
          <a:solidFill>
            <a:schemeClr val="accent5">
              <a:lumMod val="75000"/>
            </a:schemeClr>
          </a:solidFill>
        </a:ln>
      </dgm:spPr>
      <dgm:t>
        <a:bodyPr/>
        <a:lstStyle/>
        <a:p>
          <a:endParaRPr lang="en-US">
            <a:latin typeface="Arial" panose="020B0604020202020204" pitchFamily="34" charset="0"/>
            <a:cs typeface="Arial" panose="020B0604020202020204" pitchFamily="34" charset="0"/>
          </a:endParaRPr>
        </a:p>
      </dgm:t>
    </dgm:pt>
    <dgm:pt modelId="{B9F9089D-15F0-3547-8771-BE5A260DBF79}">
      <dgm:prSet/>
      <dgm:spPr>
        <a:solidFill>
          <a:schemeClr val="accent5">
            <a:lumMod val="75000"/>
          </a:schemeClr>
        </a:solidFill>
        <a:ln>
          <a:solidFill>
            <a:schemeClr val="bg1"/>
          </a:solidFill>
        </a:ln>
      </dgm:spPr>
      <dgm:t>
        <a:bodyPr/>
        <a:lstStyle/>
        <a:p>
          <a:r>
            <a:rPr lang="en-US" b="0" dirty="0">
              <a:solidFill>
                <a:schemeClr val="bg1"/>
              </a:solidFill>
              <a:effectLst/>
              <a:latin typeface="Arial" panose="020B0604020202020204" pitchFamily="34" charset="0"/>
              <a:ea typeface="ＭＳ Ｐゴシック" pitchFamily="-1" charset="-128"/>
              <a:cs typeface="Arial" panose="020B0604020202020204" pitchFamily="34" charset="0"/>
            </a:rPr>
            <a:t>During and after the attack</a:t>
          </a:r>
        </a:p>
      </dgm:t>
    </dgm:pt>
    <dgm:pt modelId="{EDFFE739-92D5-F041-AF27-730DE6988518}" type="parTrans" cxnId="{88D62B6F-C04F-684F-9152-AF9849FE2167}">
      <dgm:prSet/>
      <dgm:spPr/>
      <dgm:t>
        <a:bodyPr/>
        <a:lstStyle/>
        <a:p>
          <a:endParaRPr lang="en-US">
            <a:latin typeface="Arial" panose="020B0604020202020204" pitchFamily="34" charset="0"/>
            <a:cs typeface="Arial" panose="020B0604020202020204" pitchFamily="34" charset="0"/>
          </a:endParaRPr>
        </a:p>
      </dgm:t>
    </dgm:pt>
    <dgm:pt modelId="{F93705B1-A0BD-774F-BC3D-0571BE64DCA3}" type="sibTrans" cxnId="{88D62B6F-C04F-684F-9152-AF9849FE2167}">
      <dgm:prSet/>
      <dgm:spPr/>
      <dgm:t>
        <a:bodyPr/>
        <a:lstStyle/>
        <a:p>
          <a:endParaRPr lang="en-US">
            <a:latin typeface="Arial" panose="020B0604020202020204" pitchFamily="34" charset="0"/>
            <a:cs typeface="Arial" panose="020B0604020202020204" pitchFamily="34" charset="0"/>
          </a:endParaRPr>
        </a:p>
      </dgm:t>
    </dgm:pt>
    <dgm:pt modelId="{636CC9B2-2CBD-324A-9539-727AFA6279DB}">
      <dgm:prSet/>
      <dgm:spPr>
        <a:solidFill>
          <a:schemeClr val="accent1"/>
        </a:solidFill>
        <a:ln>
          <a:solidFill>
            <a:schemeClr val="bg1"/>
          </a:solidFill>
        </a:ln>
      </dgm:spPr>
      <dgm:t>
        <a:bodyPr/>
        <a:lstStyle/>
        <a:p>
          <a:r>
            <a:rPr lang="en-US" b="1" dirty="0">
              <a:solidFill>
                <a:schemeClr val="bg1"/>
              </a:solidFill>
              <a:effectLst/>
              <a:latin typeface="Arial" panose="020B0604020202020204" pitchFamily="34" charset="0"/>
              <a:ea typeface="ＭＳ Ｐゴシック" pitchFamily="-1" charset="-128"/>
              <a:cs typeface="Arial" panose="020B0604020202020204" pitchFamily="34" charset="0"/>
            </a:rPr>
            <a:t>Attack reaction</a:t>
          </a:r>
        </a:p>
      </dgm:t>
    </dgm:pt>
    <dgm:pt modelId="{EC65DA54-39B1-4E46-ADB5-F4F8EA7143AC}" type="parTrans" cxnId="{882F8902-91CA-3346-8438-FBB23EFAD083}">
      <dgm:prSet/>
      <dgm:spPr/>
      <dgm:t>
        <a:bodyPr/>
        <a:lstStyle/>
        <a:p>
          <a:endParaRPr lang="en-US">
            <a:latin typeface="Arial" panose="020B0604020202020204" pitchFamily="34" charset="0"/>
            <a:cs typeface="Arial" panose="020B0604020202020204" pitchFamily="34" charset="0"/>
          </a:endParaRPr>
        </a:p>
      </dgm:t>
    </dgm:pt>
    <dgm:pt modelId="{9C26D142-B7E2-014F-A4D8-6155817307CB}" type="sibTrans" cxnId="{882F8902-91CA-3346-8438-FBB23EFAD083}">
      <dgm:prSet/>
      <dgm:spPr/>
      <dgm:t>
        <a:bodyPr/>
        <a:lstStyle/>
        <a:p>
          <a:endParaRPr lang="en-US">
            <a:latin typeface="Arial" panose="020B0604020202020204" pitchFamily="34" charset="0"/>
            <a:cs typeface="Arial" panose="020B0604020202020204" pitchFamily="34" charset="0"/>
          </a:endParaRPr>
        </a:p>
      </dgm:t>
    </dgm:pt>
    <dgm:pt modelId="{7AF8EC74-76FD-0A46-84E8-A1C40555FBE8}">
      <dgm:prSet/>
      <dgm:spPr>
        <a:solidFill>
          <a:schemeClr val="accent1"/>
        </a:solidFill>
        <a:ln>
          <a:solidFill>
            <a:schemeClr val="bg1"/>
          </a:solidFill>
        </a:ln>
      </dgm:spPr>
      <dgm:t>
        <a:bodyPr/>
        <a:lstStyle/>
        <a:p>
          <a:r>
            <a:rPr lang="en-US" b="0" dirty="0">
              <a:solidFill>
                <a:schemeClr val="bg1"/>
              </a:solidFill>
              <a:effectLst/>
              <a:latin typeface="Arial" panose="020B0604020202020204" pitchFamily="34" charset="0"/>
              <a:ea typeface="ＭＳ Ｐゴシック" pitchFamily="-1" charset="-128"/>
              <a:cs typeface="Arial" panose="020B0604020202020204" pitchFamily="34" charset="0"/>
            </a:rPr>
            <a:t>After the attack</a:t>
          </a:r>
        </a:p>
      </dgm:t>
    </dgm:pt>
    <dgm:pt modelId="{1552F0A1-88F2-434B-8F98-015F4F1E19C9}" type="parTrans" cxnId="{57FCB3B3-D123-D14E-89D2-30A8074936C4}">
      <dgm:prSet/>
      <dgm:spPr/>
      <dgm:t>
        <a:bodyPr/>
        <a:lstStyle/>
        <a:p>
          <a:endParaRPr lang="en-US">
            <a:latin typeface="Arial" panose="020B0604020202020204" pitchFamily="34" charset="0"/>
            <a:cs typeface="Arial" panose="020B0604020202020204" pitchFamily="34" charset="0"/>
          </a:endParaRPr>
        </a:p>
      </dgm:t>
    </dgm:pt>
    <dgm:pt modelId="{42317A64-C96A-2E49-B427-63D849C0E6F2}" type="sibTrans" cxnId="{57FCB3B3-D123-D14E-89D2-30A8074936C4}">
      <dgm:prSet/>
      <dgm:spPr/>
      <dgm:t>
        <a:bodyPr/>
        <a:lstStyle/>
        <a:p>
          <a:endParaRPr lang="en-US">
            <a:latin typeface="Arial" panose="020B0604020202020204" pitchFamily="34" charset="0"/>
            <a:cs typeface="Arial" panose="020B0604020202020204" pitchFamily="34" charset="0"/>
          </a:endParaRPr>
        </a:p>
      </dgm:t>
    </dgm:pt>
    <dgm:pt modelId="{AB42051C-6E08-E449-BA62-452694607E7D}" type="pres">
      <dgm:prSet presAssocID="{0D8CF0C0-6D0C-0D4A-A94F-E2244FC22FC4}" presName="outerComposite" presStyleCnt="0">
        <dgm:presLayoutVars>
          <dgm:chMax val="5"/>
          <dgm:dir/>
          <dgm:resizeHandles val="exact"/>
        </dgm:presLayoutVars>
      </dgm:prSet>
      <dgm:spPr/>
    </dgm:pt>
    <dgm:pt modelId="{35E5A8CE-8205-B845-AE99-59BE955BF992}" type="pres">
      <dgm:prSet presAssocID="{0D8CF0C0-6D0C-0D4A-A94F-E2244FC22FC4}" presName="dummyMaxCanvas" presStyleCnt="0">
        <dgm:presLayoutVars/>
      </dgm:prSet>
      <dgm:spPr/>
    </dgm:pt>
    <dgm:pt modelId="{0D3340E5-AA75-F540-9AC8-A428CCFAF6D3}" type="pres">
      <dgm:prSet presAssocID="{0D8CF0C0-6D0C-0D4A-A94F-E2244FC22FC4}" presName="FourNodes_1" presStyleLbl="node1" presStyleIdx="0" presStyleCnt="4">
        <dgm:presLayoutVars>
          <dgm:bulletEnabled val="1"/>
        </dgm:presLayoutVars>
      </dgm:prSet>
      <dgm:spPr/>
    </dgm:pt>
    <dgm:pt modelId="{18164F88-DE1C-7E4B-A35B-CA51C5DF794C}" type="pres">
      <dgm:prSet presAssocID="{0D8CF0C0-6D0C-0D4A-A94F-E2244FC22FC4}" presName="FourNodes_2" presStyleLbl="node1" presStyleIdx="1" presStyleCnt="4">
        <dgm:presLayoutVars>
          <dgm:bulletEnabled val="1"/>
        </dgm:presLayoutVars>
      </dgm:prSet>
      <dgm:spPr/>
    </dgm:pt>
    <dgm:pt modelId="{4FA33190-3A54-BC4A-AAEE-1A90F556FE85}" type="pres">
      <dgm:prSet presAssocID="{0D8CF0C0-6D0C-0D4A-A94F-E2244FC22FC4}" presName="FourNodes_3" presStyleLbl="node1" presStyleIdx="2" presStyleCnt="4">
        <dgm:presLayoutVars>
          <dgm:bulletEnabled val="1"/>
        </dgm:presLayoutVars>
      </dgm:prSet>
      <dgm:spPr/>
    </dgm:pt>
    <dgm:pt modelId="{CBFDAD9E-3A53-1C4F-BBA6-BA2FFA1D3DB9}" type="pres">
      <dgm:prSet presAssocID="{0D8CF0C0-6D0C-0D4A-A94F-E2244FC22FC4}" presName="FourNodes_4" presStyleLbl="node1" presStyleIdx="3" presStyleCnt="4">
        <dgm:presLayoutVars>
          <dgm:bulletEnabled val="1"/>
        </dgm:presLayoutVars>
      </dgm:prSet>
      <dgm:spPr/>
    </dgm:pt>
    <dgm:pt modelId="{E94E7B59-EB68-4F49-88EA-2BF2FB91202C}" type="pres">
      <dgm:prSet presAssocID="{0D8CF0C0-6D0C-0D4A-A94F-E2244FC22FC4}" presName="FourConn_1-2" presStyleLbl="fgAccFollowNode1" presStyleIdx="0" presStyleCnt="3">
        <dgm:presLayoutVars>
          <dgm:bulletEnabled val="1"/>
        </dgm:presLayoutVars>
      </dgm:prSet>
      <dgm:spPr/>
    </dgm:pt>
    <dgm:pt modelId="{AEF2102F-665D-3D42-97DB-A8D8233082D9}" type="pres">
      <dgm:prSet presAssocID="{0D8CF0C0-6D0C-0D4A-A94F-E2244FC22FC4}" presName="FourConn_2-3" presStyleLbl="fgAccFollowNode1" presStyleIdx="1" presStyleCnt="3">
        <dgm:presLayoutVars>
          <dgm:bulletEnabled val="1"/>
        </dgm:presLayoutVars>
      </dgm:prSet>
      <dgm:spPr/>
    </dgm:pt>
    <dgm:pt modelId="{951E9E9F-F451-FE43-B83A-AD1D756BF21E}" type="pres">
      <dgm:prSet presAssocID="{0D8CF0C0-6D0C-0D4A-A94F-E2244FC22FC4}" presName="FourConn_3-4" presStyleLbl="fgAccFollowNode1" presStyleIdx="2" presStyleCnt="3">
        <dgm:presLayoutVars>
          <dgm:bulletEnabled val="1"/>
        </dgm:presLayoutVars>
      </dgm:prSet>
      <dgm:spPr/>
    </dgm:pt>
    <dgm:pt modelId="{0E268B1A-7CC7-A34A-AAF0-1AB1C2D93C24}" type="pres">
      <dgm:prSet presAssocID="{0D8CF0C0-6D0C-0D4A-A94F-E2244FC22FC4}" presName="FourNodes_1_text" presStyleLbl="node1" presStyleIdx="3" presStyleCnt="4">
        <dgm:presLayoutVars>
          <dgm:bulletEnabled val="1"/>
        </dgm:presLayoutVars>
      </dgm:prSet>
      <dgm:spPr/>
    </dgm:pt>
    <dgm:pt modelId="{5B06C111-536D-A147-9064-39AA95D450B4}" type="pres">
      <dgm:prSet presAssocID="{0D8CF0C0-6D0C-0D4A-A94F-E2244FC22FC4}" presName="FourNodes_2_text" presStyleLbl="node1" presStyleIdx="3" presStyleCnt="4">
        <dgm:presLayoutVars>
          <dgm:bulletEnabled val="1"/>
        </dgm:presLayoutVars>
      </dgm:prSet>
      <dgm:spPr/>
    </dgm:pt>
    <dgm:pt modelId="{CEC74AAD-A43A-2B44-93F4-0F487DD28F05}" type="pres">
      <dgm:prSet presAssocID="{0D8CF0C0-6D0C-0D4A-A94F-E2244FC22FC4}" presName="FourNodes_3_text" presStyleLbl="node1" presStyleIdx="3" presStyleCnt="4">
        <dgm:presLayoutVars>
          <dgm:bulletEnabled val="1"/>
        </dgm:presLayoutVars>
      </dgm:prSet>
      <dgm:spPr/>
    </dgm:pt>
    <dgm:pt modelId="{FBFB739E-0E25-3947-8AA0-03E07E2D2CD5}" type="pres">
      <dgm:prSet presAssocID="{0D8CF0C0-6D0C-0D4A-A94F-E2244FC22FC4}" presName="FourNodes_4_text" presStyleLbl="node1" presStyleIdx="3" presStyleCnt="4">
        <dgm:presLayoutVars>
          <dgm:bulletEnabled val="1"/>
        </dgm:presLayoutVars>
      </dgm:prSet>
      <dgm:spPr/>
    </dgm:pt>
  </dgm:ptLst>
  <dgm:cxnLst>
    <dgm:cxn modelId="{D9138202-5F0F-2741-8C52-D918F0D7087A}" type="presOf" srcId="{1AFB1016-1A11-784A-BE84-2E30965F4D34}" destId="{5B06C111-536D-A147-9064-39AA95D450B4}" srcOrd="1" destOrd="0" presId="urn:microsoft.com/office/officeart/2005/8/layout/vProcess5"/>
    <dgm:cxn modelId="{882F8902-91CA-3346-8438-FBB23EFAD083}" srcId="{0D8CF0C0-6D0C-0D4A-A94F-E2244FC22FC4}" destId="{636CC9B2-2CBD-324A-9539-727AFA6279DB}" srcOrd="3" destOrd="0" parTransId="{EC65DA54-39B1-4E46-ADB5-F4F8EA7143AC}" sibTransId="{9C26D142-B7E2-014F-A4D8-6155817307CB}"/>
    <dgm:cxn modelId="{6E1E990D-089E-134B-AD93-8F3E0680B50A}" type="presOf" srcId="{636CC9B2-2CBD-324A-9539-727AFA6279DB}" destId="{FBFB739E-0E25-3947-8AA0-03E07E2D2CD5}" srcOrd="1" destOrd="0" presId="urn:microsoft.com/office/officeart/2005/8/layout/vProcess5"/>
    <dgm:cxn modelId="{E1940119-E384-C047-B21C-79B382242A61}" type="presOf" srcId="{0FC6D219-2291-F24D-81B1-B4364D414593}" destId="{0D3340E5-AA75-F540-9AC8-A428CCFAF6D3}" srcOrd="0" destOrd="0" presId="urn:microsoft.com/office/officeart/2005/8/layout/vProcess5"/>
    <dgm:cxn modelId="{4300481F-DADB-2547-86CD-117F84EE6529}" srcId="{0D8CF0C0-6D0C-0D4A-A94F-E2244FC22FC4}" destId="{D318AE41-E1C7-0C43-BB77-46288A308DEC}" srcOrd="2" destOrd="0" parTransId="{48943386-19AB-DF47-BA43-196C75C8BC5D}" sibTransId="{F92D5BEC-AFE6-5045-A714-7E7C6CDA3BE9}"/>
    <dgm:cxn modelId="{73F0E15B-CCBB-7347-B673-3C124BAFD9B6}" type="presOf" srcId="{E8F180F3-01F1-324F-83D5-4E4EC3A8B106}" destId="{0E268B1A-7CC7-A34A-AAF0-1AB1C2D93C24}" srcOrd="1" destOrd="1" presId="urn:microsoft.com/office/officeart/2005/8/layout/vProcess5"/>
    <dgm:cxn modelId="{18486F5F-082D-B24B-9279-0731FFD15420}" type="presOf" srcId="{F92D5BEC-AFE6-5045-A714-7E7C6CDA3BE9}" destId="{951E9E9F-F451-FE43-B83A-AD1D756BF21E}" srcOrd="0" destOrd="0" presId="urn:microsoft.com/office/officeart/2005/8/layout/vProcess5"/>
    <dgm:cxn modelId="{6809664C-3E55-5149-B48F-C9C35A132BBF}" type="presOf" srcId="{0FC6D219-2291-F24D-81B1-B4364D414593}" destId="{0E268B1A-7CC7-A34A-AAF0-1AB1C2D93C24}" srcOrd="1" destOrd="0" presId="urn:microsoft.com/office/officeart/2005/8/layout/vProcess5"/>
    <dgm:cxn modelId="{88D62B6F-C04F-684F-9152-AF9849FE2167}" srcId="{D318AE41-E1C7-0C43-BB77-46288A308DEC}" destId="{B9F9089D-15F0-3547-8771-BE5A260DBF79}" srcOrd="0" destOrd="0" parTransId="{EDFFE739-92D5-F041-AF27-730DE6988518}" sibTransId="{F93705B1-A0BD-774F-BC3D-0571BE64DCA3}"/>
    <dgm:cxn modelId="{3204337D-74E4-9448-A0B5-A016D8BDCA22}" type="presOf" srcId="{B9F9089D-15F0-3547-8771-BE5A260DBF79}" destId="{4FA33190-3A54-BC4A-AAEE-1A90F556FE85}" srcOrd="0" destOrd="1" presId="urn:microsoft.com/office/officeart/2005/8/layout/vProcess5"/>
    <dgm:cxn modelId="{5038A57F-AC62-7943-98D5-10519B4B81BA}" type="presOf" srcId="{0D8CF0C0-6D0C-0D4A-A94F-E2244FC22FC4}" destId="{AB42051C-6E08-E449-BA62-452694607E7D}" srcOrd="0" destOrd="0" presId="urn:microsoft.com/office/officeart/2005/8/layout/vProcess5"/>
    <dgm:cxn modelId="{4F33C981-055E-754C-93A6-98AF167B65BE}" srcId="{0D8CF0C0-6D0C-0D4A-A94F-E2244FC22FC4}" destId="{0FC6D219-2291-F24D-81B1-B4364D414593}" srcOrd="0" destOrd="0" parTransId="{DD467420-DF0F-A041-8E8A-FA5406CFC47E}" sibTransId="{175008D8-C1CF-6C45-A1B9-D57B3C26A441}"/>
    <dgm:cxn modelId="{A6E2A182-B5B9-4A47-8DD7-D231002183AB}" type="presOf" srcId="{85D7BB41-CA25-354A-AA57-15DC33300B91}" destId="{5B06C111-536D-A147-9064-39AA95D450B4}" srcOrd="1" destOrd="1" presId="urn:microsoft.com/office/officeart/2005/8/layout/vProcess5"/>
    <dgm:cxn modelId="{74EC0F85-1351-B946-9E87-50D9876BDBAF}" srcId="{1AFB1016-1A11-784A-BE84-2E30965F4D34}" destId="{85D7BB41-CA25-354A-AA57-15DC33300B91}" srcOrd="0" destOrd="0" parTransId="{4657EFFF-AEBC-EA45-8999-B05A5906CA32}" sibTransId="{0F7066AD-96F1-3541-8A19-B6444CFE4BB5}"/>
    <dgm:cxn modelId="{88746892-4C40-5F4A-B66E-6DF914E320C2}" srcId="{0D8CF0C0-6D0C-0D4A-A94F-E2244FC22FC4}" destId="{1AFB1016-1A11-784A-BE84-2E30965F4D34}" srcOrd="1" destOrd="0" parTransId="{6D17929D-B1D7-2041-9E7A-ABC976CAFB83}" sibTransId="{E597FDAD-0227-A44C-AE8F-5819DF093BE1}"/>
    <dgm:cxn modelId="{C9D04594-C14C-8D4B-93F6-571D121452A3}" type="presOf" srcId="{1AFB1016-1A11-784A-BE84-2E30965F4D34}" destId="{18164F88-DE1C-7E4B-A35B-CA51C5DF794C}" srcOrd="0" destOrd="0" presId="urn:microsoft.com/office/officeart/2005/8/layout/vProcess5"/>
    <dgm:cxn modelId="{028D859A-2CB7-DA40-A78F-AADABA90BB07}" type="presOf" srcId="{7AF8EC74-76FD-0A46-84E8-A1C40555FBE8}" destId="{FBFB739E-0E25-3947-8AA0-03E07E2D2CD5}" srcOrd="1" destOrd="1" presId="urn:microsoft.com/office/officeart/2005/8/layout/vProcess5"/>
    <dgm:cxn modelId="{57FCB3B3-D123-D14E-89D2-30A8074936C4}" srcId="{636CC9B2-2CBD-324A-9539-727AFA6279DB}" destId="{7AF8EC74-76FD-0A46-84E8-A1C40555FBE8}" srcOrd="0" destOrd="0" parTransId="{1552F0A1-88F2-434B-8F98-015F4F1E19C9}" sibTransId="{42317A64-C96A-2E49-B427-63D849C0E6F2}"/>
    <dgm:cxn modelId="{CBA446B9-7BF1-A044-B9C5-9D1BF27FF7D1}" srcId="{0FC6D219-2291-F24D-81B1-B4364D414593}" destId="{E8F180F3-01F1-324F-83D5-4E4EC3A8B106}" srcOrd="0" destOrd="0" parTransId="{7D535B5A-AAA2-A847-93CB-FD2D8B1B3D78}" sibTransId="{59D77817-3EA3-B545-B712-33BC7BE33EC2}"/>
    <dgm:cxn modelId="{2E759AC4-C82E-1046-A5AD-74AA7B86EECD}" type="presOf" srcId="{7AF8EC74-76FD-0A46-84E8-A1C40555FBE8}" destId="{CBFDAD9E-3A53-1C4F-BBA6-BA2FFA1D3DB9}" srcOrd="0" destOrd="1" presId="urn:microsoft.com/office/officeart/2005/8/layout/vProcess5"/>
    <dgm:cxn modelId="{E27A88CC-CBD6-2A47-93B5-E409CE3F2362}" type="presOf" srcId="{85D7BB41-CA25-354A-AA57-15DC33300B91}" destId="{18164F88-DE1C-7E4B-A35B-CA51C5DF794C}" srcOrd="0" destOrd="1" presId="urn:microsoft.com/office/officeart/2005/8/layout/vProcess5"/>
    <dgm:cxn modelId="{694678CE-D0F6-9E43-A932-3B3B75BC8CCA}" type="presOf" srcId="{636CC9B2-2CBD-324A-9539-727AFA6279DB}" destId="{CBFDAD9E-3A53-1C4F-BBA6-BA2FFA1D3DB9}" srcOrd="0" destOrd="0" presId="urn:microsoft.com/office/officeart/2005/8/layout/vProcess5"/>
    <dgm:cxn modelId="{9A702EDA-CD5C-4143-A61F-367C5BFAACD3}" type="presOf" srcId="{E597FDAD-0227-A44C-AE8F-5819DF093BE1}" destId="{AEF2102F-665D-3D42-97DB-A8D8233082D9}" srcOrd="0" destOrd="0" presId="urn:microsoft.com/office/officeart/2005/8/layout/vProcess5"/>
    <dgm:cxn modelId="{B3E7D5DD-F8E6-D946-BCE7-0A56524D4E06}" type="presOf" srcId="{B9F9089D-15F0-3547-8771-BE5A260DBF79}" destId="{CEC74AAD-A43A-2B44-93F4-0F487DD28F05}" srcOrd="1" destOrd="1" presId="urn:microsoft.com/office/officeart/2005/8/layout/vProcess5"/>
    <dgm:cxn modelId="{A59A51F9-1C4F-4A4A-952B-534CF38AA4D5}" type="presOf" srcId="{175008D8-C1CF-6C45-A1B9-D57B3C26A441}" destId="{E94E7B59-EB68-4F49-88EA-2BF2FB91202C}" srcOrd="0" destOrd="0" presId="urn:microsoft.com/office/officeart/2005/8/layout/vProcess5"/>
    <dgm:cxn modelId="{F405F0FA-B2C4-1946-90A4-7CDDBB0FF565}" type="presOf" srcId="{E8F180F3-01F1-324F-83D5-4E4EC3A8B106}" destId="{0D3340E5-AA75-F540-9AC8-A428CCFAF6D3}" srcOrd="0" destOrd="1" presId="urn:microsoft.com/office/officeart/2005/8/layout/vProcess5"/>
    <dgm:cxn modelId="{17DD10FB-7016-C74F-9226-03F1E84CA631}" type="presOf" srcId="{D318AE41-E1C7-0C43-BB77-46288A308DEC}" destId="{CEC74AAD-A43A-2B44-93F4-0F487DD28F05}" srcOrd="1" destOrd="0" presId="urn:microsoft.com/office/officeart/2005/8/layout/vProcess5"/>
    <dgm:cxn modelId="{DBCC1DFD-40C9-9945-836F-528D1BFC7F8F}" type="presOf" srcId="{D318AE41-E1C7-0C43-BB77-46288A308DEC}" destId="{4FA33190-3A54-BC4A-AAEE-1A90F556FE85}" srcOrd="0" destOrd="0" presId="urn:microsoft.com/office/officeart/2005/8/layout/vProcess5"/>
    <dgm:cxn modelId="{91137814-2F69-9C48-A8F1-CB460AFBFD9A}" type="presParOf" srcId="{AB42051C-6E08-E449-BA62-452694607E7D}" destId="{35E5A8CE-8205-B845-AE99-59BE955BF992}" srcOrd="0" destOrd="0" presId="urn:microsoft.com/office/officeart/2005/8/layout/vProcess5"/>
    <dgm:cxn modelId="{F35B40C5-1CA8-FB48-9DDD-E9CFEC3EE3D6}" type="presParOf" srcId="{AB42051C-6E08-E449-BA62-452694607E7D}" destId="{0D3340E5-AA75-F540-9AC8-A428CCFAF6D3}" srcOrd="1" destOrd="0" presId="urn:microsoft.com/office/officeart/2005/8/layout/vProcess5"/>
    <dgm:cxn modelId="{6779389F-EEAF-FF42-AD63-C1CA8C60D999}" type="presParOf" srcId="{AB42051C-6E08-E449-BA62-452694607E7D}" destId="{18164F88-DE1C-7E4B-A35B-CA51C5DF794C}" srcOrd="2" destOrd="0" presId="urn:microsoft.com/office/officeart/2005/8/layout/vProcess5"/>
    <dgm:cxn modelId="{0EF75162-84EC-924C-9896-02DC235BBBF9}" type="presParOf" srcId="{AB42051C-6E08-E449-BA62-452694607E7D}" destId="{4FA33190-3A54-BC4A-AAEE-1A90F556FE85}" srcOrd="3" destOrd="0" presId="urn:microsoft.com/office/officeart/2005/8/layout/vProcess5"/>
    <dgm:cxn modelId="{C5492B4D-5213-A542-B260-79A7C3DD3465}" type="presParOf" srcId="{AB42051C-6E08-E449-BA62-452694607E7D}" destId="{CBFDAD9E-3A53-1C4F-BBA6-BA2FFA1D3DB9}" srcOrd="4" destOrd="0" presId="urn:microsoft.com/office/officeart/2005/8/layout/vProcess5"/>
    <dgm:cxn modelId="{CA97FA54-F37A-9F4F-B758-CC8F6B1C9DA0}" type="presParOf" srcId="{AB42051C-6E08-E449-BA62-452694607E7D}" destId="{E94E7B59-EB68-4F49-88EA-2BF2FB91202C}" srcOrd="5" destOrd="0" presId="urn:microsoft.com/office/officeart/2005/8/layout/vProcess5"/>
    <dgm:cxn modelId="{F5D74D7B-17EC-C143-A65F-4A9D0C417A81}" type="presParOf" srcId="{AB42051C-6E08-E449-BA62-452694607E7D}" destId="{AEF2102F-665D-3D42-97DB-A8D8233082D9}" srcOrd="6" destOrd="0" presId="urn:microsoft.com/office/officeart/2005/8/layout/vProcess5"/>
    <dgm:cxn modelId="{148BD9B7-EC3E-EA49-A918-D3341630FF72}" type="presParOf" srcId="{AB42051C-6E08-E449-BA62-452694607E7D}" destId="{951E9E9F-F451-FE43-B83A-AD1D756BF21E}" srcOrd="7" destOrd="0" presId="urn:microsoft.com/office/officeart/2005/8/layout/vProcess5"/>
    <dgm:cxn modelId="{A5F903C6-A932-A842-B8E9-D3C70C87B77E}" type="presParOf" srcId="{AB42051C-6E08-E449-BA62-452694607E7D}" destId="{0E268B1A-7CC7-A34A-AAF0-1AB1C2D93C24}" srcOrd="8" destOrd="0" presId="urn:microsoft.com/office/officeart/2005/8/layout/vProcess5"/>
    <dgm:cxn modelId="{5FAD3B67-4081-354A-8E19-CBB54CCB51C6}" type="presParOf" srcId="{AB42051C-6E08-E449-BA62-452694607E7D}" destId="{5B06C111-536D-A147-9064-39AA95D450B4}" srcOrd="9" destOrd="0" presId="urn:microsoft.com/office/officeart/2005/8/layout/vProcess5"/>
    <dgm:cxn modelId="{69F91BBE-A971-294E-87C4-26F7206DC094}" type="presParOf" srcId="{AB42051C-6E08-E449-BA62-452694607E7D}" destId="{CEC74AAD-A43A-2B44-93F4-0F487DD28F05}" srcOrd="10" destOrd="0" presId="urn:microsoft.com/office/officeart/2005/8/layout/vProcess5"/>
    <dgm:cxn modelId="{D340A93F-4C39-424F-B4D4-50AB94FAD5E0}" type="presParOf" srcId="{AB42051C-6E08-E449-BA62-452694607E7D}" destId="{FBFB739E-0E25-3947-8AA0-03E07E2D2CD5}"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54B9A9C-9B2F-9C45-BB3E-132FD2ADBD2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F1BCAAF5-1BFA-7249-970E-2E16935F3045}">
      <dgm:prSet phldrT="[Text]" custT="1"/>
      <dgm:spPr>
        <a:solidFill>
          <a:schemeClr val="accent3">
            <a:lumMod val="75000"/>
          </a:schemeClr>
        </a:solidFill>
        <a:ln>
          <a:solidFill>
            <a:schemeClr val="accent3">
              <a:lumMod val="50000"/>
            </a:schemeClr>
          </a:solidFill>
        </a:ln>
        <a:effectLst/>
      </dgm:spPr>
      <dgm:t>
        <a:bodyPr/>
        <a:lstStyle/>
        <a:p>
          <a:r>
            <a:rPr lang="en-US" sz="2400" dirty="0">
              <a:solidFill>
                <a:schemeClr val="bg1"/>
              </a:solidFill>
              <a:effectLst>
                <a:outerShdw blurRad="50800" dist="38100" dir="2700000" algn="tl" rotWithShape="0">
                  <a:srgbClr val="0000FF">
                    <a:alpha val="43000"/>
                  </a:srgbClr>
                </a:outerShdw>
              </a:effectLst>
              <a:latin typeface="Arial" panose="020B0604020202020204" pitchFamily="34" charset="0"/>
              <a:ea typeface="ＭＳ Ｐゴシック" pitchFamily="-1" charset="-128"/>
              <a:cs typeface="Arial" panose="020B0604020202020204" pitchFamily="34" charset="0"/>
            </a:rPr>
            <a:t> </a:t>
          </a:r>
          <a:r>
            <a:rPr lang="en-US" sz="2400" dirty="0">
              <a:solidFill>
                <a:schemeClr val="tx1"/>
              </a:solidFill>
              <a:effectLst>
                <a:outerShdw blurRad="50800" dist="38100" dir="2700000" algn="tl" rotWithShape="0">
                  <a:srgbClr val="0000FF">
                    <a:alpha val="43000"/>
                  </a:srgbClr>
                </a:outerShdw>
              </a:effectLst>
              <a:latin typeface="Arial" panose="020B0604020202020204" pitchFamily="34" charset="0"/>
              <a:ea typeface="ＭＳ Ｐゴシック" pitchFamily="-1" charset="-128"/>
              <a:cs typeface="Arial" panose="020B0604020202020204" pitchFamily="34" charset="0"/>
            </a:rPr>
            <a:t>Good Incident Response Plan</a:t>
          </a:r>
          <a:endParaRPr lang="en-US" sz="2400" dirty="0">
            <a:solidFill>
              <a:schemeClr val="tx1"/>
            </a:solidFill>
            <a:effectLst>
              <a:outerShdw blurRad="50800" dist="38100" dir="2700000" algn="tl" rotWithShape="0">
                <a:srgbClr val="0000FF">
                  <a:alpha val="43000"/>
                </a:srgbClr>
              </a:outerShdw>
            </a:effectLst>
            <a:latin typeface="Arial" panose="020B0604020202020204" pitchFamily="34" charset="0"/>
            <a:cs typeface="Arial" panose="020B0604020202020204" pitchFamily="34" charset="0"/>
          </a:endParaRPr>
        </a:p>
      </dgm:t>
    </dgm:pt>
    <dgm:pt modelId="{C34F63E7-2172-4045-BF2C-048DB0CC2EAF}" type="parTrans" cxnId="{20F2C2E4-93A7-CC4E-A658-E9ECD9B2579E}">
      <dgm:prSet/>
      <dgm:spPr/>
      <dgm:t>
        <a:bodyPr/>
        <a:lstStyle/>
        <a:p>
          <a:endParaRPr lang="en-US">
            <a:latin typeface="Arial" panose="020B0604020202020204" pitchFamily="34" charset="0"/>
            <a:cs typeface="Arial" panose="020B0604020202020204" pitchFamily="34" charset="0"/>
          </a:endParaRPr>
        </a:p>
      </dgm:t>
    </dgm:pt>
    <dgm:pt modelId="{DA7272DF-D46E-1E47-BF7D-925389DB1621}" type="sibTrans" cxnId="{20F2C2E4-93A7-CC4E-A658-E9ECD9B2579E}">
      <dgm:prSet/>
      <dgm:spPr/>
      <dgm:t>
        <a:bodyPr/>
        <a:lstStyle/>
        <a:p>
          <a:endParaRPr lang="en-US">
            <a:latin typeface="Arial" panose="020B0604020202020204" pitchFamily="34" charset="0"/>
            <a:cs typeface="Arial" panose="020B0604020202020204" pitchFamily="34" charset="0"/>
          </a:endParaRPr>
        </a:p>
      </dgm:t>
    </dgm:pt>
    <dgm:pt modelId="{9D9CD33F-9E4B-B34D-AC58-FA9ADBD95987}">
      <dgm:prSet custT="1"/>
      <dgm:spPr/>
      <dgm:t>
        <a:bodyPr/>
        <a:lstStyle/>
        <a:p>
          <a:r>
            <a:rPr lang="en-US" sz="2000" dirty="0">
              <a:effectLst/>
              <a:latin typeface="Arial" panose="020B0604020202020204" pitchFamily="34" charset="0"/>
              <a:cs typeface="Arial" panose="020B0604020202020204" pitchFamily="34" charset="0"/>
            </a:rPr>
            <a:t>Details on how to contact technical personal for ISP </a:t>
          </a:r>
        </a:p>
      </dgm:t>
    </dgm:pt>
    <dgm:pt modelId="{771531F4-2848-2F4F-B2A1-CCBB2448738A}" type="parTrans" cxnId="{6336D353-2A7E-314C-B3C9-DE420EB012CA}">
      <dgm:prSet/>
      <dgm:spPr/>
      <dgm:t>
        <a:bodyPr/>
        <a:lstStyle/>
        <a:p>
          <a:endParaRPr lang="en-US">
            <a:latin typeface="Arial" panose="020B0604020202020204" pitchFamily="34" charset="0"/>
            <a:cs typeface="Arial" panose="020B0604020202020204" pitchFamily="34" charset="0"/>
          </a:endParaRPr>
        </a:p>
      </dgm:t>
    </dgm:pt>
    <dgm:pt modelId="{C89E07B7-E8D2-2244-89E0-8FE036DDD58B}" type="sibTrans" cxnId="{6336D353-2A7E-314C-B3C9-DE420EB012CA}">
      <dgm:prSet/>
      <dgm:spPr/>
      <dgm:t>
        <a:bodyPr/>
        <a:lstStyle/>
        <a:p>
          <a:endParaRPr lang="en-US">
            <a:latin typeface="Arial" panose="020B0604020202020204" pitchFamily="34" charset="0"/>
            <a:cs typeface="Arial" panose="020B0604020202020204" pitchFamily="34" charset="0"/>
          </a:endParaRPr>
        </a:p>
      </dgm:t>
    </dgm:pt>
    <dgm:pt modelId="{C7CFE043-8556-7F4A-8EA7-B3799D6A7314}">
      <dgm:prSet custT="1"/>
      <dgm:spPr/>
      <dgm:t>
        <a:bodyPr/>
        <a:lstStyle/>
        <a:p>
          <a:r>
            <a:rPr lang="en-US" sz="2000" dirty="0">
              <a:effectLst/>
              <a:latin typeface="Arial" panose="020B0604020202020204" pitchFamily="34" charset="0"/>
              <a:cs typeface="Arial" panose="020B0604020202020204" pitchFamily="34" charset="0"/>
            </a:rPr>
            <a:t>Needed to impose traffic filtering upstream</a:t>
          </a:r>
        </a:p>
      </dgm:t>
    </dgm:pt>
    <dgm:pt modelId="{5AC0B0E2-B66A-3346-8FF7-F9C17D77FAD1}" type="parTrans" cxnId="{6C84DAEB-0394-9043-9803-C80C12E02A22}">
      <dgm:prSet/>
      <dgm:spPr/>
      <dgm:t>
        <a:bodyPr/>
        <a:lstStyle/>
        <a:p>
          <a:endParaRPr lang="en-US">
            <a:latin typeface="Arial" panose="020B0604020202020204" pitchFamily="34" charset="0"/>
            <a:cs typeface="Arial" panose="020B0604020202020204" pitchFamily="34" charset="0"/>
          </a:endParaRPr>
        </a:p>
      </dgm:t>
    </dgm:pt>
    <dgm:pt modelId="{BC73166F-3CF6-4449-8D02-893EB25E1EB1}" type="sibTrans" cxnId="{6C84DAEB-0394-9043-9803-C80C12E02A22}">
      <dgm:prSet/>
      <dgm:spPr/>
      <dgm:t>
        <a:bodyPr/>
        <a:lstStyle/>
        <a:p>
          <a:endParaRPr lang="en-US">
            <a:latin typeface="Arial" panose="020B0604020202020204" pitchFamily="34" charset="0"/>
            <a:cs typeface="Arial" panose="020B0604020202020204" pitchFamily="34" charset="0"/>
          </a:endParaRPr>
        </a:p>
      </dgm:t>
    </dgm:pt>
    <dgm:pt modelId="{E827E2C2-8B60-A24D-B7C2-42B77D70F4E9}">
      <dgm:prSet custT="1"/>
      <dgm:spPr/>
      <dgm:t>
        <a:bodyPr/>
        <a:lstStyle/>
        <a:p>
          <a:r>
            <a:rPr lang="en-US" sz="2000" dirty="0">
              <a:effectLst/>
              <a:latin typeface="Arial" panose="020B0604020202020204" pitchFamily="34" charset="0"/>
              <a:cs typeface="Arial" panose="020B0604020202020204" pitchFamily="34" charset="0"/>
            </a:rPr>
            <a:t>Details of how to respond to the attack</a:t>
          </a:r>
        </a:p>
      </dgm:t>
    </dgm:pt>
    <dgm:pt modelId="{11605365-3E17-B543-9E46-4264693CCAD8}" type="parTrans" cxnId="{84786C46-A95D-E147-8ED9-A0867D9ECBB2}">
      <dgm:prSet/>
      <dgm:spPr/>
      <dgm:t>
        <a:bodyPr/>
        <a:lstStyle/>
        <a:p>
          <a:endParaRPr lang="en-US">
            <a:latin typeface="Arial" panose="020B0604020202020204" pitchFamily="34" charset="0"/>
            <a:cs typeface="Arial" panose="020B0604020202020204" pitchFamily="34" charset="0"/>
          </a:endParaRPr>
        </a:p>
      </dgm:t>
    </dgm:pt>
    <dgm:pt modelId="{921FF22D-EA19-EC44-8964-038821AA1847}" type="sibTrans" cxnId="{84786C46-A95D-E147-8ED9-A0867D9ECBB2}">
      <dgm:prSet/>
      <dgm:spPr/>
      <dgm:t>
        <a:bodyPr/>
        <a:lstStyle/>
        <a:p>
          <a:endParaRPr lang="en-US">
            <a:latin typeface="Arial" panose="020B0604020202020204" pitchFamily="34" charset="0"/>
            <a:cs typeface="Arial" panose="020B0604020202020204" pitchFamily="34" charset="0"/>
          </a:endParaRPr>
        </a:p>
      </dgm:t>
    </dgm:pt>
    <dgm:pt modelId="{B8962085-97CB-084E-999F-B58BD701043E}" type="pres">
      <dgm:prSet presAssocID="{454B9A9C-9B2F-9C45-BB3E-132FD2ADBD24}" presName="Name0" presStyleCnt="0">
        <dgm:presLayoutVars>
          <dgm:dir/>
          <dgm:animLvl val="lvl"/>
          <dgm:resizeHandles val="exact"/>
        </dgm:presLayoutVars>
      </dgm:prSet>
      <dgm:spPr/>
    </dgm:pt>
    <dgm:pt modelId="{479CC5A0-A601-7047-A3B1-4A95341DC203}" type="pres">
      <dgm:prSet presAssocID="{F1BCAAF5-1BFA-7249-970E-2E16935F3045}" presName="composite" presStyleCnt="0"/>
      <dgm:spPr/>
    </dgm:pt>
    <dgm:pt modelId="{DC1A2EE9-0B81-0249-BAE2-7E8ABAF95231}" type="pres">
      <dgm:prSet presAssocID="{F1BCAAF5-1BFA-7249-970E-2E16935F3045}" presName="parTx" presStyleLbl="alignNode1" presStyleIdx="0" presStyleCnt="1">
        <dgm:presLayoutVars>
          <dgm:chMax val="0"/>
          <dgm:chPref val="0"/>
          <dgm:bulletEnabled val="1"/>
        </dgm:presLayoutVars>
      </dgm:prSet>
      <dgm:spPr/>
    </dgm:pt>
    <dgm:pt modelId="{74798D57-D32E-C046-8CAE-BF57114DE3E1}" type="pres">
      <dgm:prSet presAssocID="{F1BCAAF5-1BFA-7249-970E-2E16935F3045}" presName="desTx" presStyleLbl="alignAccFollowNode1" presStyleIdx="0" presStyleCnt="1">
        <dgm:presLayoutVars>
          <dgm:bulletEnabled val="1"/>
        </dgm:presLayoutVars>
      </dgm:prSet>
      <dgm:spPr/>
    </dgm:pt>
  </dgm:ptLst>
  <dgm:cxnLst>
    <dgm:cxn modelId="{63066332-C002-A14A-8D99-86F774DDAF50}" type="presOf" srcId="{9D9CD33F-9E4B-B34D-AC58-FA9ADBD95987}" destId="{74798D57-D32E-C046-8CAE-BF57114DE3E1}" srcOrd="0" destOrd="0" presId="urn:microsoft.com/office/officeart/2005/8/layout/hList1"/>
    <dgm:cxn modelId="{B9DC6845-8BB0-F64A-B49F-1F05E8808AFC}" type="presOf" srcId="{C7CFE043-8556-7F4A-8EA7-B3799D6A7314}" destId="{74798D57-D32E-C046-8CAE-BF57114DE3E1}" srcOrd="0" destOrd="1" presId="urn:microsoft.com/office/officeart/2005/8/layout/hList1"/>
    <dgm:cxn modelId="{84786C46-A95D-E147-8ED9-A0867D9ECBB2}" srcId="{F1BCAAF5-1BFA-7249-970E-2E16935F3045}" destId="{E827E2C2-8B60-A24D-B7C2-42B77D70F4E9}" srcOrd="2" destOrd="0" parTransId="{11605365-3E17-B543-9E46-4264693CCAD8}" sibTransId="{921FF22D-EA19-EC44-8964-038821AA1847}"/>
    <dgm:cxn modelId="{D806A271-E4E0-8C41-9BA1-C9182689E3BD}" type="presOf" srcId="{F1BCAAF5-1BFA-7249-970E-2E16935F3045}" destId="{DC1A2EE9-0B81-0249-BAE2-7E8ABAF95231}" srcOrd="0" destOrd="0" presId="urn:microsoft.com/office/officeart/2005/8/layout/hList1"/>
    <dgm:cxn modelId="{7CE85172-4A1E-2840-AAE1-9F9725E2040E}" type="presOf" srcId="{E827E2C2-8B60-A24D-B7C2-42B77D70F4E9}" destId="{74798D57-D32E-C046-8CAE-BF57114DE3E1}" srcOrd="0" destOrd="2" presId="urn:microsoft.com/office/officeart/2005/8/layout/hList1"/>
    <dgm:cxn modelId="{6336D353-2A7E-314C-B3C9-DE420EB012CA}" srcId="{F1BCAAF5-1BFA-7249-970E-2E16935F3045}" destId="{9D9CD33F-9E4B-B34D-AC58-FA9ADBD95987}" srcOrd="0" destOrd="0" parTransId="{771531F4-2848-2F4F-B2A1-CCBB2448738A}" sibTransId="{C89E07B7-E8D2-2244-89E0-8FE036DDD58B}"/>
    <dgm:cxn modelId="{55177889-4F81-2748-9B2A-E05B1ECD0544}" type="presOf" srcId="{454B9A9C-9B2F-9C45-BB3E-132FD2ADBD24}" destId="{B8962085-97CB-084E-999F-B58BD701043E}" srcOrd="0" destOrd="0" presId="urn:microsoft.com/office/officeart/2005/8/layout/hList1"/>
    <dgm:cxn modelId="{20F2C2E4-93A7-CC4E-A658-E9ECD9B2579E}" srcId="{454B9A9C-9B2F-9C45-BB3E-132FD2ADBD24}" destId="{F1BCAAF5-1BFA-7249-970E-2E16935F3045}" srcOrd="0" destOrd="0" parTransId="{C34F63E7-2172-4045-BF2C-048DB0CC2EAF}" sibTransId="{DA7272DF-D46E-1E47-BF7D-925389DB1621}"/>
    <dgm:cxn modelId="{6C84DAEB-0394-9043-9803-C80C12E02A22}" srcId="{F1BCAAF5-1BFA-7249-970E-2E16935F3045}" destId="{C7CFE043-8556-7F4A-8EA7-B3799D6A7314}" srcOrd="1" destOrd="0" parTransId="{5AC0B0E2-B66A-3346-8FF7-F9C17D77FAD1}" sibTransId="{BC73166F-3CF6-4449-8D02-893EB25E1EB1}"/>
    <dgm:cxn modelId="{18F61757-A4C9-954F-910F-D6499A15DF4E}" type="presParOf" srcId="{B8962085-97CB-084E-999F-B58BD701043E}" destId="{479CC5A0-A601-7047-A3B1-4A95341DC203}" srcOrd="0" destOrd="0" presId="urn:microsoft.com/office/officeart/2005/8/layout/hList1"/>
    <dgm:cxn modelId="{08748216-2D5D-6D4A-BC1C-3B5891184BCF}" type="presParOf" srcId="{479CC5A0-A601-7047-A3B1-4A95341DC203}" destId="{DC1A2EE9-0B81-0249-BAE2-7E8ABAF95231}" srcOrd="0" destOrd="0" presId="urn:microsoft.com/office/officeart/2005/8/layout/hList1"/>
    <dgm:cxn modelId="{E056F58E-F785-2C45-AA5E-749AC5038CC9}" type="presParOf" srcId="{479CC5A0-A601-7047-A3B1-4A95341DC203}" destId="{74798D57-D32E-C046-8CAE-BF57114DE3E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F9EAEE1-B141-8149-B598-A2FC9726C17B}">
      <dsp:nvSpPr>
        <dsp:cNvPr id="0" name=""/>
        <dsp:cNvSpPr/>
      </dsp:nvSpPr>
      <dsp:spPr>
        <a:xfrm>
          <a:off x="1071" y="0"/>
          <a:ext cx="2784827" cy="3124200"/>
        </a:xfrm>
        <a:prstGeom prst="roundRect">
          <a:avLst>
            <a:gd name="adj" fmla="val 10000"/>
          </a:avLst>
        </a:prstGeom>
        <a:noFill/>
        <a:ln>
          <a:solidFill>
            <a:schemeClr val="accent1"/>
          </a:solid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effectLst/>
              <a:latin typeface="Arial" panose="020B0604020202020204" pitchFamily="34" charset="0"/>
              <a:cs typeface="Arial" panose="020B0604020202020204" pitchFamily="34" charset="0"/>
            </a:rPr>
            <a:t>Network bandwidth</a:t>
          </a:r>
        </a:p>
      </dsp:txBody>
      <dsp:txXfrm>
        <a:off x="1071" y="0"/>
        <a:ext cx="2784827" cy="937260"/>
      </dsp:txXfrm>
    </dsp:sp>
    <dsp:sp modelId="{E1C9B790-AD02-DB4B-90E8-7BFEE9B60B8A}">
      <dsp:nvSpPr>
        <dsp:cNvPr id="0" name=""/>
        <dsp:cNvSpPr/>
      </dsp:nvSpPr>
      <dsp:spPr>
        <a:xfrm>
          <a:off x="279553" y="938175"/>
          <a:ext cx="2227862" cy="941989"/>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b="0" i="0" kern="1200" dirty="0">
              <a:solidFill>
                <a:schemeClr val="bg1"/>
              </a:solidFill>
              <a:effectLst/>
              <a:latin typeface="Arial" panose="020B0604020202020204" pitchFamily="34" charset="0"/>
              <a:cs typeface="Arial" panose="020B0604020202020204" pitchFamily="34" charset="0"/>
            </a:rPr>
            <a:t>Relates to the capacity of the network links connecting a server to the Internet</a:t>
          </a:r>
        </a:p>
      </dsp:txBody>
      <dsp:txXfrm>
        <a:off x="307143" y="965765"/>
        <a:ext cx="2172682" cy="886809"/>
      </dsp:txXfrm>
    </dsp:sp>
    <dsp:sp modelId="{9C0BB106-18F0-064A-9F7C-7245A6EA83E6}">
      <dsp:nvSpPr>
        <dsp:cNvPr id="0" name=""/>
        <dsp:cNvSpPr/>
      </dsp:nvSpPr>
      <dsp:spPr>
        <a:xfrm>
          <a:off x="279553" y="2025085"/>
          <a:ext cx="2227862" cy="941989"/>
        </a:xfrm>
        <a:prstGeom prst="roundRect">
          <a:avLst>
            <a:gd name="adj" fmla="val 10000"/>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b="0" i="0" kern="1200" dirty="0">
              <a:solidFill>
                <a:schemeClr val="bg1"/>
              </a:solidFill>
              <a:effectLst/>
              <a:latin typeface="Arial" panose="020B0604020202020204" pitchFamily="34" charset="0"/>
              <a:cs typeface="Arial" panose="020B0604020202020204" pitchFamily="34" charset="0"/>
            </a:rPr>
            <a:t>For most organizations this is their connection to their Internet Service Provider (ISP)</a:t>
          </a:r>
        </a:p>
      </dsp:txBody>
      <dsp:txXfrm>
        <a:off x="307143" y="2052675"/>
        <a:ext cx="2172682" cy="886809"/>
      </dsp:txXfrm>
    </dsp:sp>
    <dsp:sp modelId="{200D4077-F322-A54F-A959-16520676AF19}">
      <dsp:nvSpPr>
        <dsp:cNvPr id="0" name=""/>
        <dsp:cNvSpPr/>
      </dsp:nvSpPr>
      <dsp:spPr>
        <a:xfrm>
          <a:off x="2994760" y="0"/>
          <a:ext cx="2784827" cy="3124200"/>
        </a:xfrm>
        <a:prstGeom prst="roundRect">
          <a:avLst>
            <a:gd name="adj" fmla="val 10000"/>
          </a:avLst>
        </a:prstGeom>
        <a:noFill/>
        <a:ln>
          <a:solidFill>
            <a:schemeClr val="accent1"/>
          </a:solid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effectLst/>
              <a:latin typeface="Arial" panose="020B0604020202020204" pitchFamily="34" charset="0"/>
              <a:cs typeface="Arial" panose="020B0604020202020204" pitchFamily="34" charset="0"/>
            </a:rPr>
            <a:t>System resources</a:t>
          </a:r>
        </a:p>
      </dsp:txBody>
      <dsp:txXfrm>
        <a:off x="2994760" y="0"/>
        <a:ext cx="2784827" cy="937260"/>
      </dsp:txXfrm>
    </dsp:sp>
    <dsp:sp modelId="{331622DA-667B-3D42-86F2-0516235F2E15}">
      <dsp:nvSpPr>
        <dsp:cNvPr id="0" name=""/>
        <dsp:cNvSpPr/>
      </dsp:nvSpPr>
      <dsp:spPr>
        <a:xfrm>
          <a:off x="3273243" y="937260"/>
          <a:ext cx="2227862" cy="2030730"/>
        </a:xfrm>
        <a:prstGeom prst="roundRect">
          <a:avLst>
            <a:gd name="adj" fmla="val 10000"/>
          </a:avLst>
        </a:prstGeom>
        <a:solidFill>
          <a:schemeClr val="accent1"/>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b="0" i="0" kern="1200" dirty="0">
              <a:solidFill>
                <a:schemeClr val="bg1"/>
              </a:solidFill>
              <a:effectLst/>
              <a:latin typeface="Arial" panose="020B0604020202020204" pitchFamily="34" charset="0"/>
              <a:cs typeface="Arial" panose="020B0604020202020204" pitchFamily="34" charset="0"/>
            </a:rPr>
            <a:t>Aims to overload or trigger a bug to crash the network handling software using ‘poison packets’</a:t>
          </a:r>
        </a:p>
      </dsp:txBody>
      <dsp:txXfrm>
        <a:off x="3332721" y="996738"/>
        <a:ext cx="2108906" cy="1911774"/>
      </dsp:txXfrm>
    </dsp:sp>
    <dsp:sp modelId="{1EA47F75-BED3-5244-AD77-D9664E47C6FF}">
      <dsp:nvSpPr>
        <dsp:cNvPr id="0" name=""/>
        <dsp:cNvSpPr/>
      </dsp:nvSpPr>
      <dsp:spPr>
        <a:xfrm>
          <a:off x="5988450" y="0"/>
          <a:ext cx="2784827" cy="3124200"/>
        </a:xfrm>
        <a:prstGeom prst="roundRect">
          <a:avLst>
            <a:gd name="adj" fmla="val 10000"/>
          </a:avLst>
        </a:prstGeom>
        <a:noFill/>
        <a:ln>
          <a:solidFill>
            <a:schemeClr val="accent1"/>
          </a:solidFill>
        </a:ln>
        <a:effectLst/>
      </dsp:spPr>
      <dsp:style>
        <a:lnRef idx="0">
          <a:scrgbClr r="0" g="0" b="0"/>
        </a:lnRef>
        <a:fillRef idx="1">
          <a:scrgbClr r="0" g="0" b="0"/>
        </a:fillRef>
        <a:effectRef idx="2">
          <a:scrgbClr r="0" g="0" b="0"/>
        </a:effectRef>
        <a:fontRef idx="minor"/>
      </dsp:style>
      <dsp:txBody>
        <a:bodyPr spcFirstLastPara="0" vert="horz" wrap="square" lIns="102870" tIns="102870" rIns="102870" bIns="102870" numCol="1" spcCol="1270" anchor="ctr" anchorCtr="0">
          <a:noAutofit/>
        </a:bodyPr>
        <a:lstStyle/>
        <a:p>
          <a:pPr marL="0" lvl="0" indent="0" algn="ctr" defTabSz="1200150">
            <a:lnSpc>
              <a:spcPct val="90000"/>
            </a:lnSpc>
            <a:spcBef>
              <a:spcPct val="0"/>
            </a:spcBef>
            <a:spcAft>
              <a:spcPct val="35000"/>
            </a:spcAft>
            <a:buNone/>
          </a:pPr>
          <a:r>
            <a:rPr lang="en-US" sz="2700" b="1" i="0" kern="1200" dirty="0">
              <a:effectLst/>
              <a:latin typeface="Arial" panose="020B0604020202020204" pitchFamily="34" charset="0"/>
              <a:cs typeface="Arial" panose="020B0604020202020204" pitchFamily="34" charset="0"/>
            </a:rPr>
            <a:t>Application resources</a:t>
          </a:r>
        </a:p>
      </dsp:txBody>
      <dsp:txXfrm>
        <a:off x="5988450" y="0"/>
        <a:ext cx="2784827" cy="937260"/>
      </dsp:txXfrm>
    </dsp:sp>
    <dsp:sp modelId="{F711556B-CC33-6E40-9D5E-6524FC4A1052}">
      <dsp:nvSpPr>
        <dsp:cNvPr id="0" name=""/>
        <dsp:cNvSpPr/>
      </dsp:nvSpPr>
      <dsp:spPr>
        <a:xfrm>
          <a:off x="6266933" y="937260"/>
          <a:ext cx="2227862" cy="2030730"/>
        </a:xfrm>
        <a:prstGeom prst="roundRect">
          <a:avLst>
            <a:gd name="adj" fmla="val 10000"/>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38100" tIns="28575" rIns="38100" bIns="28575" numCol="1" spcCol="1270" anchor="ctr" anchorCtr="0">
          <a:noAutofit/>
        </a:bodyPr>
        <a:lstStyle/>
        <a:p>
          <a:pPr marL="0" lvl="0" indent="0" algn="ctr" defTabSz="666750">
            <a:lnSpc>
              <a:spcPct val="90000"/>
            </a:lnSpc>
            <a:spcBef>
              <a:spcPct val="0"/>
            </a:spcBef>
            <a:spcAft>
              <a:spcPct val="35000"/>
            </a:spcAft>
            <a:buNone/>
          </a:pPr>
          <a:r>
            <a:rPr lang="en-US" sz="1500" b="0" i="0" kern="1200" dirty="0">
              <a:solidFill>
                <a:schemeClr val="bg1"/>
              </a:solidFill>
              <a:effectLst/>
              <a:latin typeface="Arial" panose="020B0604020202020204" pitchFamily="34" charset="0"/>
              <a:cs typeface="Arial" panose="020B0604020202020204" pitchFamily="34" charset="0"/>
            </a:rPr>
            <a:t>‘</a:t>
          </a:r>
          <a:r>
            <a:rPr lang="en-US" sz="1500" b="0" i="0" kern="1200" dirty="0" err="1">
              <a:solidFill>
                <a:schemeClr val="bg1"/>
              </a:solidFill>
              <a:effectLst/>
              <a:latin typeface="Arial" panose="020B0604020202020204" pitchFamily="34" charset="0"/>
              <a:cs typeface="Arial" panose="020B0604020202020204" pitchFamily="34" charset="0"/>
            </a:rPr>
            <a:t>Cyberslam</a:t>
          </a:r>
          <a:r>
            <a:rPr lang="en-US" sz="1500" b="0" i="0" kern="1200" dirty="0">
              <a:solidFill>
                <a:schemeClr val="bg1"/>
              </a:solidFill>
              <a:effectLst/>
              <a:latin typeface="Arial" panose="020B0604020202020204" pitchFamily="34" charset="0"/>
              <a:cs typeface="Arial" panose="020B0604020202020204" pitchFamily="34" charset="0"/>
            </a:rPr>
            <a:t>’ involving a number of valid requests (e.g., </a:t>
          </a:r>
          <a:r>
            <a:rPr lang="en-US" sz="1500" b="0" i="0" kern="1200" dirty="0" err="1">
              <a:solidFill>
                <a:schemeClr val="bg1"/>
              </a:solidFill>
              <a:effectLst/>
              <a:latin typeface="Arial" panose="020B0604020202020204" pitchFamily="34" charset="0"/>
              <a:cs typeface="Arial" panose="020B0604020202020204" pitchFamily="34" charset="0"/>
            </a:rPr>
            <a:t>db</a:t>
          </a:r>
          <a:r>
            <a:rPr lang="en-US" sz="1500" b="0" i="0" kern="1200" dirty="0">
              <a:solidFill>
                <a:schemeClr val="bg1"/>
              </a:solidFill>
              <a:effectLst/>
              <a:latin typeface="Arial" panose="020B0604020202020204" pitchFamily="34" charset="0"/>
              <a:cs typeface="Arial" panose="020B0604020202020204" pitchFamily="34" charset="0"/>
            </a:rPr>
            <a:t> query), each of which consumes significant resources, thus limiting the ability of the server to respond to requests from legitimate users</a:t>
          </a:r>
        </a:p>
      </dsp:txBody>
      <dsp:txXfrm>
        <a:off x="6326411" y="996738"/>
        <a:ext cx="2108906" cy="191177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65A0BC2-B705-7845-9587-D8A7832452F9}">
      <dsp:nvSpPr>
        <dsp:cNvPr id="0" name=""/>
        <dsp:cNvSpPr/>
      </dsp:nvSpPr>
      <dsp:spPr>
        <a:xfrm rot="5400000">
          <a:off x="4871901" y="-1984473"/>
          <a:ext cx="1033924" cy="5071872"/>
        </a:xfrm>
        <a:prstGeom prst="round2SameRect">
          <a:avLst/>
        </a:prstGeom>
        <a:solidFill>
          <a:schemeClr val="bg1"/>
        </a:solidFill>
        <a:ln w="25400" cap="flat" cmpd="sng" algn="ctr">
          <a:solidFill>
            <a:schemeClr val="tx2">
              <a:lumMod val="75000"/>
              <a:alpha val="9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4300" tIns="57150" rIns="114300" bIns="57150"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effectLst/>
              <a:latin typeface="Arial" panose="020B0604020202020204" pitchFamily="34" charset="0"/>
              <a:cs typeface="Arial" panose="020B0604020202020204" pitchFamily="34" charset="0"/>
            </a:rPr>
            <a:t>Ping flood using ICMP echo request packets</a:t>
          </a:r>
        </a:p>
        <a:p>
          <a:pPr marL="171450" lvl="1" indent="-171450" algn="l" defTabSz="711200">
            <a:lnSpc>
              <a:spcPct val="90000"/>
            </a:lnSpc>
            <a:spcBef>
              <a:spcPct val="0"/>
            </a:spcBef>
            <a:spcAft>
              <a:spcPct val="15000"/>
            </a:spcAft>
            <a:buChar char="•"/>
          </a:pPr>
          <a:r>
            <a:rPr lang="en-US" sz="1600" b="0" i="0" kern="1200" dirty="0">
              <a:effectLst/>
              <a:latin typeface="Arial" panose="020B0604020202020204" pitchFamily="34" charset="0"/>
              <a:cs typeface="Arial" panose="020B0604020202020204" pitchFamily="34" charset="0"/>
            </a:rPr>
            <a:t>Traditionally network administrators allow such packets into their networks because ping is a useful network diagnostic tool</a:t>
          </a:r>
        </a:p>
      </dsp:txBody>
      <dsp:txXfrm rot="-5400000">
        <a:off x="2852927" y="84973"/>
        <a:ext cx="5021400" cy="932980"/>
      </dsp:txXfrm>
    </dsp:sp>
    <dsp:sp modelId="{19357E6A-60B3-FC4E-9FC2-1ECE7041DD85}">
      <dsp:nvSpPr>
        <dsp:cNvPr id="0" name=""/>
        <dsp:cNvSpPr/>
      </dsp:nvSpPr>
      <dsp:spPr>
        <a:xfrm>
          <a:off x="0" y="1666"/>
          <a:ext cx="2852928" cy="1099591"/>
        </a:xfrm>
        <a:prstGeom prst="roundRect">
          <a:avLst/>
        </a:prstGeom>
        <a:solidFill>
          <a:schemeClr val="accent5">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bg1"/>
              </a:solidFill>
              <a:effectLst/>
              <a:latin typeface="Arial" panose="020B0604020202020204" pitchFamily="34" charset="0"/>
              <a:ea typeface="ＭＳ Ｐゴシック" pitchFamily="-1" charset="-128"/>
              <a:cs typeface="Arial" panose="020B0604020202020204" pitchFamily="34" charset="0"/>
            </a:rPr>
            <a:t>ICMP flood</a:t>
          </a:r>
          <a:endParaRPr lang="en-US" sz="2800" b="0" i="0" kern="1200" dirty="0">
            <a:solidFill>
              <a:schemeClr val="bg1"/>
            </a:solidFill>
            <a:effectLst/>
            <a:latin typeface="Arial" panose="020B0604020202020204" pitchFamily="34" charset="0"/>
            <a:cs typeface="Arial" panose="020B0604020202020204" pitchFamily="34" charset="0"/>
          </a:endParaRPr>
        </a:p>
      </dsp:txBody>
      <dsp:txXfrm>
        <a:off x="53678" y="55344"/>
        <a:ext cx="2745572" cy="992235"/>
      </dsp:txXfrm>
    </dsp:sp>
    <dsp:sp modelId="{AE11C2D4-26A0-484C-A22E-4A33CEF07817}">
      <dsp:nvSpPr>
        <dsp:cNvPr id="0" name=""/>
        <dsp:cNvSpPr/>
      </dsp:nvSpPr>
      <dsp:spPr>
        <a:xfrm rot="5400000">
          <a:off x="4949027" y="-829902"/>
          <a:ext cx="879673" cy="5071872"/>
        </a:xfrm>
        <a:prstGeom prst="round2SameRect">
          <a:avLst/>
        </a:prstGeom>
        <a:solidFill>
          <a:schemeClr val="bg1"/>
        </a:solidFill>
        <a:ln w="25400" cap="flat" cmpd="sng" algn="ctr">
          <a:solidFill>
            <a:schemeClr val="tx2">
              <a:lumMod val="75000"/>
              <a:alpha val="9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effectLst/>
              <a:latin typeface="Arial" panose="020B0604020202020204" pitchFamily="34" charset="0"/>
              <a:cs typeface="Arial" panose="020B0604020202020204" pitchFamily="34" charset="0"/>
            </a:rPr>
            <a:t>Uses UDP packets directed to some port number on the target system</a:t>
          </a:r>
        </a:p>
      </dsp:txBody>
      <dsp:txXfrm rot="-5400000">
        <a:off x="2852928" y="1309139"/>
        <a:ext cx="5028930" cy="793789"/>
      </dsp:txXfrm>
    </dsp:sp>
    <dsp:sp modelId="{5E105DE0-16B0-F645-ABF2-3DD1D6F6DDB8}">
      <dsp:nvSpPr>
        <dsp:cNvPr id="0" name=""/>
        <dsp:cNvSpPr/>
      </dsp:nvSpPr>
      <dsp:spPr>
        <a:xfrm>
          <a:off x="0" y="1156237"/>
          <a:ext cx="2852928" cy="1099591"/>
        </a:xfrm>
        <a:prstGeom prst="roundRect">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bg1"/>
              </a:solidFill>
              <a:effectLst/>
              <a:latin typeface="Arial" panose="020B0604020202020204" pitchFamily="34" charset="0"/>
              <a:ea typeface="ＭＳ Ｐゴシック" pitchFamily="-1" charset="-128"/>
              <a:cs typeface="Arial" panose="020B0604020202020204" pitchFamily="34" charset="0"/>
            </a:rPr>
            <a:t>UDP flood</a:t>
          </a:r>
        </a:p>
      </dsp:txBody>
      <dsp:txXfrm>
        <a:off x="53678" y="1209915"/>
        <a:ext cx="2745572" cy="992235"/>
      </dsp:txXfrm>
    </dsp:sp>
    <dsp:sp modelId="{4B1A1837-8231-6840-8D50-F6DB4B3D4684}">
      <dsp:nvSpPr>
        <dsp:cNvPr id="0" name=""/>
        <dsp:cNvSpPr/>
      </dsp:nvSpPr>
      <dsp:spPr>
        <a:xfrm rot="5400000">
          <a:off x="4851550" y="324668"/>
          <a:ext cx="1074626" cy="5071872"/>
        </a:xfrm>
        <a:prstGeom prst="round2SameRect">
          <a:avLst/>
        </a:prstGeom>
        <a:solidFill>
          <a:schemeClr val="bg1"/>
        </a:solidFill>
        <a:ln w="25400" cap="flat" cmpd="sng" algn="ctr">
          <a:solidFill>
            <a:schemeClr val="tx2">
              <a:lumMod val="75000"/>
              <a:alpha val="9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0960" tIns="30480" rIns="60960" bIns="30480" numCol="1" spcCol="1270" anchor="ctr" anchorCtr="0">
          <a:noAutofit/>
        </a:bodyPr>
        <a:lstStyle/>
        <a:p>
          <a:pPr marL="171450" lvl="1" indent="-171450" algn="l" defTabSz="711200">
            <a:lnSpc>
              <a:spcPct val="90000"/>
            </a:lnSpc>
            <a:spcBef>
              <a:spcPct val="0"/>
            </a:spcBef>
            <a:spcAft>
              <a:spcPct val="15000"/>
            </a:spcAft>
            <a:buChar char="•"/>
          </a:pPr>
          <a:r>
            <a:rPr lang="en-US" sz="1600" b="0" i="0" kern="1200" dirty="0">
              <a:effectLst/>
              <a:latin typeface="Arial" panose="020B0604020202020204" pitchFamily="34" charset="0"/>
              <a:cs typeface="Arial" panose="020B0604020202020204" pitchFamily="34" charset="0"/>
            </a:rPr>
            <a:t>Sends TCP packets to the target system</a:t>
          </a:r>
        </a:p>
        <a:p>
          <a:pPr marL="171450" lvl="1" indent="-171450" algn="l" defTabSz="711200">
            <a:lnSpc>
              <a:spcPct val="90000"/>
            </a:lnSpc>
            <a:spcBef>
              <a:spcPct val="0"/>
            </a:spcBef>
            <a:spcAft>
              <a:spcPct val="15000"/>
            </a:spcAft>
            <a:buChar char="•"/>
          </a:pPr>
          <a:r>
            <a:rPr lang="en-US" sz="1600" b="0" i="0" kern="1200" dirty="0">
              <a:effectLst/>
              <a:latin typeface="Arial" panose="020B0604020202020204" pitchFamily="34" charset="0"/>
              <a:cs typeface="Arial" panose="020B0604020202020204" pitchFamily="34" charset="0"/>
            </a:rPr>
            <a:t>High volume of packets to attack the network handling code in the operating system; denies legitimate user access</a:t>
          </a:r>
        </a:p>
      </dsp:txBody>
      <dsp:txXfrm rot="-5400000">
        <a:off x="2852928" y="2375750"/>
        <a:ext cx="5019413" cy="969708"/>
      </dsp:txXfrm>
    </dsp:sp>
    <dsp:sp modelId="{46E720AB-F321-FB41-8240-75830E95D297}">
      <dsp:nvSpPr>
        <dsp:cNvPr id="0" name=""/>
        <dsp:cNvSpPr/>
      </dsp:nvSpPr>
      <dsp:spPr>
        <a:xfrm>
          <a:off x="0" y="2310809"/>
          <a:ext cx="2852928" cy="1099591"/>
        </a:xfrm>
        <a:prstGeom prst="roundRect">
          <a:avLst/>
        </a:prstGeom>
        <a:solidFill>
          <a:schemeClr val="accent3">
            <a:lumMod val="75000"/>
          </a:schemeClr>
        </a:soli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106680" tIns="53340" rIns="106680" bIns="53340" numCol="1" spcCol="1270" anchor="ctr" anchorCtr="0">
          <a:noAutofit/>
        </a:bodyPr>
        <a:lstStyle/>
        <a:p>
          <a:pPr marL="0" lvl="0" indent="0" algn="ctr" defTabSz="1244600">
            <a:lnSpc>
              <a:spcPct val="90000"/>
            </a:lnSpc>
            <a:spcBef>
              <a:spcPct val="0"/>
            </a:spcBef>
            <a:spcAft>
              <a:spcPct val="35000"/>
            </a:spcAft>
            <a:buNone/>
          </a:pPr>
          <a:r>
            <a:rPr lang="en-US" sz="2800" b="0" i="0" kern="1200" dirty="0">
              <a:solidFill>
                <a:schemeClr val="bg1"/>
              </a:solidFill>
              <a:effectLst/>
              <a:latin typeface="Arial" panose="020B0604020202020204" pitchFamily="34" charset="0"/>
              <a:ea typeface="ＭＳ Ｐゴシック" pitchFamily="-1" charset="-128"/>
              <a:cs typeface="Arial" panose="020B0604020202020204" pitchFamily="34" charset="0"/>
            </a:rPr>
            <a:t>TCP SYN flood</a:t>
          </a:r>
        </a:p>
      </dsp:txBody>
      <dsp:txXfrm>
        <a:off x="53678" y="2364487"/>
        <a:ext cx="2745572" cy="9922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3340E5-AA75-F540-9AC8-A428CCFAF6D3}">
      <dsp:nvSpPr>
        <dsp:cNvPr id="0" name=""/>
        <dsp:cNvSpPr/>
      </dsp:nvSpPr>
      <dsp:spPr>
        <a:xfrm>
          <a:off x="0" y="0"/>
          <a:ext cx="4511040" cy="972312"/>
        </a:xfrm>
        <a:prstGeom prst="roundRect">
          <a:avLst>
            <a:gd name="adj" fmla="val 10000"/>
          </a:avLst>
        </a:prstGeom>
        <a:solidFill>
          <a:schemeClr val="accent3">
            <a:lumMod val="75000"/>
          </a:schemeClr>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effectLst/>
              <a:latin typeface="Arial" panose="020B0604020202020204" pitchFamily="34" charset="0"/>
              <a:ea typeface="ＭＳ Ｐゴシック" pitchFamily="-1" charset="-128"/>
              <a:cs typeface="Arial" panose="020B0604020202020204" pitchFamily="34" charset="0"/>
            </a:rPr>
            <a:t>Attack prevention and preemption</a:t>
          </a:r>
        </a:p>
        <a:p>
          <a:pPr marL="114300" lvl="1" indent="-114300" algn="l" defTabSz="622300">
            <a:lnSpc>
              <a:spcPct val="90000"/>
            </a:lnSpc>
            <a:spcBef>
              <a:spcPct val="0"/>
            </a:spcBef>
            <a:spcAft>
              <a:spcPct val="15000"/>
            </a:spcAft>
            <a:buChar char="•"/>
          </a:pPr>
          <a:r>
            <a:rPr lang="en-US" sz="1400" b="0" kern="1200" dirty="0">
              <a:solidFill>
                <a:schemeClr val="bg1"/>
              </a:solidFill>
              <a:effectLst/>
              <a:latin typeface="Arial" panose="020B0604020202020204" pitchFamily="34" charset="0"/>
              <a:ea typeface="ＭＳ Ｐゴシック" pitchFamily="-1" charset="-128"/>
              <a:cs typeface="Arial" panose="020B0604020202020204" pitchFamily="34" charset="0"/>
            </a:rPr>
            <a:t>Before attack</a:t>
          </a:r>
        </a:p>
      </dsp:txBody>
      <dsp:txXfrm>
        <a:off x="28478" y="28478"/>
        <a:ext cx="3379679" cy="915356"/>
      </dsp:txXfrm>
    </dsp:sp>
    <dsp:sp modelId="{18164F88-DE1C-7E4B-A35B-CA51C5DF794C}">
      <dsp:nvSpPr>
        <dsp:cNvPr id="0" name=""/>
        <dsp:cNvSpPr/>
      </dsp:nvSpPr>
      <dsp:spPr>
        <a:xfrm>
          <a:off x="377799" y="1149096"/>
          <a:ext cx="4511040" cy="972312"/>
        </a:xfrm>
        <a:prstGeom prst="roundRect">
          <a:avLst>
            <a:gd name="adj" fmla="val 10000"/>
          </a:avLst>
        </a:prstGeom>
        <a:solidFill>
          <a:schemeClr val="accent1"/>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effectLst/>
              <a:latin typeface="Arial" panose="020B0604020202020204" pitchFamily="34" charset="0"/>
              <a:cs typeface="Arial" panose="020B0604020202020204" pitchFamily="34" charset="0"/>
            </a:rPr>
            <a:t>Attack detection and filtering</a:t>
          </a:r>
        </a:p>
        <a:p>
          <a:pPr marL="114300" lvl="1" indent="-114300" algn="l" defTabSz="622300">
            <a:lnSpc>
              <a:spcPct val="90000"/>
            </a:lnSpc>
            <a:spcBef>
              <a:spcPct val="0"/>
            </a:spcBef>
            <a:spcAft>
              <a:spcPct val="15000"/>
            </a:spcAft>
            <a:buChar char="•"/>
          </a:pPr>
          <a:r>
            <a:rPr lang="en-US" sz="1400" b="0" kern="1200" dirty="0">
              <a:solidFill>
                <a:schemeClr val="bg1"/>
              </a:solidFill>
              <a:effectLst/>
              <a:latin typeface="Arial" panose="020B0604020202020204" pitchFamily="34" charset="0"/>
              <a:ea typeface="ＭＳ Ｐゴシック" pitchFamily="-1" charset="-128"/>
              <a:cs typeface="Arial" panose="020B0604020202020204" pitchFamily="34" charset="0"/>
            </a:rPr>
            <a:t>During the attack</a:t>
          </a:r>
        </a:p>
      </dsp:txBody>
      <dsp:txXfrm>
        <a:off x="406277" y="1177574"/>
        <a:ext cx="3444281" cy="915356"/>
      </dsp:txXfrm>
    </dsp:sp>
    <dsp:sp modelId="{4FA33190-3A54-BC4A-AAEE-1A90F556FE85}">
      <dsp:nvSpPr>
        <dsp:cNvPr id="0" name=""/>
        <dsp:cNvSpPr/>
      </dsp:nvSpPr>
      <dsp:spPr>
        <a:xfrm>
          <a:off x="749960" y="2298192"/>
          <a:ext cx="4511040" cy="972312"/>
        </a:xfrm>
        <a:prstGeom prst="roundRect">
          <a:avLst>
            <a:gd name="adj" fmla="val 10000"/>
          </a:avLst>
        </a:prstGeom>
        <a:solidFill>
          <a:schemeClr val="accent5">
            <a:lumMod val="75000"/>
          </a:schemeClr>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effectLst/>
              <a:latin typeface="Arial" panose="020B0604020202020204" pitchFamily="34" charset="0"/>
              <a:ea typeface="ＭＳ Ｐゴシック" pitchFamily="-1" charset="-128"/>
              <a:cs typeface="Arial" panose="020B0604020202020204" pitchFamily="34" charset="0"/>
            </a:rPr>
            <a:t>Attack source </a:t>
          </a:r>
          <a:r>
            <a:rPr lang="en-US" sz="1800" b="1" kern="1200" dirty="0" err="1">
              <a:solidFill>
                <a:schemeClr val="bg1"/>
              </a:solidFill>
              <a:effectLst/>
              <a:latin typeface="Arial" panose="020B0604020202020204" pitchFamily="34" charset="0"/>
              <a:ea typeface="ＭＳ Ｐゴシック" pitchFamily="-1" charset="-128"/>
              <a:cs typeface="Arial" panose="020B0604020202020204" pitchFamily="34" charset="0"/>
            </a:rPr>
            <a:t>traceback</a:t>
          </a:r>
          <a:r>
            <a:rPr lang="en-US" sz="1800" b="1" kern="1200" dirty="0">
              <a:solidFill>
                <a:schemeClr val="bg1"/>
              </a:solidFill>
              <a:effectLst/>
              <a:latin typeface="Arial" panose="020B0604020202020204" pitchFamily="34" charset="0"/>
              <a:ea typeface="ＭＳ Ｐゴシック" pitchFamily="-1" charset="-128"/>
              <a:cs typeface="Arial" panose="020B0604020202020204" pitchFamily="34" charset="0"/>
            </a:rPr>
            <a:t> and identification</a:t>
          </a:r>
        </a:p>
        <a:p>
          <a:pPr marL="114300" lvl="1" indent="-114300" algn="l" defTabSz="622300">
            <a:lnSpc>
              <a:spcPct val="90000"/>
            </a:lnSpc>
            <a:spcBef>
              <a:spcPct val="0"/>
            </a:spcBef>
            <a:spcAft>
              <a:spcPct val="15000"/>
            </a:spcAft>
            <a:buChar char="•"/>
          </a:pPr>
          <a:r>
            <a:rPr lang="en-US" sz="1400" b="0" kern="1200" dirty="0">
              <a:solidFill>
                <a:schemeClr val="bg1"/>
              </a:solidFill>
              <a:effectLst/>
              <a:latin typeface="Arial" panose="020B0604020202020204" pitchFamily="34" charset="0"/>
              <a:ea typeface="ＭＳ Ｐゴシック" pitchFamily="-1" charset="-128"/>
              <a:cs typeface="Arial" panose="020B0604020202020204" pitchFamily="34" charset="0"/>
            </a:rPr>
            <a:t>During and after the attack</a:t>
          </a:r>
        </a:p>
      </dsp:txBody>
      <dsp:txXfrm>
        <a:off x="778438" y="2326670"/>
        <a:ext cx="3449920" cy="915356"/>
      </dsp:txXfrm>
    </dsp:sp>
    <dsp:sp modelId="{CBFDAD9E-3A53-1C4F-BBA6-BA2FFA1D3DB9}">
      <dsp:nvSpPr>
        <dsp:cNvPr id="0" name=""/>
        <dsp:cNvSpPr/>
      </dsp:nvSpPr>
      <dsp:spPr>
        <a:xfrm>
          <a:off x="1127759" y="3447288"/>
          <a:ext cx="4511040" cy="972312"/>
        </a:xfrm>
        <a:prstGeom prst="roundRect">
          <a:avLst>
            <a:gd name="adj" fmla="val 10000"/>
          </a:avLst>
        </a:prstGeom>
        <a:solidFill>
          <a:schemeClr val="accent1"/>
        </a:solidFill>
        <a:ln>
          <a:solidFill>
            <a:schemeClr val="bg1"/>
          </a:solidFill>
        </a:ln>
        <a:effectLst/>
      </dsp:spPr>
      <dsp:style>
        <a:lnRef idx="0">
          <a:scrgbClr r="0" g="0" b="0"/>
        </a:lnRef>
        <a:fillRef idx="3">
          <a:scrgbClr r="0" g="0" b="0"/>
        </a:fillRef>
        <a:effectRef idx="2">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kern="1200" dirty="0">
              <a:solidFill>
                <a:schemeClr val="bg1"/>
              </a:solidFill>
              <a:effectLst/>
              <a:latin typeface="Arial" panose="020B0604020202020204" pitchFamily="34" charset="0"/>
              <a:ea typeface="ＭＳ Ｐゴシック" pitchFamily="-1" charset="-128"/>
              <a:cs typeface="Arial" panose="020B0604020202020204" pitchFamily="34" charset="0"/>
            </a:rPr>
            <a:t>Attack reaction</a:t>
          </a:r>
        </a:p>
        <a:p>
          <a:pPr marL="114300" lvl="1" indent="-114300" algn="l" defTabSz="622300">
            <a:lnSpc>
              <a:spcPct val="90000"/>
            </a:lnSpc>
            <a:spcBef>
              <a:spcPct val="0"/>
            </a:spcBef>
            <a:spcAft>
              <a:spcPct val="15000"/>
            </a:spcAft>
            <a:buChar char="•"/>
          </a:pPr>
          <a:r>
            <a:rPr lang="en-US" sz="1400" b="0" kern="1200" dirty="0">
              <a:solidFill>
                <a:schemeClr val="bg1"/>
              </a:solidFill>
              <a:effectLst/>
              <a:latin typeface="Arial" panose="020B0604020202020204" pitchFamily="34" charset="0"/>
              <a:ea typeface="ＭＳ Ｐゴシック" pitchFamily="-1" charset="-128"/>
              <a:cs typeface="Arial" panose="020B0604020202020204" pitchFamily="34" charset="0"/>
            </a:rPr>
            <a:t>After the attack</a:t>
          </a:r>
        </a:p>
      </dsp:txBody>
      <dsp:txXfrm>
        <a:off x="1156237" y="3475766"/>
        <a:ext cx="3444281" cy="915356"/>
      </dsp:txXfrm>
    </dsp:sp>
    <dsp:sp modelId="{E94E7B59-EB68-4F49-88EA-2BF2FB91202C}">
      <dsp:nvSpPr>
        <dsp:cNvPr id="0" name=""/>
        <dsp:cNvSpPr/>
      </dsp:nvSpPr>
      <dsp:spPr>
        <a:xfrm>
          <a:off x="3879037" y="744702"/>
          <a:ext cx="632002" cy="632002"/>
        </a:xfrm>
        <a:prstGeom prst="downArrow">
          <a:avLst>
            <a:gd name="adj1" fmla="val 55000"/>
            <a:gd name="adj2" fmla="val 45000"/>
          </a:avLst>
        </a:prstGeom>
        <a:solidFill>
          <a:srgbClr val="FFC000"/>
        </a:solidFill>
        <a:ln w="6350" cap="flat" cmpd="sng" algn="ctr">
          <a:solidFill>
            <a:schemeClr val="tx2">
              <a:lumMod val="50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latin typeface="Arial" panose="020B0604020202020204" pitchFamily="34" charset="0"/>
            <a:cs typeface="Arial" panose="020B0604020202020204" pitchFamily="34" charset="0"/>
          </a:endParaRPr>
        </a:p>
      </dsp:txBody>
      <dsp:txXfrm>
        <a:off x="4021237" y="744702"/>
        <a:ext cx="347602" cy="475582"/>
      </dsp:txXfrm>
    </dsp:sp>
    <dsp:sp modelId="{AEF2102F-665D-3D42-97DB-A8D8233082D9}">
      <dsp:nvSpPr>
        <dsp:cNvPr id="0" name=""/>
        <dsp:cNvSpPr/>
      </dsp:nvSpPr>
      <dsp:spPr>
        <a:xfrm>
          <a:off x="4256836" y="1893798"/>
          <a:ext cx="632002" cy="632002"/>
        </a:xfrm>
        <a:prstGeom prst="downArrow">
          <a:avLst>
            <a:gd name="adj1" fmla="val 55000"/>
            <a:gd name="adj2" fmla="val 45000"/>
          </a:avLst>
        </a:prstGeom>
        <a:solidFill>
          <a:srgbClr val="FFC000"/>
        </a:solidFill>
        <a:ln w="6350" cap="flat" cmpd="sng" algn="ctr">
          <a:solidFill>
            <a:schemeClr val="accent1"/>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latin typeface="Arial" panose="020B0604020202020204" pitchFamily="34" charset="0"/>
            <a:cs typeface="Arial" panose="020B0604020202020204" pitchFamily="34" charset="0"/>
          </a:endParaRPr>
        </a:p>
      </dsp:txBody>
      <dsp:txXfrm>
        <a:off x="4399036" y="1893798"/>
        <a:ext cx="347602" cy="475582"/>
      </dsp:txXfrm>
    </dsp:sp>
    <dsp:sp modelId="{951E9E9F-F451-FE43-B83A-AD1D756BF21E}">
      <dsp:nvSpPr>
        <dsp:cNvPr id="0" name=""/>
        <dsp:cNvSpPr/>
      </dsp:nvSpPr>
      <dsp:spPr>
        <a:xfrm>
          <a:off x="4628997" y="3042894"/>
          <a:ext cx="632002" cy="632002"/>
        </a:xfrm>
        <a:prstGeom prst="downArrow">
          <a:avLst>
            <a:gd name="adj1" fmla="val 55000"/>
            <a:gd name="adj2" fmla="val 45000"/>
          </a:avLst>
        </a:prstGeom>
        <a:solidFill>
          <a:srgbClr val="FFC000"/>
        </a:solidFill>
        <a:ln w="6350" cap="flat" cmpd="sng" algn="ctr">
          <a:solidFill>
            <a:schemeClr val="accent5">
              <a:lumMod val="7500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8100" tIns="38100" rIns="38100" bIns="38100" numCol="1" spcCol="1270" anchor="ctr" anchorCtr="0">
          <a:noAutofit/>
        </a:bodyPr>
        <a:lstStyle/>
        <a:p>
          <a:pPr marL="0" lvl="0" indent="0" algn="ctr" defTabSz="1333500">
            <a:lnSpc>
              <a:spcPct val="90000"/>
            </a:lnSpc>
            <a:spcBef>
              <a:spcPct val="0"/>
            </a:spcBef>
            <a:spcAft>
              <a:spcPct val="35000"/>
            </a:spcAft>
            <a:buNone/>
          </a:pPr>
          <a:endParaRPr lang="en-US" sz="3000" kern="1200">
            <a:latin typeface="Arial" panose="020B0604020202020204" pitchFamily="34" charset="0"/>
            <a:cs typeface="Arial" panose="020B0604020202020204" pitchFamily="34" charset="0"/>
          </a:endParaRPr>
        </a:p>
      </dsp:txBody>
      <dsp:txXfrm>
        <a:off x="4771197" y="3042894"/>
        <a:ext cx="347602" cy="4755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1A2EE9-0B81-0249-BAE2-7E8ABAF95231}">
      <dsp:nvSpPr>
        <dsp:cNvPr id="0" name=""/>
        <dsp:cNvSpPr/>
      </dsp:nvSpPr>
      <dsp:spPr>
        <a:xfrm>
          <a:off x="0" y="6386"/>
          <a:ext cx="6908800" cy="806400"/>
        </a:xfrm>
        <a:prstGeom prst="rect">
          <a:avLst/>
        </a:prstGeom>
        <a:solidFill>
          <a:schemeClr val="accent3">
            <a:lumMod val="75000"/>
          </a:schemeClr>
        </a:solidFill>
        <a:ln w="6350" cap="flat" cmpd="sng" algn="ctr">
          <a:solidFill>
            <a:schemeClr val="accent3">
              <a:lumMod val="50000"/>
            </a:schemeClr>
          </a:solidFill>
          <a:prstDash val="solid"/>
          <a:miter lim="800000"/>
        </a:ln>
        <a:effectLst/>
      </dsp:spPr>
      <dsp:style>
        <a:lnRef idx="1">
          <a:scrgbClr r="0" g="0" b="0"/>
        </a:lnRef>
        <a:fillRef idx="3">
          <a:scrgbClr r="0" g="0" b="0"/>
        </a:fillRef>
        <a:effectRef idx="2">
          <a:scrgbClr r="0" g="0" b="0"/>
        </a:effectRef>
        <a:fontRef idx="minor">
          <a:schemeClr val="lt1"/>
        </a:fontRef>
      </dsp:style>
      <dsp:txBody>
        <a:bodyPr spcFirstLastPara="0" vert="horz" wrap="square" lIns="170688" tIns="97536" rIns="170688" bIns="97536"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bg1"/>
              </a:solidFill>
              <a:effectLst>
                <a:outerShdw blurRad="50800" dist="38100" dir="2700000" algn="tl" rotWithShape="0">
                  <a:srgbClr val="0000FF">
                    <a:alpha val="43000"/>
                  </a:srgbClr>
                </a:outerShdw>
              </a:effectLst>
              <a:latin typeface="Arial" panose="020B0604020202020204" pitchFamily="34" charset="0"/>
              <a:ea typeface="ＭＳ Ｐゴシック" pitchFamily="-1" charset="-128"/>
              <a:cs typeface="Arial" panose="020B0604020202020204" pitchFamily="34" charset="0"/>
            </a:rPr>
            <a:t> </a:t>
          </a:r>
          <a:r>
            <a:rPr lang="en-US" sz="2400" kern="1200" dirty="0">
              <a:solidFill>
                <a:schemeClr val="tx1"/>
              </a:solidFill>
              <a:effectLst>
                <a:outerShdw blurRad="50800" dist="38100" dir="2700000" algn="tl" rotWithShape="0">
                  <a:srgbClr val="0000FF">
                    <a:alpha val="43000"/>
                  </a:srgbClr>
                </a:outerShdw>
              </a:effectLst>
              <a:latin typeface="Arial" panose="020B0604020202020204" pitchFamily="34" charset="0"/>
              <a:ea typeface="ＭＳ Ｐゴシック" pitchFamily="-1" charset="-128"/>
              <a:cs typeface="Arial" panose="020B0604020202020204" pitchFamily="34" charset="0"/>
            </a:rPr>
            <a:t>Good Incident Response Plan</a:t>
          </a:r>
          <a:endParaRPr lang="en-US" sz="2400" kern="1200" dirty="0">
            <a:solidFill>
              <a:schemeClr val="tx1"/>
            </a:solidFill>
            <a:effectLst>
              <a:outerShdw blurRad="50800" dist="38100" dir="2700000" algn="tl" rotWithShape="0">
                <a:srgbClr val="0000FF">
                  <a:alpha val="43000"/>
                </a:srgbClr>
              </a:outerShdw>
            </a:effectLst>
            <a:latin typeface="Arial" panose="020B0604020202020204" pitchFamily="34" charset="0"/>
            <a:cs typeface="Arial" panose="020B0604020202020204" pitchFamily="34" charset="0"/>
          </a:endParaRPr>
        </a:p>
      </dsp:txBody>
      <dsp:txXfrm>
        <a:off x="0" y="6386"/>
        <a:ext cx="6908800" cy="806400"/>
      </dsp:txXfrm>
    </dsp:sp>
    <dsp:sp modelId="{74798D57-D32E-C046-8CAE-BF57114DE3E1}">
      <dsp:nvSpPr>
        <dsp:cNvPr id="0" name=""/>
        <dsp:cNvSpPr/>
      </dsp:nvSpPr>
      <dsp:spPr>
        <a:xfrm>
          <a:off x="0" y="812786"/>
          <a:ext cx="6908800" cy="1229759"/>
        </a:xfrm>
        <a:prstGeom prst="rect">
          <a:avLst/>
        </a:prstGeom>
        <a:solidFill>
          <a:schemeClr val="accent1">
            <a:alpha val="90000"/>
            <a:tint val="40000"/>
            <a:hueOff val="0"/>
            <a:satOff val="0"/>
            <a:lumOff val="0"/>
            <a:alphaOff val="0"/>
          </a:schemeClr>
        </a:solidFill>
        <a:ln w="6350" cap="flat" cmpd="sng" algn="ctr">
          <a:solidFill>
            <a:schemeClr val="accent1">
              <a:alpha val="90000"/>
              <a:tint val="4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06680" tIns="106680" rIns="142240" bIns="160020" numCol="1" spcCol="1270" anchor="t" anchorCtr="0">
          <a:noAutofit/>
        </a:bodyPr>
        <a:lstStyle/>
        <a:p>
          <a:pPr marL="228600" lvl="1" indent="-228600" algn="l" defTabSz="889000">
            <a:lnSpc>
              <a:spcPct val="90000"/>
            </a:lnSpc>
            <a:spcBef>
              <a:spcPct val="0"/>
            </a:spcBef>
            <a:spcAft>
              <a:spcPct val="15000"/>
            </a:spcAft>
            <a:buChar char="•"/>
          </a:pPr>
          <a:r>
            <a:rPr lang="en-US" sz="2000" kern="1200" dirty="0">
              <a:effectLst/>
              <a:latin typeface="Arial" panose="020B0604020202020204" pitchFamily="34" charset="0"/>
              <a:cs typeface="Arial" panose="020B0604020202020204" pitchFamily="34" charset="0"/>
            </a:rPr>
            <a:t>Details on how to contact technical personal for ISP </a:t>
          </a:r>
        </a:p>
        <a:p>
          <a:pPr marL="228600" lvl="1" indent="-228600" algn="l" defTabSz="889000">
            <a:lnSpc>
              <a:spcPct val="90000"/>
            </a:lnSpc>
            <a:spcBef>
              <a:spcPct val="0"/>
            </a:spcBef>
            <a:spcAft>
              <a:spcPct val="15000"/>
            </a:spcAft>
            <a:buChar char="•"/>
          </a:pPr>
          <a:r>
            <a:rPr lang="en-US" sz="2000" kern="1200" dirty="0">
              <a:effectLst/>
              <a:latin typeface="Arial" panose="020B0604020202020204" pitchFamily="34" charset="0"/>
              <a:cs typeface="Arial" panose="020B0604020202020204" pitchFamily="34" charset="0"/>
            </a:rPr>
            <a:t>Needed to impose traffic filtering upstream</a:t>
          </a:r>
        </a:p>
        <a:p>
          <a:pPr marL="228600" lvl="1" indent="-228600" algn="l" defTabSz="889000">
            <a:lnSpc>
              <a:spcPct val="90000"/>
            </a:lnSpc>
            <a:spcBef>
              <a:spcPct val="0"/>
            </a:spcBef>
            <a:spcAft>
              <a:spcPct val="15000"/>
            </a:spcAft>
            <a:buChar char="•"/>
          </a:pPr>
          <a:r>
            <a:rPr lang="en-US" sz="2000" kern="1200" dirty="0">
              <a:effectLst/>
              <a:latin typeface="Arial" panose="020B0604020202020204" pitchFamily="34" charset="0"/>
              <a:cs typeface="Arial" panose="020B0604020202020204" pitchFamily="34" charset="0"/>
            </a:rPr>
            <a:t>Details of how to respond to the attack</a:t>
          </a:r>
        </a:p>
      </dsp:txBody>
      <dsp:txXfrm>
        <a:off x="0" y="812786"/>
        <a:ext cx="6908800" cy="1229759"/>
      </dsp:txXfrm>
    </dsp:sp>
  </dsp:spTree>
</dsp:drawing>
</file>

<file path=ppt/diagrams/layout1.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FAE49A57-252E-5856-0249-6E1EAAAF7E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C35069BF-16CF-3C74-F2F3-606931B6C73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4CCDF5-1267-5645-AE4B-2A75F94B291A}" type="datetimeFigureOut">
              <a:rPr lang="en-US" smtClean="0"/>
              <a:t>2/3/2025</a:t>
            </a:fld>
            <a:endParaRPr lang="en-US"/>
          </a:p>
        </p:txBody>
      </p:sp>
      <p:sp>
        <p:nvSpPr>
          <p:cNvPr id="4" name="Footer Placeholder 3">
            <a:extLst>
              <a:ext uri="{FF2B5EF4-FFF2-40B4-BE49-F238E27FC236}">
                <a16:creationId xmlns:a16="http://schemas.microsoft.com/office/drawing/2014/main" id="{14C383E8-9CF2-B618-90AB-4456BAA66D0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D0A6E49-8BEC-E6BD-7A2D-565CDA1425D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048DCE6-73C3-6547-87E9-607ADF5AB377}" type="slidenum">
              <a:rPr lang="en-US" smtClean="0"/>
              <a:t>‹#›</a:t>
            </a:fld>
            <a:endParaRPr lang="en-US"/>
          </a:p>
        </p:txBody>
      </p:sp>
    </p:spTree>
    <p:extLst>
      <p:ext uri="{BB962C8B-B14F-4D97-AF65-F5344CB8AC3E}">
        <p14:creationId xmlns:p14="http://schemas.microsoft.com/office/powerpoint/2010/main" val="316846025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0DA04B2-5B56-1C46-8F9D-E0702B1A86A5}" type="datetimeFigureOut">
              <a:rPr lang="en-US" smtClean="0"/>
              <a:t>2/3/2025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6060373-E21E-9E43-BB3A-0658B3FEE41A}" type="slidenum">
              <a:rPr lang="en-US" smtClean="0"/>
              <a:t>‹#›</a:t>
            </a:fld>
            <a:endParaRPr lang="en-US"/>
          </a:p>
        </p:txBody>
      </p:sp>
    </p:spTree>
    <p:extLst>
      <p:ext uri="{BB962C8B-B14F-4D97-AF65-F5344CB8AC3E}">
        <p14:creationId xmlns:p14="http://schemas.microsoft.com/office/powerpoint/2010/main" val="2585606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588A6-D497-F1FF-DDF2-FE7050AF37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B649E0-0771-2743-D86C-0825472D6A0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5FA176-2114-A6A8-1E9C-3318CAC9281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A4D02C7-FBC6-988C-286F-5B631251F055}"/>
              </a:ext>
            </a:extLst>
          </p:cNvPr>
          <p:cNvSpPr>
            <a:spLocks noGrp="1"/>
          </p:cNvSpPr>
          <p:nvPr>
            <p:ph type="sldNum" sz="quarter" idx="5"/>
          </p:nvPr>
        </p:nvSpPr>
        <p:spPr/>
        <p:txBody>
          <a:bodyPr/>
          <a:lstStyle/>
          <a:p>
            <a:fld id="{4A3C2EDA-3384-CA45-8A3A-7821F1F4DED1}" type="slidenum">
              <a:rPr lang="en-US" smtClean="0"/>
              <a:t>2</a:t>
            </a:fld>
            <a:endParaRPr lang="en-US"/>
          </a:p>
        </p:txBody>
      </p:sp>
    </p:spTree>
    <p:extLst>
      <p:ext uri="{BB962C8B-B14F-4D97-AF65-F5344CB8AC3E}">
        <p14:creationId xmlns:p14="http://schemas.microsoft.com/office/powerpoint/2010/main" val="4799282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From this definition, you can see that there are several categories of resources</a:t>
            </a:r>
          </a:p>
          <a:p>
            <a:r>
              <a:rPr lang="en-US" dirty="0">
                <a:latin typeface="Arial" pitchFamily="1" charset="0"/>
                <a:ea typeface="ＭＳ Ｐゴシック" pitchFamily="1" charset="-128"/>
                <a:cs typeface="ＭＳ Ｐゴシック" pitchFamily="1" charset="-128"/>
              </a:rPr>
              <a:t>that could be attacked:</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Network bandwidth</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System resources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Application resources</a:t>
            </a:r>
          </a:p>
          <a:p>
            <a:endParaRPr lang="en-US" dirty="0">
              <a:latin typeface="Arial" pitchFamily="1" charset="0"/>
              <a:ea typeface="ＭＳ Ｐゴシック" pitchFamily="1" charset="-128"/>
              <a:cs typeface="ＭＳ Ｐゴシック" pitchFamily="1" charset="-128"/>
            </a:endParaRPr>
          </a:p>
          <a:p>
            <a:r>
              <a:rPr lang="en-US" sz="1200" kern="1200" baseline="0" dirty="0">
                <a:solidFill>
                  <a:schemeClr val="tx1"/>
                </a:solidFill>
                <a:latin typeface="Arial" pitchFamily="-110" charset="0"/>
                <a:ea typeface="ＭＳ Ｐゴシック" pitchFamily="-110" charset="-128"/>
                <a:cs typeface="ＭＳ Ｐゴシック" pitchFamily="-110" charset="-128"/>
              </a:rPr>
              <a:t>Network bandwidth relates to the capacity of the network links connecting a server</a:t>
            </a:r>
          </a:p>
          <a:p>
            <a:r>
              <a:rPr lang="en-US" sz="1200" kern="1200" baseline="0" dirty="0">
                <a:solidFill>
                  <a:schemeClr val="tx1"/>
                </a:solidFill>
                <a:latin typeface="Arial" pitchFamily="-110" charset="0"/>
                <a:ea typeface="ＭＳ Ｐゴシック" pitchFamily="-110" charset="-128"/>
                <a:cs typeface="ＭＳ Ｐゴシック" pitchFamily="-110" charset="-128"/>
              </a:rPr>
              <a:t>to the wider Internet. For most organizations, this is their connection to their Internet</a:t>
            </a:r>
          </a:p>
          <a:p>
            <a:r>
              <a:rPr lang="en-US" sz="1200" kern="1200" baseline="0" dirty="0">
                <a:solidFill>
                  <a:schemeClr val="tx1"/>
                </a:solidFill>
                <a:latin typeface="Arial" pitchFamily="-110" charset="0"/>
                <a:ea typeface="ＭＳ Ｐゴシック" pitchFamily="-110" charset="-128"/>
                <a:cs typeface="ＭＳ Ｐゴシック" pitchFamily="-110" charset="-128"/>
              </a:rPr>
              <a:t>service provider (ISP), as shown in the example network in Figure 7.1. Usually this</a:t>
            </a:r>
          </a:p>
          <a:p>
            <a:r>
              <a:rPr lang="en-US" sz="1200" kern="1200" baseline="0" dirty="0">
                <a:solidFill>
                  <a:schemeClr val="tx1"/>
                </a:solidFill>
                <a:latin typeface="Arial" pitchFamily="-110" charset="0"/>
                <a:ea typeface="ＭＳ Ｐゴシック" pitchFamily="-110" charset="-128"/>
                <a:cs typeface="ＭＳ Ｐゴシック" pitchFamily="-110" charset="-128"/>
              </a:rPr>
              <a:t>connection will have a lower capacity than the links within and between ISP routers.</a:t>
            </a:r>
          </a:p>
          <a:p>
            <a:r>
              <a:rPr lang="en-US" sz="1200" kern="1200" baseline="0" dirty="0">
                <a:solidFill>
                  <a:schemeClr val="tx1"/>
                </a:solidFill>
                <a:latin typeface="Arial" pitchFamily="-110" charset="0"/>
                <a:ea typeface="ＭＳ Ｐゴシック" pitchFamily="-110" charset="-128"/>
                <a:cs typeface="ＭＳ Ｐゴシック" pitchFamily="-110" charset="-128"/>
              </a:rPr>
              <a:t>This means it is possible for more traffic to arrive at the ISP’s routers over these</a:t>
            </a:r>
          </a:p>
          <a:p>
            <a:r>
              <a:rPr lang="en-US" sz="1200" kern="1200" baseline="0" dirty="0">
                <a:solidFill>
                  <a:schemeClr val="tx1"/>
                </a:solidFill>
                <a:latin typeface="Arial" pitchFamily="-110" charset="0"/>
                <a:ea typeface="ＭＳ Ｐゴシック" pitchFamily="-110" charset="-128"/>
                <a:cs typeface="ＭＳ Ｐゴシック" pitchFamily="-110" charset="-128"/>
              </a:rPr>
              <a:t>higher-capacity links than can be carried over the link to the organization. In this</a:t>
            </a:r>
          </a:p>
          <a:p>
            <a:r>
              <a:rPr lang="en-US" sz="1200" kern="1200" baseline="0" dirty="0">
                <a:solidFill>
                  <a:schemeClr val="tx1"/>
                </a:solidFill>
                <a:latin typeface="Arial" pitchFamily="-110" charset="0"/>
                <a:ea typeface="ＭＳ Ｐゴシック" pitchFamily="-110" charset="-128"/>
                <a:cs typeface="ＭＳ Ｐゴシック" pitchFamily="-110" charset="-128"/>
              </a:rPr>
              <a:t>circumstance, the router must discard some packets, delivering only as many as can</a:t>
            </a:r>
          </a:p>
          <a:p>
            <a:r>
              <a:rPr lang="en-US" sz="1200" kern="1200" baseline="0" dirty="0">
                <a:solidFill>
                  <a:schemeClr val="tx1"/>
                </a:solidFill>
                <a:latin typeface="Arial" pitchFamily="-110" charset="0"/>
                <a:ea typeface="ＭＳ Ｐゴシック" pitchFamily="-110" charset="-128"/>
                <a:cs typeface="ＭＳ Ｐゴシック" pitchFamily="-110" charset="-128"/>
              </a:rPr>
              <a:t>be handled by the link. In normal network operation such high loads might occur</a:t>
            </a:r>
          </a:p>
          <a:p>
            <a:r>
              <a:rPr lang="en-US" sz="1200" kern="1200" baseline="0" dirty="0">
                <a:solidFill>
                  <a:schemeClr val="tx1"/>
                </a:solidFill>
                <a:latin typeface="Arial" pitchFamily="-110" charset="0"/>
                <a:ea typeface="ＭＳ Ｐゴシック" pitchFamily="-110" charset="-128"/>
                <a:cs typeface="ＭＳ Ｐゴシック" pitchFamily="-110" charset="-128"/>
              </a:rPr>
              <a:t>to a popular server experiencing traffic from a large number of legitimate users. A</a:t>
            </a:r>
          </a:p>
          <a:p>
            <a:r>
              <a:rPr lang="en-US" sz="1200" kern="1200" baseline="0" dirty="0">
                <a:solidFill>
                  <a:schemeClr val="tx1"/>
                </a:solidFill>
                <a:latin typeface="Arial" pitchFamily="-110" charset="0"/>
                <a:ea typeface="ＭＳ Ｐゴシック" pitchFamily="-110" charset="-128"/>
                <a:cs typeface="ＭＳ Ｐゴシック" pitchFamily="-110" charset="-128"/>
              </a:rPr>
              <a:t>random portion of these users will experience a degraded or nonexistent service as</a:t>
            </a:r>
          </a:p>
          <a:p>
            <a:r>
              <a:rPr lang="en-US" sz="1200" kern="1200" baseline="0" dirty="0">
                <a:solidFill>
                  <a:schemeClr val="tx1"/>
                </a:solidFill>
                <a:latin typeface="Arial" pitchFamily="-110" charset="0"/>
                <a:ea typeface="ＭＳ Ｐゴシック" pitchFamily="-110" charset="-128"/>
                <a:cs typeface="ＭＳ Ｐゴシック" pitchFamily="-110" charset="-128"/>
              </a:rPr>
              <a:t>a consequence. This is expected behavior for an overloaded TCP/IP network link.</a:t>
            </a:r>
          </a:p>
          <a:p>
            <a:r>
              <a:rPr lang="en-US" sz="1200" kern="1200" baseline="0" dirty="0">
                <a:solidFill>
                  <a:schemeClr val="tx1"/>
                </a:solidFill>
                <a:latin typeface="Arial" pitchFamily="-110" charset="0"/>
                <a:ea typeface="ＭＳ Ｐゴシック" pitchFamily="-110" charset="-128"/>
                <a:cs typeface="ＭＳ Ｐゴシック" pitchFamily="-110" charset="-128"/>
              </a:rPr>
              <a:t>In a DoS attack, the vast majority of traffic directed at the target server is malicious,</a:t>
            </a:r>
          </a:p>
          <a:p>
            <a:r>
              <a:rPr lang="en-US" sz="1200" kern="1200" baseline="0" dirty="0">
                <a:solidFill>
                  <a:schemeClr val="tx1"/>
                </a:solidFill>
                <a:latin typeface="Arial" pitchFamily="-110" charset="0"/>
                <a:ea typeface="ＭＳ Ｐゴシック" pitchFamily="-110" charset="-128"/>
                <a:cs typeface="ＭＳ Ｐゴシック" pitchFamily="-110" charset="-128"/>
              </a:rPr>
              <a:t>generated either directly or indirectly by the attacker. This traffic overwhelms</a:t>
            </a:r>
          </a:p>
          <a:p>
            <a:r>
              <a:rPr lang="en-US" sz="1200" kern="1200" baseline="0" dirty="0">
                <a:solidFill>
                  <a:schemeClr val="tx1"/>
                </a:solidFill>
                <a:latin typeface="Arial" pitchFamily="-110" charset="0"/>
                <a:ea typeface="ＭＳ Ｐゴシック" pitchFamily="-110" charset="-128"/>
                <a:cs typeface="ＭＳ Ｐゴシック" pitchFamily="-110" charset="-128"/>
              </a:rPr>
              <a:t>any legitimate traffic, effectively denying legitimate users access to the server. Some</a:t>
            </a:r>
          </a:p>
          <a:p>
            <a:r>
              <a:rPr lang="en-US" sz="1200" kern="1200" baseline="0" dirty="0">
                <a:solidFill>
                  <a:schemeClr val="tx1"/>
                </a:solidFill>
                <a:latin typeface="Arial" pitchFamily="-110" charset="0"/>
                <a:ea typeface="ＭＳ Ｐゴシック" pitchFamily="-110" charset="-128"/>
                <a:cs typeface="ＭＳ Ｐゴシック" pitchFamily="-110" charset="-128"/>
              </a:rPr>
              <a:t>recent high volume attacks have even been directed at the ISP network supporting</a:t>
            </a:r>
          </a:p>
          <a:p>
            <a:r>
              <a:rPr lang="en-US" sz="1200" kern="1200" baseline="0" dirty="0">
                <a:solidFill>
                  <a:schemeClr val="tx1"/>
                </a:solidFill>
                <a:latin typeface="Arial" pitchFamily="-110" charset="0"/>
                <a:ea typeface="ＭＳ Ｐゴシック" pitchFamily="-110" charset="-128"/>
                <a:cs typeface="ＭＳ Ｐゴシック" pitchFamily="-110" charset="-128"/>
              </a:rPr>
              <a:t>the target organization, aiming to disrupt its connections to other networks. A number</a:t>
            </a:r>
          </a:p>
          <a:p>
            <a:r>
              <a:rPr lang="en-US" sz="1200" kern="1200" baseline="0" dirty="0">
                <a:solidFill>
                  <a:schemeClr val="tx1"/>
                </a:solidFill>
                <a:latin typeface="Arial" pitchFamily="-110" charset="0"/>
                <a:ea typeface="ＭＳ Ｐゴシック" pitchFamily="-110" charset="-128"/>
                <a:cs typeface="ＭＳ Ｐゴシック" pitchFamily="-110" charset="-128"/>
              </a:rPr>
              <a:t>of recent DDoS attacks are listed in [AROR11], with comments on their growth</a:t>
            </a:r>
          </a:p>
          <a:p>
            <a:r>
              <a:rPr lang="en-US" sz="1200" kern="1200" baseline="0" dirty="0">
                <a:solidFill>
                  <a:schemeClr val="tx1"/>
                </a:solidFill>
                <a:latin typeface="Arial" pitchFamily="-110" charset="0"/>
                <a:ea typeface="ＭＳ Ｐゴシック" pitchFamily="-110" charset="-128"/>
                <a:cs typeface="ＭＳ Ｐゴシック" pitchFamily="-110" charset="-128"/>
              </a:rPr>
              <a:t>in volume and impact.</a:t>
            </a:r>
          </a:p>
          <a:p>
            <a:endParaRPr lang="en-US" sz="1200"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baseline="0" dirty="0">
                <a:solidFill>
                  <a:schemeClr val="tx1"/>
                </a:solidFill>
                <a:latin typeface="Arial" pitchFamily="-110" charset="0"/>
                <a:ea typeface="ＭＳ Ｐゴシック" pitchFamily="-110" charset="-128"/>
                <a:cs typeface="ＭＳ Ｐゴシック" pitchFamily="-110" charset="-128"/>
              </a:rPr>
              <a:t>A DoS attack targeting system resources typically aims to overload or crash its</a:t>
            </a:r>
          </a:p>
          <a:p>
            <a:r>
              <a:rPr lang="en-US" sz="1200" kern="1200" baseline="0" dirty="0">
                <a:solidFill>
                  <a:schemeClr val="tx1"/>
                </a:solidFill>
                <a:latin typeface="Arial" pitchFamily="-110" charset="0"/>
                <a:ea typeface="ＭＳ Ｐゴシック" pitchFamily="-110" charset="-128"/>
                <a:cs typeface="ＭＳ Ｐゴシック" pitchFamily="-110" charset="-128"/>
              </a:rPr>
              <a:t>network handling software. Rather than consuming bandwidth with large volumes</a:t>
            </a:r>
          </a:p>
          <a:p>
            <a:r>
              <a:rPr lang="en-US" sz="1200" kern="1200" baseline="0" dirty="0">
                <a:solidFill>
                  <a:schemeClr val="tx1"/>
                </a:solidFill>
                <a:latin typeface="Arial" pitchFamily="-110" charset="0"/>
                <a:ea typeface="ＭＳ Ｐゴシック" pitchFamily="-110" charset="-128"/>
                <a:cs typeface="ＭＳ Ｐゴシック" pitchFamily="-110" charset="-128"/>
              </a:rPr>
              <a:t>of traffic, specific types of packets are sent that consume the limited resources available</a:t>
            </a:r>
          </a:p>
          <a:p>
            <a:r>
              <a:rPr lang="en-US" sz="1200" kern="1200" baseline="0" dirty="0">
                <a:solidFill>
                  <a:schemeClr val="tx1"/>
                </a:solidFill>
                <a:latin typeface="Arial" pitchFamily="-110" charset="0"/>
                <a:ea typeface="ＭＳ Ｐゴシック" pitchFamily="-110" charset="-128"/>
                <a:cs typeface="ＭＳ Ｐゴシック" pitchFamily="-110" charset="-128"/>
              </a:rPr>
              <a:t>on the system. These include temporary buffers used to hold arriving packets,</a:t>
            </a:r>
          </a:p>
          <a:p>
            <a:r>
              <a:rPr lang="en-US" sz="1200" kern="1200" baseline="0" dirty="0">
                <a:solidFill>
                  <a:schemeClr val="tx1"/>
                </a:solidFill>
                <a:latin typeface="Arial" pitchFamily="-110" charset="0"/>
                <a:ea typeface="ＭＳ Ｐゴシック" pitchFamily="-110" charset="-128"/>
                <a:cs typeface="ＭＳ Ｐゴシック" pitchFamily="-110" charset="-128"/>
              </a:rPr>
              <a:t>tables of open connections, and similar memory data structures. The </a:t>
            </a:r>
            <a:r>
              <a:rPr lang="en-US" sz="1200" b="1" kern="1200" baseline="0" dirty="0">
                <a:solidFill>
                  <a:schemeClr val="tx1"/>
                </a:solidFill>
                <a:latin typeface="Arial" pitchFamily="-110" charset="0"/>
                <a:ea typeface="ＭＳ Ｐゴシック" pitchFamily="-110" charset="-128"/>
                <a:cs typeface="ＭＳ Ｐゴシック" pitchFamily="-110" charset="-128"/>
              </a:rPr>
              <a:t>SYN spoofing</a:t>
            </a:r>
          </a:p>
          <a:p>
            <a:r>
              <a:rPr lang="en-US" sz="1200" kern="1200" baseline="0" dirty="0">
                <a:solidFill>
                  <a:schemeClr val="tx1"/>
                </a:solidFill>
                <a:latin typeface="Arial" pitchFamily="-110" charset="0"/>
                <a:ea typeface="ＭＳ Ｐゴシック" pitchFamily="-110" charset="-128"/>
                <a:cs typeface="ＭＳ Ｐゴシック" pitchFamily="-110" charset="-128"/>
              </a:rPr>
              <a:t> attack, which we discuss next, is of this type. It targets the table of TCP connections</a:t>
            </a:r>
          </a:p>
          <a:p>
            <a:r>
              <a:rPr lang="en-US" sz="1200" kern="1200" baseline="0" dirty="0">
                <a:solidFill>
                  <a:schemeClr val="tx1"/>
                </a:solidFill>
                <a:latin typeface="Arial" pitchFamily="-110" charset="0"/>
                <a:ea typeface="ＭＳ Ｐゴシック" pitchFamily="-110" charset="-128"/>
                <a:cs typeface="ＭＳ Ｐゴシック" pitchFamily="-110" charset="-128"/>
              </a:rPr>
              <a:t>on the server.</a:t>
            </a:r>
          </a:p>
          <a:p>
            <a:endParaRPr lang="en-US" sz="1200"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baseline="0" dirty="0">
                <a:solidFill>
                  <a:schemeClr val="tx1"/>
                </a:solidFill>
                <a:latin typeface="Arial" pitchFamily="-110" charset="0"/>
                <a:ea typeface="ＭＳ Ｐゴシック" pitchFamily="-110" charset="-128"/>
                <a:cs typeface="ＭＳ Ｐゴシック" pitchFamily="-110" charset="-128"/>
              </a:rPr>
              <a:t>Another form of system resource attack uses packets whose structure triggers</a:t>
            </a:r>
          </a:p>
          <a:p>
            <a:r>
              <a:rPr lang="en-US" sz="1200" kern="1200" baseline="0" dirty="0">
                <a:solidFill>
                  <a:schemeClr val="tx1"/>
                </a:solidFill>
                <a:latin typeface="Arial" pitchFamily="-110" charset="0"/>
                <a:ea typeface="ＭＳ Ｐゴシック" pitchFamily="-110" charset="-128"/>
                <a:cs typeface="ＭＳ Ｐゴシック" pitchFamily="-110" charset="-128"/>
              </a:rPr>
              <a:t>a bug in the system’s network handling software, causing it to crash. This means the</a:t>
            </a:r>
          </a:p>
          <a:p>
            <a:r>
              <a:rPr lang="en-US" sz="1200" kern="1200" baseline="0" dirty="0">
                <a:solidFill>
                  <a:schemeClr val="tx1"/>
                </a:solidFill>
                <a:latin typeface="Arial" pitchFamily="-110" charset="0"/>
                <a:ea typeface="ＭＳ Ｐゴシック" pitchFamily="-110" charset="-128"/>
                <a:cs typeface="ＭＳ Ｐゴシック" pitchFamily="-110" charset="-128"/>
              </a:rPr>
              <a:t>system can no longer communicate over the network until this software is reloaded,</a:t>
            </a:r>
          </a:p>
          <a:p>
            <a:r>
              <a:rPr lang="en-US" sz="1200" kern="1200" baseline="0" dirty="0">
                <a:solidFill>
                  <a:schemeClr val="tx1"/>
                </a:solidFill>
                <a:latin typeface="Arial" pitchFamily="-110" charset="0"/>
                <a:ea typeface="ＭＳ Ｐゴシック" pitchFamily="-110" charset="-128"/>
                <a:cs typeface="ＭＳ Ｐゴシック" pitchFamily="-110" charset="-128"/>
              </a:rPr>
              <a:t>generally by rebooting the target system. This is known as a </a:t>
            </a:r>
            <a:r>
              <a:rPr lang="en-US" sz="1200" b="1" kern="1200" baseline="0" dirty="0">
                <a:solidFill>
                  <a:schemeClr val="tx1"/>
                </a:solidFill>
                <a:latin typeface="Arial" pitchFamily="-110" charset="0"/>
                <a:ea typeface="ＭＳ Ｐゴシック" pitchFamily="-110" charset="-128"/>
                <a:cs typeface="ＭＳ Ｐゴシック" pitchFamily="-110" charset="-128"/>
              </a:rPr>
              <a:t>poison packet </a:t>
            </a:r>
            <a:r>
              <a:rPr lang="en-US" sz="1200" kern="1200" baseline="0" dirty="0">
                <a:solidFill>
                  <a:schemeClr val="tx1"/>
                </a:solidFill>
                <a:latin typeface="Arial" pitchFamily="-110" charset="0"/>
                <a:ea typeface="ＭＳ Ｐゴシック" pitchFamily="-110" charset="-128"/>
                <a:cs typeface="ＭＳ Ｐゴシック" pitchFamily="-110" charset="-128"/>
              </a:rPr>
              <a:t>. The</a:t>
            </a:r>
          </a:p>
          <a:p>
            <a:r>
              <a:rPr lang="en-US" sz="1200" kern="1200" baseline="0" dirty="0">
                <a:solidFill>
                  <a:schemeClr val="tx1"/>
                </a:solidFill>
                <a:latin typeface="Arial" pitchFamily="-110" charset="0"/>
                <a:ea typeface="ＭＳ Ｐゴシック" pitchFamily="-110" charset="-128"/>
                <a:cs typeface="ＭＳ Ｐゴシック" pitchFamily="-110" charset="-128"/>
              </a:rPr>
              <a:t>classic </a:t>
            </a:r>
            <a:r>
              <a:rPr lang="en-US" sz="1200" i="1" kern="1200" baseline="0" dirty="0">
                <a:solidFill>
                  <a:schemeClr val="tx1"/>
                </a:solidFill>
                <a:latin typeface="Arial" pitchFamily="-110" charset="0"/>
                <a:ea typeface="ＭＳ Ｐゴシック" pitchFamily="-110" charset="-128"/>
                <a:cs typeface="ＭＳ Ｐゴシック" pitchFamily="-110" charset="-128"/>
              </a:rPr>
              <a:t>ping of death</a:t>
            </a:r>
            <a:r>
              <a:rPr lang="en-US" sz="1200" kern="1200" baseline="0" dirty="0">
                <a:solidFill>
                  <a:schemeClr val="tx1"/>
                </a:solidFill>
                <a:latin typeface="Arial" pitchFamily="-110" charset="0"/>
                <a:ea typeface="ＭＳ Ｐゴシック" pitchFamily="-110" charset="-128"/>
                <a:cs typeface="ＭＳ Ｐゴシック" pitchFamily="-110" charset="-128"/>
              </a:rPr>
              <a:t> and </a:t>
            </a:r>
            <a:r>
              <a:rPr lang="en-US" sz="1200" i="1" kern="1200" baseline="0" dirty="0">
                <a:solidFill>
                  <a:schemeClr val="tx1"/>
                </a:solidFill>
                <a:latin typeface="Arial" pitchFamily="-110" charset="0"/>
                <a:ea typeface="ＭＳ Ｐゴシック" pitchFamily="-110" charset="-128"/>
                <a:cs typeface="ＭＳ Ｐゴシック" pitchFamily="-110" charset="-128"/>
              </a:rPr>
              <a:t>teardrop</a:t>
            </a:r>
            <a:r>
              <a:rPr lang="en-US" sz="1200" kern="1200" baseline="0" dirty="0">
                <a:solidFill>
                  <a:schemeClr val="tx1"/>
                </a:solidFill>
                <a:latin typeface="Arial" pitchFamily="-110" charset="0"/>
                <a:ea typeface="ＭＳ Ｐゴシック" pitchFamily="-110" charset="-128"/>
                <a:cs typeface="ＭＳ Ｐゴシック" pitchFamily="-110" charset="-128"/>
              </a:rPr>
              <a:t>  attacks, directed at older Windows 9x systems,</a:t>
            </a:r>
          </a:p>
          <a:p>
            <a:r>
              <a:rPr lang="en-US" sz="1200" kern="1200" baseline="0" dirty="0">
                <a:solidFill>
                  <a:schemeClr val="tx1"/>
                </a:solidFill>
                <a:latin typeface="Arial" pitchFamily="-110" charset="0"/>
                <a:ea typeface="ＭＳ Ｐゴシック" pitchFamily="-110" charset="-128"/>
                <a:cs typeface="ＭＳ Ｐゴシック" pitchFamily="-110" charset="-128"/>
              </a:rPr>
              <a:t>were of this form. These targeted bugs in the Windows network code that handled</a:t>
            </a:r>
          </a:p>
          <a:p>
            <a:r>
              <a:rPr lang="en-US" sz="1200" kern="1200" baseline="0" dirty="0">
                <a:solidFill>
                  <a:schemeClr val="tx1"/>
                </a:solidFill>
                <a:latin typeface="Arial" pitchFamily="-110" charset="0"/>
                <a:ea typeface="ＭＳ Ｐゴシック" pitchFamily="-110" charset="-128"/>
                <a:cs typeface="ＭＳ Ｐゴシック" pitchFamily="-110" charset="-128"/>
              </a:rPr>
              <a:t>ICMP (Internet Control Message Protocol) echo request packets and packet fragmentation,</a:t>
            </a:r>
          </a:p>
          <a:p>
            <a:r>
              <a:rPr lang="en-US" sz="1200" kern="1200" baseline="0" dirty="0">
                <a:solidFill>
                  <a:schemeClr val="tx1"/>
                </a:solidFill>
                <a:latin typeface="Arial" pitchFamily="-110" charset="0"/>
                <a:ea typeface="ＭＳ Ｐゴシック" pitchFamily="-110" charset="-128"/>
                <a:cs typeface="ＭＳ Ｐゴシック" pitchFamily="-110" charset="-128"/>
              </a:rPr>
              <a:t>respectively.</a:t>
            </a:r>
          </a:p>
          <a:p>
            <a:endParaRPr lang="en-US" sz="1200"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baseline="0" dirty="0">
                <a:solidFill>
                  <a:schemeClr val="tx1"/>
                </a:solidFill>
                <a:latin typeface="Arial" pitchFamily="-110" charset="0"/>
                <a:ea typeface="ＭＳ Ｐゴシック" pitchFamily="-110" charset="-128"/>
                <a:cs typeface="ＭＳ Ｐゴシック" pitchFamily="-110" charset="-128"/>
              </a:rPr>
              <a:t>An attack on a specific application, such as a Web server, typically involves a</a:t>
            </a:r>
          </a:p>
          <a:p>
            <a:r>
              <a:rPr lang="en-US" sz="1200" kern="1200" baseline="0" dirty="0">
                <a:solidFill>
                  <a:schemeClr val="tx1"/>
                </a:solidFill>
                <a:latin typeface="Arial" pitchFamily="-110" charset="0"/>
                <a:ea typeface="ＭＳ Ｐゴシック" pitchFamily="-110" charset="-128"/>
                <a:cs typeface="ＭＳ Ｐゴシック" pitchFamily="-110" charset="-128"/>
              </a:rPr>
              <a:t>number of valid requests, each of which consumes significant resources. This then</a:t>
            </a:r>
          </a:p>
          <a:p>
            <a:r>
              <a:rPr lang="en-US" sz="1200" kern="1200" baseline="0" dirty="0">
                <a:solidFill>
                  <a:schemeClr val="tx1"/>
                </a:solidFill>
                <a:latin typeface="Arial" pitchFamily="-110" charset="0"/>
                <a:ea typeface="ＭＳ Ｐゴシック" pitchFamily="-110" charset="-128"/>
                <a:cs typeface="ＭＳ Ｐゴシック" pitchFamily="-110" charset="-128"/>
              </a:rPr>
              <a:t>limits the ability of the server to respond to requests from other users. For example,</a:t>
            </a:r>
          </a:p>
          <a:p>
            <a:r>
              <a:rPr lang="en-US" sz="1200" kern="1200" baseline="0" dirty="0">
                <a:solidFill>
                  <a:schemeClr val="tx1"/>
                </a:solidFill>
                <a:latin typeface="Arial" pitchFamily="-110" charset="0"/>
                <a:ea typeface="ＭＳ Ｐゴシック" pitchFamily="-110" charset="-128"/>
                <a:cs typeface="ＭＳ Ｐゴシック" pitchFamily="-110" charset="-128"/>
              </a:rPr>
              <a:t>a Web server might include the ability to make database queries. If a large,</a:t>
            </a:r>
          </a:p>
          <a:p>
            <a:r>
              <a:rPr lang="en-US" sz="1200" kern="1200" baseline="0" dirty="0">
                <a:solidFill>
                  <a:schemeClr val="tx1"/>
                </a:solidFill>
                <a:latin typeface="Arial" pitchFamily="-110" charset="0"/>
                <a:ea typeface="ＭＳ Ｐゴシック" pitchFamily="-110" charset="-128"/>
                <a:cs typeface="ＭＳ Ｐゴシック" pitchFamily="-110" charset="-128"/>
              </a:rPr>
              <a:t>costly query can be constructed, then an attacker could generate a large number of</a:t>
            </a:r>
          </a:p>
          <a:p>
            <a:r>
              <a:rPr lang="en-US" sz="1200" kern="1200" baseline="0" dirty="0">
                <a:solidFill>
                  <a:schemeClr val="tx1"/>
                </a:solidFill>
                <a:latin typeface="Arial" pitchFamily="-110" charset="0"/>
                <a:ea typeface="ＭＳ Ｐゴシック" pitchFamily="-110" charset="-128"/>
                <a:cs typeface="ＭＳ Ｐゴシック" pitchFamily="-110" charset="-128"/>
              </a:rPr>
              <a:t>these that severely load the server. This limits its ability to respond to valid requests</a:t>
            </a:r>
          </a:p>
          <a:p>
            <a:r>
              <a:rPr lang="en-US" sz="1200" kern="1200" baseline="0" dirty="0">
                <a:solidFill>
                  <a:schemeClr val="tx1"/>
                </a:solidFill>
                <a:latin typeface="Arial" pitchFamily="-110" charset="0"/>
                <a:ea typeface="ＭＳ Ｐゴシック" pitchFamily="-110" charset="-128"/>
                <a:cs typeface="ＭＳ Ｐゴシック" pitchFamily="-110" charset="-128"/>
              </a:rPr>
              <a:t>from other users. This type of attack is known as a </a:t>
            </a:r>
            <a:r>
              <a:rPr lang="en-US" sz="1200" i="1" kern="1200" baseline="0" dirty="0" err="1">
                <a:solidFill>
                  <a:schemeClr val="tx1"/>
                </a:solidFill>
                <a:latin typeface="Arial" pitchFamily="-110" charset="0"/>
                <a:ea typeface="ＭＳ Ｐゴシック" pitchFamily="-110" charset="-128"/>
                <a:cs typeface="ＭＳ Ｐゴシック" pitchFamily="-110" charset="-128"/>
              </a:rPr>
              <a:t>cyberslam</a:t>
            </a:r>
            <a:r>
              <a:rPr lang="en-US" sz="1200" kern="1200" baseline="0" dirty="0">
                <a:solidFill>
                  <a:schemeClr val="tx1"/>
                </a:solidFill>
                <a:latin typeface="Arial" pitchFamily="-110" charset="0"/>
                <a:ea typeface="ＭＳ Ｐゴシック" pitchFamily="-110" charset="-128"/>
                <a:cs typeface="ＭＳ Ｐゴシック" pitchFamily="-110" charset="-128"/>
              </a:rPr>
              <a:t> . [KAND05] discusses</a:t>
            </a:r>
          </a:p>
          <a:p>
            <a:r>
              <a:rPr lang="en-US" sz="1200" kern="1200" baseline="0" dirty="0">
                <a:solidFill>
                  <a:schemeClr val="tx1"/>
                </a:solidFill>
                <a:latin typeface="Arial" pitchFamily="-110" charset="0"/>
                <a:ea typeface="ＭＳ Ｐゴシック" pitchFamily="-110" charset="-128"/>
                <a:cs typeface="ＭＳ Ｐゴシック" pitchFamily="-110" charset="-128"/>
              </a:rPr>
              <a:t>attacks of this kind, and suggests some possible countermeasures. Another</a:t>
            </a:r>
          </a:p>
          <a:p>
            <a:r>
              <a:rPr lang="en-US" sz="1200" kern="1200" baseline="0" dirty="0">
                <a:solidFill>
                  <a:schemeClr val="tx1"/>
                </a:solidFill>
                <a:latin typeface="Arial" pitchFamily="-110" charset="0"/>
                <a:ea typeface="ＭＳ Ｐゴシック" pitchFamily="-110" charset="-128"/>
                <a:cs typeface="ＭＳ Ｐゴシック" pitchFamily="-110" charset="-128"/>
              </a:rPr>
              <a:t>alternative is to construct a request that triggers a bug in the server program, causing</a:t>
            </a:r>
          </a:p>
          <a:p>
            <a:r>
              <a:rPr lang="en-US" sz="1200" kern="1200" baseline="0" dirty="0">
                <a:solidFill>
                  <a:schemeClr val="tx1"/>
                </a:solidFill>
                <a:latin typeface="Arial" pitchFamily="-110" charset="0"/>
                <a:ea typeface="ＭＳ Ｐゴシック" pitchFamily="-110" charset="-128"/>
                <a:cs typeface="ＭＳ Ｐゴシック" pitchFamily="-110" charset="-128"/>
              </a:rPr>
              <a:t>it to crash. This means the server is no longer able to respond to requests until</a:t>
            </a:r>
          </a:p>
          <a:p>
            <a:r>
              <a:rPr lang="en-US" sz="1200" kern="1200" baseline="0" dirty="0">
                <a:solidFill>
                  <a:schemeClr val="tx1"/>
                </a:solidFill>
                <a:latin typeface="Arial" pitchFamily="-110" charset="0"/>
                <a:ea typeface="ＭＳ Ｐゴシック" pitchFamily="-110" charset="-128"/>
                <a:cs typeface="ＭＳ Ｐゴシック" pitchFamily="-110" charset="-128"/>
              </a:rPr>
              <a:t>it is restarted.</a:t>
            </a:r>
          </a:p>
          <a:p>
            <a:endParaRPr lang="en-US" sz="1200" kern="1200" baseline="0" dirty="0">
              <a:solidFill>
                <a:schemeClr val="tx1"/>
              </a:solidFill>
              <a:latin typeface="Arial" pitchFamily="-110" charset="0"/>
              <a:ea typeface="ＭＳ Ｐゴシック" pitchFamily="-110" charset="-128"/>
              <a:cs typeface="ＭＳ Ｐゴシック" pitchFamily="-110" charset="-128"/>
            </a:endParaRPr>
          </a:p>
          <a:p>
            <a:r>
              <a:rPr lang="en-US" sz="1200" kern="1200" baseline="0" dirty="0">
                <a:solidFill>
                  <a:schemeClr val="tx1"/>
                </a:solidFill>
                <a:latin typeface="Arial" pitchFamily="-110" charset="0"/>
                <a:ea typeface="ＭＳ Ｐゴシック" pitchFamily="-110" charset="-128"/>
                <a:cs typeface="ＭＳ Ｐゴシック" pitchFamily="-110" charset="-128"/>
              </a:rPr>
              <a:t>DoS attacks may also be characterized by how many systems are used to direct</a:t>
            </a:r>
          </a:p>
          <a:p>
            <a:r>
              <a:rPr lang="en-US" sz="1200" kern="1200" baseline="0" dirty="0">
                <a:solidFill>
                  <a:schemeClr val="tx1"/>
                </a:solidFill>
                <a:latin typeface="Arial" pitchFamily="-110" charset="0"/>
                <a:ea typeface="ＭＳ Ｐゴシック" pitchFamily="-110" charset="-128"/>
                <a:cs typeface="ＭＳ Ｐゴシック" pitchFamily="-110" charset="-128"/>
              </a:rPr>
              <a:t>traffic at the target system. Originally only one, or a small number of source systems</a:t>
            </a:r>
          </a:p>
          <a:p>
            <a:r>
              <a:rPr lang="en-US" sz="1200" kern="1200" baseline="0" dirty="0">
                <a:solidFill>
                  <a:schemeClr val="tx1"/>
                </a:solidFill>
                <a:latin typeface="Arial" pitchFamily="-110" charset="0"/>
                <a:ea typeface="ＭＳ Ｐゴシック" pitchFamily="-110" charset="-128"/>
                <a:cs typeface="ＭＳ Ｐゴシック" pitchFamily="-110" charset="-128"/>
              </a:rPr>
              <a:t>directly under the attacker’s control, was used. This is all that is required to send the</a:t>
            </a:r>
          </a:p>
          <a:p>
            <a:r>
              <a:rPr lang="en-US" sz="1200" kern="1200" baseline="0" dirty="0">
                <a:solidFill>
                  <a:schemeClr val="tx1"/>
                </a:solidFill>
                <a:latin typeface="Arial" pitchFamily="-110" charset="0"/>
                <a:ea typeface="ＭＳ Ｐゴシック" pitchFamily="-110" charset="-128"/>
                <a:cs typeface="ＭＳ Ｐゴシック" pitchFamily="-110" charset="-128"/>
              </a:rPr>
              <a:t>packets needed for any attack targeting a bug in a server’s network handling code or</a:t>
            </a:r>
          </a:p>
          <a:p>
            <a:r>
              <a:rPr lang="en-US" sz="1200" kern="1200" baseline="0" dirty="0">
                <a:solidFill>
                  <a:schemeClr val="tx1"/>
                </a:solidFill>
                <a:latin typeface="Arial" pitchFamily="-110" charset="0"/>
                <a:ea typeface="ＭＳ Ｐゴシック" pitchFamily="-110" charset="-128"/>
                <a:cs typeface="ＭＳ Ｐゴシック" pitchFamily="-110" charset="-128"/>
              </a:rPr>
              <a:t> some application. Attacks requiring high traffic volumes are more commonly sent</a:t>
            </a:r>
          </a:p>
          <a:p>
            <a:r>
              <a:rPr lang="en-US" sz="1200" kern="1200" baseline="0" dirty="0">
                <a:solidFill>
                  <a:schemeClr val="tx1"/>
                </a:solidFill>
                <a:latin typeface="Arial" pitchFamily="-110" charset="0"/>
                <a:ea typeface="ＭＳ Ｐゴシック" pitchFamily="-110" charset="-128"/>
                <a:cs typeface="ＭＳ Ｐゴシック" pitchFamily="-110" charset="-128"/>
              </a:rPr>
              <a:t>from multiple systems at the same time, using distributed or amplified forms of DoS</a:t>
            </a:r>
          </a:p>
          <a:p>
            <a:r>
              <a:rPr lang="en-US" sz="1200" kern="1200" baseline="0" dirty="0">
                <a:solidFill>
                  <a:schemeClr val="tx1"/>
                </a:solidFill>
                <a:latin typeface="Arial" pitchFamily="-110" charset="0"/>
                <a:ea typeface="ＭＳ Ｐゴシック" pitchFamily="-110" charset="-128"/>
                <a:cs typeface="ＭＳ Ｐゴシック" pitchFamily="-110" charset="-128"/>
              </a:rPr>
              <a:t>attacks. We discuss these later in this chapter.</a:t>
            </a:r>
            <a:endParaRPr lang="en-US" dirty="0">
              <a:latin typeface="Arial" pitchFamily="1" charset="0"/>
              <a:ea typeface="ＭＳ Ｐゴシック" pitchFamily="1" charset="-128"/>
              <a:cs typeface="ＭＳ Ｐゴシック" pitchFamily="1" charset="-128"/>
            </a:endParaRPr>
          </a:p>
          <a:p>
            <a:endParaRPr lang="en-US" dirty="0"/>
          </a:p>
        </p:txBody>
      </p:sp>
      <p:sp>
        <p:nvSpPr>
          <p:cNvPr id="4" name="Slide Number Placeholder 3"/>
          <p:cNvSpPr>
            <a:spLocks noGrp="1"/>
          </p:cNvSpPr>
          <p:nvPr>
            <p:ph type="sldNum" sz="quarter" idx="5"/>
          </p:nvPr>
        </p:nvSpPr>
        <p:spPr/>
        <p:txBody>
          <a:bodyPr/>
          <a:lstStyle/>
          <a:p>
            <a:fld id="{715C8847-C870-FC49-BAC8-7739469A7F46}" type="slidenum">
              <a:rPr lang="en-US" smtClean="0"/>
              <a:t>8</a:t>
            </a:fld>
            <a:endParaRPr lang="en-US"/>
          </a:p>
        </p:txBody>
      </p:sp>
    </p:spTree>
    <p:extLst>
      <p:ext uri="{BB962C8B-B14F-4D97-AF65-F5344CB8AC3E}">
        <p14:creationId xmlns:p14="http://schemas.microsoft.com/office/powerpoint/2010/main" val="92279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The simplest classical DoS attack is a flooding attack on an organization. The aim</a:t>
            </a:r>
          </a:p>
          <a:p>
            <a:r>
              <a:rPr lang="en-US" dirty="0">
                <a:latin typeface="Arial" pitchFamily="1" charset="0"/>
                <a:ea typeface="ＭＳ Ｐゴシック" pitchFamily="1" charset="-128"/>
                <a:cs typeface="ＭＳ Ｐゴシック" pitchFamily="1" charset="-128"/>
              </a:rPr>
              <a:t>of this attack is to overwhelm the capacity of the network connection to the target</a:t>
            </a:r>
          </a:p>
          <a:p>
            <a:r>
              <a:rPr lang="en-US" dirty="0">
                <a:latin typeface="Arial" pitchFamily="1" charset="0"/>
                <a:ea typeface="ＭＳ Ｐゴシック" pitchFamily="1" charset="-128"/>
                <a:cs typeface="ＭＳ Ｐゴシック" pitchFamily="1" charset="-128"/>
              </a:rPr>
              <a:t>organization. If the attacker has access to a system with a higher-capacity network</a:t>
            </a:r>
          </a:p>
          <a:p>
            <a:r>
              <a:rPr lang="en-US" dirty="0">
                <a:latin typeface="Arial" pitchFamily="1" charset="0"/>
                <a:ea typeface="ＭＳ Ｐゴシック" pitchFamily="1" charset="-128"/>
                <a:cs typeface="ＭＳ Ｐゴシック" pitchFamily="1" charset="-128"/>
              </a:rPr>
              <a:t>connection, then this system can likely generate a higher volume of traffic than the</a:t>
            </a:r>
          </a:p>
          <a:p>
            <a:r>
              <a:rPr lang="en-US" dirty="0">
                <a:latin typeface="Arial" pitchFamily="1" charset="0"/>
                <a:ea typeface="ＭＳ Ｐゴシック" pitchFamily="1" charset="-128"/>
                <a:cs typeface="ＭＳ Ｐゴシック" pitchFamily="1" charset="-128"/>
              </a:rPr>
              <a:t>lower-capacity target connection can handle. For example, in the network shown</a:t>
            </a:r>
          </a:p>
          <a:p>
            <a:r>
              <a:rPr lang="en-US" dirty="0">
                <a:latin typeface="Arial" pitchFamily="1" charset="0"/>
                <a:ea typeface="ＭＳ Ｐゴシック" pitchFamily="1" charset="-128"/>
                <a:cs typeface="ＭＳ Ｐゴシック" pitchFamily="1" charset="-128"/>
              </a:rPr>
              <a:t>in Figure 7.1 , the attacker might use the large company’s Web server to target the</a:t>
            </a:r>
          </a:p>
          <a:p>
            <a:r>
              <a:rPr lang="en-US" dirty="0">
                <a:latin typeface="Arial" pitchFamily="1" charset="0"/>
                <a:ea typeface="ＭＳ Ｐゴシック" pitchFamily="1" charset="-128"/>
                <a:cs typeface="ＭＳ Ｐゴシック" pitchFamily="1" charset="-128"/>
              </a:rPr>
              <a:t>medium-sized company with a lower-capacity network connection. The attack might</a:t>
            </a:r>
          </a:p>
          <a:p>
            <a:r>
              <a:rPr lang="en-US" dirty="0">
                <a:latin typeface="Arial" pitchFamily="1" charset="0"/>
                <a:ea typeface="ＭＳ Ｐゴシック" pitchFamily="1" charset="-128"/>
                <a:cs typeface="ＭＳ Ｐゴシック" pitchFamily="1" charset="-128"/>
              </a:rPr>
              <a:t>be as simple as using a flooding ping command directed at the Web server in the</a:t>
            </a:r>
          </a:p>
          <a:p>
            <a:r>
              <a:rPr lang="en-US" dirty="0">
                <a:latin typeface="Arial" pitchFamily="1" charset="0"/>
                <a:ea typeface="ＭＳ Ｐゴシック" pitchFamily="1" charset="-128"/>
                <a:cs typeface="ＭＳ Ｐゴシック" pitchFamily="1" charset="-128"/>
              </a:rPr>
              <a:t>target company. This traffic can be handled by the higher-capacity links on the path</a:t>
            </a:r>
          </a:p>
          <a:p>
            <a:r>
              <a:rPr lang="en-US" dirty="0">
                <a:latin typeface="Arial" pitchFamily="1" charset="0"/>
                <a:ea typeface="ＭＳ Ｐゴシック" pitchFamily="1" charset="-128"/>
                <a:cs typeface="ＭＳ Ｐゴシック" pitchFamily="1" charset="-128"/>
              </a:rPr>
              <a:t>between them, until the final router in the Internet cloud is reached. At this point</a:t>
            </a:r>
          </a:p>
          <a:p>
            <a:r>
              <a:rPr lang="en-US" dirty="0">
                <a:latin typeface="Arial" pitchFamily="1" charset="0"/>
                <a:ea typeface="ＭＳ Ｐゴシック" pitchFamily="1" charset="-128"/>
                <a:cs typeface="ＭＳ Ｐゴシック" pitchFamily="1" charset="-128"/>
              </a:rPr>
              <a:t>some packets must be discarded, with the remainder consuming most of the capacity</a:t>
            </a:r>
          </a:p>
          <a:p>
            <a:r>
              <a:rPr lang="en-US" dirty="0">
                <a:latin typeface="Arial" pitchFamily="1" charset="0"/>
                <a:ea typeface="ＭＳ Ｐゴシック" pitchFamily="1" charset="-128"/>
                <a:cs typeface="ＭＳ Ｐゴシック" pitchFamily="1" charset="-128"/>
              </a:rPr>
              <a:t>on the link to the medium-sized company. Other valid traffic will have little chance</a:t>
            </a:r>
          </a:p>
          <a:p>
            <a:r>
              <a:rPr lang="en-US" dirty="0">
                <a:latin typeface="Arial" pitchFamily="1" charset="0"/>
                <a:ea typeface="ＭＳ Ｐゴシック" pitchFamily="1" charset="-128"/>
                <a:cs typeface="ＭＳ Ｐゴシック" pitchFamily="1" charset="-128"/>
              </a:rPr>
              <a:t>of surviving discard as the router responds to the resulting congestion on this link.</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In this classic ping flood attack, the source of the attack is clearly identified</a:t>
            </a:r>
          </a:p>
          <a:p>
            <a:r>
              <a:rPr lang="en-US" dirty="0">
                <a:latin typeface="Arial" pitchFamily="1" charset="0"/>
                <a:ea typeface="ＭＳ Ｐゴシック" pitchFamily="1" charset="-128"/>
                <a:cs typeface="ＭＳ Ｐゴシック" pitchFamily="1" charset="-128"/>
              </a:rPr>
              <a:t>since its address is used as the source address in the ICMP echo request packets. This</a:t>
            </a:r>
          </a:p>
          <a:p>
            <a:r>
              <a:rPr lang="en-US" dirty="0">
                <a:latin typeface="Arial" pitchFamily="1" charset="0"/>
                <a:ea typeface="ＭＳ Ｐゴシック" pitchFamily="1" charset="-128"/>
                <a:cs typeface="ＭＳ Ｐゴシック" pitchFamily="1" charset="-128"/>
              </a:rPr>
              <a:t>has two disadvantages from the attacker’s perspective. First, the source of the attack</a:t>
            </a:r>
          </a:p>
          <a:p>
            <a:r>
              <a:rPr lang="en-US" dirty="0">
                <a:latin typeface="Arial" pitchFamily="1" charset="0"/>
                <a:ea typeface="ＭＳ Ｐゴシック" pitchFamily="1" charset="-128"/>
                <a:cs typeface="ＭＳ Ｐゴシック" pitchFamily="1" charset="-128"/>
              </a:rPr>
              <a:t>is explicitly identified, increasing the chance that the attacker can be identified and</a:t>
            </a:r>
          </a:p>
          <a:p>
            <a:r>
              <a:rPr lang="en-US" dirty="0">
                <a:latin typeface="Arial" pitchFamily="1" charset="0"/>
                <a:ea typeface="ＭＳ Ｐゴシック" pitchFamily="1" charset="-128"/>
                <a:cs typeface="ＭＳ Ｐゴシック" pitchFamily="1" charset="-128"/>
              </a:rPr>
              <a:t>legal action taken in response. Second, the targeted system will attempt to respond to</a:t>
            </a:r>
          </a:p>
          <a:p>
            <a:r>
              <a:rPr lang="en-US" dirty="0">
                <a:latin typeface="Arial" pitchFamily="1" charset="0"/>
                <a:ea typeface="ＭＳ Ｐゴシック" pitchFamily="1" charset="-128"/>
                <a:cs typeface="ＭＳ Ｐゴシック" pitchFamily="1" charset="-128"/>
              </a:rPr>
              <a:t>the packets being sent. In the case of any ICMP echo request packets received by the</a:t>
            </a:r>
          </a:p>
          <a:p>
            <a:r>
              <a:rPr lang="en-US" dirty="0">
                <a:latin typeface="Arial" pitchFamily="1" charset="0"/>
                <a:ea typeface="ＭＳ Ｐゴシック" pitchFamily="1" charset="-128"/>
                <a:cs typeface="ＭＳ Ｐゴシック" pitchFamily="1" charset="-128"/>
              </a:rPr>
              <a:t>server, it would respond to each with an ICMP echo response packet directed back</a:t>
            </a:r>
          </a:p>
          <a:p>
            <a:r>
              <a:rPr lang="en-US" dirty="0">
                <a:latin typeface="Arial" pitchFamily="1" charset="0"/>
                <a:ea typeface="ＭＳ Ｐゴシック" pitchFamily="1" charset="-128"/>
                <a:cs typeface="ＭＳ Ｐゴシック" pitchFamily="1" charset="-128"/>
              </a:rPr>
              <a:t>to the sender. This effectively reflects the attack back at the source system. Since</a:t>
            </a:r>
          </a:p>
          <a:p>
            <a:r>
              <a:rPr lang="en-US" dirty="0">
                <a:latin typeface="Arial" pitchFamily="1" charset="0"/>
                <a:ea typeface="ＭＳ Ｐゴシック" pitchFamily="1" charset="-128"/>
                <a:cs typeface="ＭＳ Ｐゴシック" pitchFamily="1" charset="-128"/>
              </a:rPr>
              <a:t>the source system has a higher network bandwidth, it is more likely to survive this</a:t>
            </a:r>
          </a:p>
          <a:p>
            <a:r>
              <a:rPr lang="en-US" dirty="0">
                <a:latin typeface="Arial" pitchFamily="1" charset="0"/>
                <a:ea typeface="ＭＳ Ｐゴシック" pitchFamily="1" charset="-128"/>
                <a:cs typeface="ＭＳ Ｐゴシック" pitchFamily="1" charset="-128"/>
              </a:rPr>
              <a:t>reflected attack. However, its network performance will be noticeably affected, again</a:t>
            </a:r>
          </a:p>
          <a:p>
            <a:r>
              <a:rPr lang="en-US" dirty="0">
                <a:latin typeface="Arial" pitchFamily="1" charset="0"/>
                <a:ea typeface="ＭＳ Ｐゴシック" pitchFamily="1" charset="-128"/>
                <a:cs typeface="ＭＳ Ｐゴシック" pitchFamily="1" charset="-128"/>
              </a:rPr>
              <a:t>increasing the chances of the attack being detected and action taken in response. For</a:t>
            </a:r>
          </a:p>
          <a:p>
            <a:r>
              <a:rPr lang="en-US" dirty="0">
                <a:latin typeface="Arial" pitchFamily="1" charset="0"/>
                <a:ea typeface="ＭＳ Ｐゴシック" pitchFamily="1" charset="-128"/>
                <a:cs typeface="ＭＳ Ｐゴシック" pitchFamily="1" charset="-128"/>
              </a:rPr>
              <a:t>both of these reasons the attacker would like to hide the identity of the source system.</a:t>
            </a:r>
          </a:p>
          <a:p>
            <a:r>
              <a:rPr lang="en-US" dirty="0">
                <a:latin typeface="Arial" pitchFamily="1" charset="0"/>
                <a:ea typeface="ＭＳ Ｐゴシック" pitchFamily="1" charset="-128"/>
                <a:cs typeface="ＭＳ Ｐゴシック" pitchFamily="1" charset="-128"/>
              </a:rPr>
              <a:t>This means that any such attack packets need to use a falsified, or spoofed, address.</a:t>
            </a:r>
            <a:endParaRPr lang="en-US" dirty="0">
              <a:latin typeface="Times" pitchFamily="1" charset="0"/>
              <a:ea typeface="ＭＳ Ｐゴシック" pitchFamily="1" charset="-128"/>
              <a:cs typeface="ＭＳ Ｐゴシック" pitchFamily="1" charset="-128"/>
            </a:endParaRPr>
          </a:p>
          <a:p>
            <a:endParaRPr lang="en-US" dirty="0"/>
          </a:p>
        </p:txBody>
      </p:sp>
      <p:sp>
        <p:nvSpPr>
          <p:cNvPr id="4" name="Slide Number Placeholder 3"/>
          <p:cNvSpPr>
            <a:spLocks noGrp="1"/>
          </p:cNvSpPr>
          <p:nvPr>
            <p:ph type="sldNum" sz="quarter" idx="5"/>
          </p:nvPr>
        </p:nvSpPr>
        <p:spPr/>
        <p:txBody>
          <a:bodyPr/>
          <a:lstStyle/>
          <a:p>
            <a:fld id="{715C8847-C870-FC49-BAC8-7739469A7F46}" type="slidenum">
              <a:rPr lang="en-US" smtClean="0"/>
              <a:t>9</a:t>
            </a:fld>
            <a:endParaRPr lang="en-US"/>
          </a:p>
        </p:txBody>
      </p:sp>
    </p:spTree>
    <p:extLst>
      <p:ext uri="{BB962C8B-B14F-4D97-AF65-F5344CB8AC3E}">
        <p14:creationId xmlns:p14="http://schemas.microsoft.com/office/powerpoint/2010/main" val="9792748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Arial" pitchFamily="1" charset="0"/>
                <a:ea typeface="ＭＳ Ｐゴシック" pitchFamily="1" charset="-128"/>
                <a:cs typeface="ＭＳ Ｐゴシック" pitchFamily="1" charset="-128"/>
              </a:rPr>
              <a:t>Flooding attacks </a:t>
            </a:r>
            <a:r>
              <a:rPr lang="en-US" dirty="0">
                <a:latin typeface="Arial" pitchFamily="1" charset="0"/>
                <a:ea typeface="ＭＳ Ｐゴシック" pitchFamily="1" charset="-128"/>
                <a:cs typeface="ＭＳ Ｐゴシック" pitchFamily="1" charset="-128"/>
              </a:rPr>
              <a:t>take a variety of forms, based on which network protocol is being</a:t>
            </a:r>
          </a:p>
          <a:p>
            <a:r>
              <a:rPr lang="en-US" dirty="0">
                <a:latin typeface="Arial" pitchFamily="1" charset="0"/>
                <a:ea typeface="ＭＳ Ｐゴシック" pitchFamily="1" charset="-128"/>
                <a:cs typeface="ＭＳ Ｐゴシック" pitchFamily="1" charset="-128"/>
              </a:rPr>
              <a:t>used to implement the attack. In all cases the intent is generally to overload the</a:t>
            </a:r>
          </a:p>
          <a:p>
            <a:r>
              <a:rPr lang="en-US" dirty="0">
                <a:latin typeface="Arial" pitchFamily="1" charset="0"/>
                <a:ea typeface="ＭＳ Ｐゴシック" pitchFamily="1" charset="-128"/>
                <a:cs typeface="ＭＳ Ｐゴシック" pitchFamily="1" charset="-128"/>
              </a:rPr>
              <a:t>network capacity on some link to a server. The attack may alternatively aim to</a:t>
            </a:r>
          </a:p>
          <a:p>
            <a:r>
              <a:rPr lang="en-US" dirty="0">
                <a:latin typeface="Arial" pitchFamily="1" charset="0"/>
                <a:ea typeface="ＭＳ Ｐゴシック" pitchFamily="1" charset="-128"/>
                <a:cs typeface="ＭＳ Ｐゴシック" pitchFamily="1" charset="-128"/>
              </a:rPr>
              <a:t>overload the server’s ability to handle and respond to this traffic. These attacks flood</a:t>
            </a:r>
          </a:p>
          <a:p>
            <a:r>
              <a:rPr lang="en-US" dirty="0">
                <a:latin typeface="Arial" pitchFamily="1" charset="0"/>
                <a:ea typeface="ＭＳ Ｐゴシック" pitchFamily="1" charset="-128"/>
                <a:cs typeface="ＭＳ Ｐゴシック" pitchFamily="1" charset="-128"/>
              </a:rPr>
              <a:t>the network link to the server with a torrent of malicious packets competing with, and</a:t>
            </a:r>
          </a:p>
          <a:p>
            <a:r>
              <a:rPr lang="en-US" dirty="0">
                <a:latin typeface="Arial" pitchFamily="1" charset="0"/>
                <a:ea typeface="ＭＳ Ｐゴシック" pitchFamily="1" charset="-128"/>
                <a:cs typeface="ＭＳ Ｐゴシック" pitchFamily="1" charset="-128"/>
              </a:rPr>
              <a:t>usually overwhelming, valid traffic flowing to the server. In response to the congestion</a:t>
            </a:r>
          </a:p>
          <a:p>
            <a:r>
              <a:rPr lang="en-US" dirty="0">
                <a:latin typeface="Arial" pitchFamily="1" charset="0"/>
                <a:ea typeface="ＭＳ Ｐゴシック" pitchFamily="1" charset="-128"/>
                <a:cs typeface="ＭＳ Ｐゴシック" pitchFamily="1" charset="-128"/>
              </a:rPr>
              <a:t>this causes in some routers on the path to the targeted server, many packets will be</a:t>
            </a:r>
          </a:p>
          <a:p>
            <a:r>
              <a:rPr lang="en-US" dirty="0">
                <a:latin typeface="Arial" pitchFamily="1" charset="0"/>
                <a:ea typeface="ＭＳ Ｐゴシック" pitchFamily="1" charset="-128"/>
                <a:cs typeface="ＭＳ Ｐゴシック" pitchFamily="1" charset="-128"/>
              </a:rPr>
              <a:t>dropped. Valid traffic has a low probability of surviving discard caused by this flood</a:t>
            </a:r>
          </a:p>
          <a:p>
            <a:r>
              <a:rPr lang="en-US" dirty="0">
                <a:latin typeface="Arial" pitchFamily="1" charset="0"/>
                <a:ea typeface="ＭＳ Ｐゴシック" pitchFamily="1" charset="-128"/>
                <a:cs typeface="ＭＳ Ｐゴシック" pitchFamily="1" charset="-128"/>
              </a:rPr>
              <a:t>and hence of accessing the server. This results in the server’s ability to respond to</a:t>
            </a:r>
          </a:p>
          <a:p>
            <a:r>
              <a:rPr lang="en-US" dirty="0">
                <a:latin typeface="Arial" pitchFamily="1" charset="0"/>
                <a:ea typeface="ＭＳ Ｐゴシック" pitchFamily="1" charset="-128"/>
                <a:cs typeface="ＭＳ Ｐゴシック" pitchFamily="1" charset="-128"/>
              </a:rPr>
              <a:t>network connection requests being either severely degraded or failing entirely.</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Virtually any type of network packet can be used in a flooding attack. It simply</a:t>
            </a:r>
          </a:p>
          <a:p>
            <a:r>
              <a:rPr lang="en-US" dirty="0">
                <a:latin typeface="Arial" pitchFamily="1" charset="0"/>
                <a:ea typeface="ＭＳ Ｐゴシック" pitchFamily="1" charset="-128"/>
                <a:cs typeface="ＭＳ Ｐゴシック" pitchFamily="1" charset="-128"/>
              </a:rPr>
              <a:t>needs to be of a type that is permitted to flow over the links toward the targeted system,</a:t>
            </a:r>
          </a:p>
          <a:p>
            <a:r>
              <a:rPr lang="en-US" dirty="0">
                <a:latin typeface="Arial" pitchFamily="1" charset="0"/>
                <a:ea typeface="ＭＳ Ｐゴシック" pitchFamily="1" charset="-128"/>
                <a:cs typeface="ＭＳ Ｐゴシック" pitchFamily="1" charset="-128"/>
              </a:rPr>
              <a:t>so that it can consume all available capacity on some link to the target server. Indeed,</a:t>
            </a:r>
          </a:p>
          <a:p>
            <a:r>
              <a:rPr lang="en-US" dirty="0">
                <a:latin typeface="Arial" pitchFamily="1" charset="0"/>
                <a:ea typeface="ＭＳ Ｐゴシック" pitchFamily="1" charset="-128"/>
                <a:cs typeface="ＭＳ Ｐゴシック" pitchFamily="1" charset="-128"/>
              </a:rPr>
              <a:t>the larger the packet, the more effective is the attack. Common flooding attacks use</a:t>
            </a:r>
          </a:p>
          <a:p>
            <a:r>
              <a:rPr lang="en-US" dirty="0">
                <a:latin typeface="Arial" pitchFamily="1" charset="0"/>
                <a:ea typeface="ＭＳ Ｐゴシック" pitchFamily="1" charset="-128"/>
                <a:cs typeface="ＭＳ Ｐゴシック" pitchFamily="1" charset="-128"/>
              </a:rPr>
              <a:t>any of the ICMP, UDP, or TCP SYN packet types. It is even possible to flood with</a:t>
            </a:r>
          </a:p>
          <a:p>
            <a:r>
              <a:rPr lang="en-US" dirty="0">
                <a:latin typeface="Arial" pitchFamily="1" charset="0"/>
                <a:ea typeface="ＭＳ Ｐゴシック" pitchFamily="1" charset="-128"/>
                <a:cs typeface="ＭＳ Ｐゴシック" pitchFamily="1" charset="-128"/>
              </a:rPr>
              <a:t>some other IP packet type. However, as these are less common and their usage more</a:t>
            </a:r>
          </a:p>
          <a:p>
            <a:r>
              <a:rPr lang="en-US" dirty="0">
                <a:latin typeface="Arial" pitchFamily="1" charset="0"/>
                <a:ea typeface="ＭＳ Ｐゴシック" pitchFamily="1" charset="-128"/>
                <a:cs typeface="ＭＳ Ｐゴシック" pitchFamily="1" charset="-128"/>
              </a:rPr>
              <a:t>targeted, it is easier to filter for them and hence hinder or block such attacks.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 ping flood using ICMP echo request packets we discuss in Section 7.1 is a classic</a:t>
            </a:r>
          </a:p>
          <a:p>
            <a:r>
              <a:rPr lang="en-US" dirty="0">
                <a:latin typeface="Arial" pitchFamily="1" charset="0"/>
                <a:ea typeface="ＭＳ Ｐゴシック" pitchFamily="1" charset="-128"/>
                <a:cs typeface="ＭＳ Ｐゴシック" pitchFamily="1" charset="-128"/>
              </a:rPr>
              <a:t>example of an </a:t>
            </a:r>
            <a:r>
              <a:rPr lang="en-US" b="1" dirty="0">
                <a:latin typeface="Arial" pitchFamily="1" charset="0"/>
                <a:ea typeface="ＭＳ Ｐゴシック" pitchFamily="1" charset="-128"/>
                <a:cs typeface="ＭＳ Ｐゴシック" pitchFamily="1" charset="-128"/>
              </a:rPr>
              <a:t>ICMP flooding attack</a:t>
            </a:r>
            <a:r>
              <a:rPr lang="en-US" dirty="0">
                <a:latin typeface="Arial" pitchFamily="1" charset="0"/>
                <a:ea typeface="ＭＳ Ｐゴシック" pitchFamily="1" charset="-128"/>
                <a:cs typeface="ＭＳ Ｐゴシック" pitchFamily="1" charset="-128"/>
              </a:rPr>
              <a:t>. This type of ICMP packet was chosen since</a:t>
            </a:r>
          </a:p>
          <a:p>
            <a:r>
              <a:rPr lang="en-US" dirty="0">
                <a:latin typeface="Arial" pitchFamily="1" charset="0"/>
                <a:ea typeface="ＭＳ Ｐゴシック" pitchFamily="1" charset="-128"/>
                <a:cs typeface="ＭＳ Ｐゴシック" pitchFamily="1" charset="-128"/>
              </a:rPr>
              <a:t>traditionally network administrators allowed such packets into their networks, as</a:t>
            </a:r>
          </a:p>
          <a:p>
            <a:r>
              <a:rPr lang="en-US" dirty="0">
                <a:latin typeface="Arial" pitchFamily="1" charset="0"/>
                <a:ea typeface="ＭＳ Ｐゴシック" pitchFamily="1" charset="-128"/>
                <a:cs typeface="ＭＳ Ｐゴシック" pitchFamily="1" charset="-128"/>
              </a:rPr>
              <a:t>ping is a useful network diagnostic tool. More recently, many organizations have</a:t>
            </a:r>
          </a:p>
          <a:p>
            <a:r>
              <a:rPr lang="en-US" dirty="0">
                <a:latin typeface="Arial" pitchFamily="1" charset="0"/>
                <a:ea typeface="ＭＳ Ｐゴシック" pitchFamily="1" charset="-128"/>
                <a:cs typeface="ＭＳ Ｐゴシック" pitchFamily="1" charset="-128"/>
              </a:rPr>
              <a:t>restricted the ability of these packets to pass through their firewalls. In response,</a:t>
            </a:r>
          </a:p>
          <a:p>
            <a:r>
              <a:rPr lang="en-US" dirty="0">
                <a:latin typeface="Arial" pitchFamily="1" charset="0"/>
                <a:ea typeface="ＭＳ Ｐゴシック" pitchFamily="1" charset="-128"/>
                <a:cs typeface="ＭＳ Ｐゴシック" pitchFamily="1" charset="-128"/>
              </a:rPr>
              <a:t>attackers have started using other ICMP packet types. Since some of these should</a:t>
            </a:r>
          </a:p>
          <a:p>
            <a:r>
              <a:rPr lang="en-US" dirty="0">
                <a:latin typeface="Arial" pitchFamily="1" charset="0"/>
                <a:ea typeface="ＭＳ Ｐゴシック" pitchFamily="1" charset="-128"/>
                <a:cs typeface="ＭＳ Ｐゴシック" pitchFamily="1" charset="-128"/>
              </a:rPr>
              <a:t>be handled to allow the correct operation of TCP/IP, they are much more likely to</a:t>
            </a:r>
          </a:p>
          <a:p>
            <a:r>
              <a:rPr lang="en-US" dirty="0">
                <a:latin typeface="Arial" pitchFamily="1" charset="0"/>
                <a:ea typeface="ＭＳ Ｐゴシック" pitchFamily="1" charset="-128"/>
                <a:cs typeface="ＭＳ Ｐゴシック" pitchFamily="1" charset="-128"/>
              </a:rPr>
              <a:t>be allowed through an organization’s firewall. Filtering some of these critical </a:t>
            </a:r>
            <a:r>
              <a:rPr lang="en-US" b="1" dirty="0">
                <a:latin typeface="Arial" pitchFamily="1" charset="0"/>
                <a:ea typeface="ＭＳ Ｐゴシック" pitchFamily="1" charset="-128"/>
                <a:cs typeface="ＭＳ Ｐゴシック" pitchFamily="1" charset="-128"/>
              </a:rPr>
              <a:t>ICMP</a:t>
            </a:r>
          </a:p>
          <a:p>
            <a:r>
              <a:rPr lang="en-US" dirty="0">
                <a:latin typeface="Arial" pitchFamily="1" charset="0"/>
                <a:ea typeface="ＭＳ Ｐゴシック" pitchFamily="1" charset="-128"/>
                <a:cs typeface="ＭＳ Ｐゴシック" pitchFamily="1" charset="-128"/>
              </a:rPr>
              <a:t>packet types would degrade or break normal TCP/IP network behavior. ICMP</a:t>
            </a:r>
          </a:p>
          <a:p>
            <a:r>
              <a:rPr lang="en-US" dirty="0">
                <a:latin typeface="Arial" pitchFamily="1" charset="0"/>
                <a:ea typeface="ＭＳ Ｐゴシック" pitchFamily="1" charset="-128"/>
                <a:cs typeface="ＭＳ Ｐゴシック" pitchFamily="1" charset="-128"/>
              </a:rPr>
              <a:t>destination unreachable and time exceeded packets are examples of such critical</a:t>
            </a:r>
          </a:p>
          <a:p>
            <a:r>
              <a:rPr lang="en-US" dirty="0">
                <a:latin typeface="Arial" pitchFamily="1" charset="0"/>
                <a:ea typeface="ＭＳ Ｐゴシック" pitchFamily="1" charset="-128"/>
                <a:cs typeface="ＭＳ Ｐゴシック" pitchFamily="1" charset="-128"/>
              </a:rPr>
              <a:t>packet types.</a:t>
            </a:r>
          </a:p>
          <a:p>
            <a:endParaRPr lang="en-US" dirty="0">
              <a:latin typeface="Arial" pitchFamily="1" charset="0"/>
              <a:ea typeface="ＭＳ Ｐゴシック" pitchFamily="1" charset="-128"/>
              <a:cs typeface="ＭＳ Ｐゴシック" pitchFamily="1" charset="-128"/>
            </a:endParaRPr>
          </a:p>
          <a:p>
            <a:r>
              <a:rPr lang="en-US" sz="1200" kern="1200" dirty="0">
                <a:solidFill>
                  <a:schemeClr val="tx1"/>
                </a:solidFill>
                <a:effectLst/>
                <a:latin typeface="Arial" pitchFamily="-110" charset="0"/>
                <a:ea typeface="ＭＳ Ｐゴシック" pitchFamily="-110" charset="-128"/>
                <a:cs typeface="ＭＳ Ｐゴシック" pitchFamily="-110" charset="-128"/>
              </a:rPr>
              <a:t> An attacker can generate large volumes of one of these packet types. Because</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these packets include part of some notional erroneous packet that supposedly caused</a:t>
            </a:r>
          </a:p>
          <a:p>
            <a:r>
              <a:rPr lang="en-US" sz="1200" kern="1200" dirty="0">
                <a:solidFill>
                  <a:schemeClr val="tx1"/>
                </a:solidFill>
                <a:effectLst/>
                <a:latin typeface="Arial" pitchFamily="-110" charset="0"/>
                <a:ea typeface="ＭＳ Ｐゴシック" pitchFamily="-110" charset="-128"/>
                <a:cs typeface="ＭＳ Ｐゴシック" pitchFamily="-110" charset="-128"/>
              </a:rPr>
              <a:t>the error being reported, they can be made comparatively large, increasing their effectiveness</a:t>
            </a:r>
          </a:p>
          <a:p>
            <a:r>
              <a:rPr lang="en-US" sz="1200" kern="1200" dirty="0">
                <a:solidFill>
                  <a:schemeClr val="tx1"/>
                </a:solidFill>
                <a:effectLst/>
                <a:latin typeface="Arial" pitchFamily="-110" charset="0"/>
                <a:ea typeface="ＭＳ Ｐゴシック" pitchFamily="-110" charset="-128"/>
                <a:cs typeface="ＭＳ Ｐゴシック" pitchFamily="-110" charset="-128"/>
              </a:rPr>
              <a:t>in flooding the link. ICMP flood attacks remain one of the most common</a:t>
            </a:r>
          </a:p>
          <a:p>
            <a:r>
              <a:rPr lang="en-US" sz="1200" kern="1200" dirty="0">
                <a:solidFill>
                  <a:schemeClr val="tx1"/>
                </a:solidFill>
                <a:effectLst/>
                <a:latin typeface="Arial" pitchFamily="-110" charset="0"/>
                <a:ea typeface="ＭＳ Ｐゴシック" pitchFamily="-110" charset="-128"/>
                <a:cs typeface="ＭＳ Ｐゴシック" pitchFamily="-110" charset="-128"/>
              </a:rPr>
              <a:t>types of DDoS attacks [SYMA16].</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An alternative to using ICMP packets is to use UDP packets directed to some port</a:t>
            </a:r>
          </a:p>
          <a:p>
            <a:r>
              <a:rPr lang="en-US" dirty="0">
                <a:latin typeface="Arial" pitchFamily="1" charset="0"/>
                <a:ea typeface="ＭＳ Ｐゴシック" pitchFamily="1" charset="-128"/>
                <a:cs typeface="ＭＳ Ｐゴシック" pitchFamily="1" charset="-128"/>
              </a:rPr>
              <a:t>number, and hence potential service, on the target system. A common choice was a</a:t>
            </a:r>
          </a:p>
          <a:p>
            <a:r>
              <a:rPr lang="en-US" dirty="0">
                <a:latin typeface="Arial" pitchFamily="1" charset="0"/>
                <a:ea typeface="ＭＳ Ｐゴシック" pitchFamily="1" charset="-128"/>
                <a:cs typeface="ＭＳ Ｐゴシック" pitchFamily="1" charset="-128"/>
              </a:rPr>
              <a:t>packet directed at the diagnostic echo service, commonly enabled on many server</a:t>
            </a:r>
          </a:p>
          <a:p>
            <a:r>
              <a:rPr lang="en-US" dirty="0">
                <a:latin typeface="Arial" pitchFamily="1" charset="0"/>
                <a:ea typeface="ＭＳ Ｐゴシック" pitchFamily="1" charset="-128"/>
                <a:cs typeface="ＭＳ Ｐゴシック" pitchFamily="1" charset="-128"/>
              </a:rPr>
              <a:t>systems by default. If the server had this service running, it would respond with a</a:t>
            </a:r>
          </a:p>
          <a:p>
            <a:r>
              <a:rPr lang="en-US" dirty="0">
                <a:latin typeface="Arial" pitchFamily="1" charset="0"/>
                <a:ea typeface="ＭＳ Ｐゴシック" pitchFamily="1" charset="-128"/>
                <a:cs typeface="ＭＳ Ｐゴシック" pitchFamily="1" charset="-128"/>
              </a:rPr>
              <a:t>UDP packet back to the claimed source containing the original packet data contents.</a:t>
            </a:r>
          </a:p>
          <a:p>
            <a:r>
              <a:rPr lang="en-US" dirty="0">
                <a:latin typeface="Arial" pitchFamily="1" charset="0"/>
                <a:ea typeface="ＭＳ Ｐゴシック" pitchFamily="1" charset="-128"/>
                <a:cs typeface="ＭＳ Ｐゴシック" pitchFamily="1" charset="-128"/>
              </a:rPr>
              <a:t>If the service is not running, then the packet is discarded, and possibly an</a:t>
            </a:r>
          </a:p>
          <a:p>
            <a:r>
              <a:rPr lang="en-US" dirty="0">
                <a:latin typeface="Arial" pitchFamily="1" charset="0"/>
                <a:ea typeface="ＭＳ Ｐゴシック" pitchFamily="1" charset="-128"/>
                <a:cs typeface="ＭＳ Ｐゴシック" pitchFamily="1" charset="-128"/>
              </a:rPr>
              <a:t>ICMP destination unreachable packet is returned to the sender. By then the attack</a:t>
            </a:r>
          </a:p>
          <a:p>
            <a:r>
              <a:rPr lang="en-US" dirty="0">
                <a:latin typeface="Arial" pitchFamily="1" charset="0"/>
                <a:ea typeface="ＭＳ Ｐゴシック" pitchFamily="1" charset="-128"/>
                <a:cs typeface="ＭＳ Ｐゴシック" pitchFamily="1" charset="-128"/>
              </a:rPr>
              <a:t>has already achieved its goal of occupying capacity on the link to the server. Just</a:t>
            </a:r>
          </a:p>
          <a:p>
            <a:r>
              <a:rPr lang="en-US" dirty="0">
                <a:latin typeface="Arial" pitchFamily="1" charset="0"/>
                <a:ea typeface="ＭＳ Ｐゴシック" pitchFamily="1" charset="-128"/>
                <a:cs typeface="ＭＳ Ｐゴシック" pitchFamily="1" charset="-128"/>
              </a:rPr>
              <a:t>about any UDP port number can be used for this end. Any packets generated in</a:t>
            </a:r>
          </a:p>
          <a:p>
            <a:r>
              <a:rPr lang="en-US" dirty="0">
                <a:latin typeface="Arial" pitchFamily="1" charset="0"/>
                <a:ea typeface="ＭＳ Ｐゴシック" pitchFamily="1" charset="-128"/>
                <a:cs typeface="ＭＳ Ｐゴシック" pitchFamily="1" charset="-128"/>
              </a:rPr>
              <a:t>response only serve to increase the load on the server and its network links.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Spoofed source addresses are normally used if the attack is generated using</a:t>
            </a:r>
          </a:p>
          <a:p>
            <a:r>
              <a:rPr lang="en-US" dirty="0">
                <a:latin typeface="Arial" pitchFamily="1" charset="0"/>
                <a:ea typeface="ＭＳ Ｐゴシック" pitchFamily="1" charset="-128"/>
                <a:cs typeface="ＭＳ Ｐゴシック" pitchFamily="1" charset="-128"/>
              </a:rPr>
              <a:t>a single source system, for the same reasons as with ICMP attacks. If multiple systems</a:t>
            </a:r>
          </a:p>
          <a:p>
            <a:r>
              <a:rPr lang="en-US" dirty="0">
                <a:latin typeface="Arial" pitchFamily="1" charset="0"/>
                <a:ea typeface="ＭＳ Ｐゴシック" pitchFamily="1" charset="-128"/>
                <a:cs typeface="ＭＳ Ｐゴシック" pitchFamily="1" charset="-128"/>
              </a:rPr>
              <a:t>are used for the attack, often the real addresses of the compromised, zombie,</a:t>
            </a:r>
          </a:p>
          <a:p>
            <a:r>
              <a:rPr lang="en-US" dirty="0">
                <a:latin typeface="Arial" pitchFamily="1" charset="0"/>
                <a:ea typeface="ＭＳ Ｐゴシック" pitchFamily="1" charset="-128"/>
                <a:cs typeface="ＭＳ Ｐゴシック" pitchFamily="1" charset="-128"/>
              </a:rPr>
              <a:t>systems are used. When multiple systems are used, the consequences of both the</a:t>
            </a:r>
          </a:p>
          <a:p>
            <a:r>
              <a:rPr lang="en-US" dirty="0">
                <a:latin typeface="Arial" pitchFamily="1" charset="0"/>
                <a:ea typeface="ＭＳ Ｐゴシック" pitchFamily="1" charset="-128"/>
                <a:cs typeface="ＭＳ Ｐゴシック" pitchFamily="1" charset="-128"/>
              </a:rPr>
              <a:t>reflected flow of packets and the ability to identify the attacker are reduced.</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Another alternative is to send TCP packets to the target system. Most likely these</a:t>
            </a:r>
          </a:p>
          <a:p>
            <a:r>
              <a:rPr lang="en-US" dirty="0">
                <a:latin typeface="Arial" pitchFamily="1" charset="0"/>
                <a:ea typeface="ＭＳ Ｐゴシック" pitchFamily="1" charset="-128"/>
                <a:cs typeface="ＭＳ Ｐゴシック" pitchFamily="1" charset="-128"/>
              </a:rPr>
              <a:t>would be normal TCP connection requests, with either real or spoofed source</a:t>
            </a:r>
          </a:p>
          <a:p>
            <a:r>
              <a:rPr lang="en-US" dirty="0">
                <a:latin typeface="Arial" pitchFamily="1" charset="0"/>
                <a:ea typeface="ＭＳ Ｐゴシック" pitchFamily="1" charset="-128"/>
                <a:cs typeface="ＭＳ Ｐゴシック" pitchFamily="1" charset="-128"/>
              </a:rPr>
              <a:t>addresses. They would have an effect similar to the SYN spoofing attack we’ve</a:t>
            </a:r>
          </a:p>
          <a:p>
            <a:r>
              <a:rPr lang="en-US" dirty="0">
                <a:latin typeface="Arial" pitchFamily="1" charset="0"/>
                <a:ea typeface="ＭＳ Ｐゴシック" pitchFamily="1" charset="-128"/>
                <a:cs typeface="ＭＳ Ｐゴシック" pitchFamily="1" charset="-128"/>
              </a:rPr>
              <a:t>described. In this case, though, it is the total volume of packets that is the aim of the</a:t>
            </a:r>
          </a:p>
          <a:p>
            <a:r>
              <a:rPr lang="en-US" dirty="0">
                <a:latin typeface="Arial" pitchFamily="1" charset="0"/>
                <a:ea typeface="ＭＳ Ｐゴシック" pitchFamily="1" charset="-128"/>
                <a:cs typeface="ＭＳ Ｐゴシック" pitchFamily="1" charset="-128"/>
              </a:rPr>
              <a:t>attack rather than the system code. This is the difference between a SYN spoofing</a:t>
            </a:r>
          </a:p>
          <a:p>
            <a:r>
              <a:rPr lang="en-US" dirty="0">
                <a:latin typeface="Arial" pitchFamily="1" charset="0"/>
                <a:ea typeface="ＭＳ Ｐゴシック" pitchFamily="1" charset="-128"/>
                <a:cs typeface="ＭＳ Ｐゴシック" pitchFamily="1" charset="-128"/>
              </a:rPr>
              <a:t>attack and a </a:t>
            </a:r>
            <a:r>
              <a:rPr lang="en-US" b="1" dirty="0">
                <a:latin typeface="Arial" pitchFamily="1" charset="0"/>
                <a:ea typeface="ＭＳ Ｐゴシック" pitchFamily="1" charset="-128"/>
                <a:cs typeface="ＭＳ Ｐゴシック" pitchFamily="1" charset="-128"/>
              </a:rPr>
              <a:t>SYN flooding</a:t>
            </a:r>
            <a:r>
              <a:rPr lang="en-US" dirty="0">
                <a:latin typeface="Arial" pitchFamily="1" charset="0"/>
                <a:ea typeface="ＭＳ Ｐゴシック" pitchFamily="1" charset="-128"/>
                <a:cs typeface="ＭＳ Ｐゴシック" pitchFamily="1" charset="-128"/>
              </a:rPr>
              <a:t> attack.</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This attack could also use TCP data packets, which would be rejected by the</a:t>
            </a:r>
          </a:p>
          <a:p>
            <a:r>
              <a:rPr lang="en-US" dirty="0">
                <a:latin typeface="Arial" pitchFamily="1" charset="0"/>
                <a:ea typeface="ＭＳ Ｐゴシック" pitchFamily="1" charset="-128"/>
                <a:cs typeface="ＭＳ Ｐゴシック" pitchFamily="1" charset="-128"/>
              </a:rPr>
              <a:t>server as not belonging to any known connection. But again, by this time the attack</a:t>
            </a:r>
          </a:p>
          <a:p>
            <a:r>
              <a:rPr lang="en-US" dirty="0">
                <a:latin typeface="Arial" pitchFamily="1" charset="0"/>
                <a:ea typeface="ＭＳ Ｐゴシック" pitchFamily="1" charset="-128"/>
                <a:cs typeface="ＭＳ Ｐゴシック" pitchFamily="1" charset="-128"/>
              </a:rPr>
              <a:t>has already succeeded in flooding the links to the server.</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All of these flooding attack variants are limited in the total volume of traffic</a:t>
            </a:r>
          </a:p>
          <a:p>
            <a:r>
              <a:rPr lang="en-US" dirty="0">
                <a:latin typeface="Arial" pitchFamily="1" charset="0"/>
                <a:ea typeface="ＭＳ Ｐゴシック" pitchFamily="1" charset="-128"/>
                <a:cs typeface="ＭＳ Ｐゴシック" pitchFamily="1" charset="-128"/>
              </a:rPr>
              <a:t>that can be generated if just a single system is used to launch the attack. The use</a:t>
            </a:r>
          </a:p>
          <a:p>
            <a:r>
              <a:rPr lang="en-US" dirty="0">
                <a:latin typeface="Arial" pitchFamily="1" charset="0"/>
                <a:ea typeface="ＭＳ Ｐゴシック" pitchFamily="1" charset="-128"/>
                <a:cs typeface="ＭＳ Ｐゴシック" pitchFamily="1" charset="-128"/>
              </a:rPr>
              <a:t>of a single system also means the attacker is easier to trace. For these reasons, a</a:t>
            </a:r>
          </a:p>
          <a:p>
            <a:r>
              <a:rPr lang="en-US" dirty="0">
                <a:latin typeface="Arial" pitchFamily="1" charset="0"/>
                <a:ea typeface="ＭＳ Ｐゴシック" pitchFamily="1" charset="-128"/>
                <a:cs typeface="ＭＳ Ｐゴシック" pitchFamily="1" charset="-128"/>
              </a:rPr>
              <a:t>variety of more sophisticated attacks, involving multiple attacking systems, have</a:t>
            </a:r>
          </a:p>
          <a:p>
            <a:r>
              <a:rPr lang="en-US" dirty="0">
                <a:latin typeface="Arial" pitchFamily="1" charset="0"/>
                <a:ea typeface="ＭＳ Ｐゴシック" pitchFamily="1" charset="-128"/>
                <a:cs typeface="ＭＳ Ｐゴシック" pitchFamily="1" charset="-128"/>
              </a:rPr>
              <a:t>been developed. By using multiple systems, the attacker can significantly scale up</a:t>
            </a:r>
          </a:p>
          <a:p>
            <a:r>
              <a:rPr lang="en-US" dirty="0">
                <a:latin typeface="Arial" pitchFamily="1" charset="0"/>
                <a:ea typeface="ＭＳ Ｐゴシック" pitchFamily="1" charset="-128"/>
                <a:cs typeface="ＭＳ Ｐゴシック" pitchFamily="1" charset="-128"/>
              </a:rPr>
              <a:t>the volume of traffic that can be generated. Each of these systems need not be particularly</a:t>
            </a:r>
          </a:p>
          <a:p>
            <a:r>
              <a:rPr lang="en-US" dirty="0">
                <a:latin typeface="Arial" pitchFamily="1" charset="0"/>
                <a:ea typeface="ＭＳ Ｐゴシック" pitchFamily="1" charset="-128"/>
                <a:cs typeface="ＭＳ Ｐゴシック" pitchFamily="1" charset="-128"/>
              </a:rPr>
              <a:t>powerful or on a high-capacity link. But what they don’t have individually,</a:t>
            </a:r>
          </a:p>
          <a:p>
            <a:r>
              <a:rPr lang="en-US" dirty="0">
                <a:latin typeface="Arial" pitchFamily="1" charset="0"/>
                <a:ea typeface="ＭＳ Ｐゴシック" pitchFamily="1" charset="-128"/>
                <a:cs typeface="ＭＳ Ｐゴシック" pitchFamily="1" charset="-128"/>
              </a:rPr>
              <a:t>they more than compensate for in large numbers. Also, by directing the attack</a:t>
            </a:r>
          </a:p>
          <a:p>
            <a:r>
              <a:rPr lang="en-US" dirty="0">
                <a:latin typeface="Arial" pitchFamily="1" charset="0"/>
                <a:ea typeface="ＭＳ Ｐゴシック" pitchFamily="1" charset="-128"/>
                <a:cs typeface="ＭＳ Ｐゴシック" pitchFamily="1" charset="-128"/>
              </a:rPr>
              <a:t>through intermediaries, the attacker is further distanced from the target and significantly</a:t>
            </a:r>
          </a:p>
          <a:p>
            <a:r>
              <a:rPr lang="en-US" dirty="0">
                <a:latin typeface="Arial" pitchFamily="1" charset="0"/>
                <a:ea typeface="ＭＳ Ｐゴシック" pitchFamily="1" charset="-128"/>
                <a:cs typeface="ＭＳ Ｐゴシック" pitchFamily="1" charset="-128"/>
              </a:rPr>
              <a:t>harder to locate and identify. Indirect attack types that utilize multiple</a:t>
            </a:r>
          </a:p>
          <a:p>
            <a:r>
              <a:rPr lang="en-US" dirty="0">
                <a:latin typeface="Arial" pitchFamily="1" charset="0"/>
                <a:ea typeface="ＭＳ Ｐゴシック" pitchFamily="1" charset="-128"/>
                <a:cs typeface="ＭＳ Ｐゴシック" pitchFamily="1" charset="-128"/>
              </a:rPr>
              <a:t>systems include</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 Distributed denial-of-service attacks</a:t>
            </a:r>
          </a:p>
          <a:p>
            <a:r>
              <a:rPr lang="en-US" dirty="0">
                <a:latin typeface="Arial" pitchFamily="1" charset="0"/>
                <a:ea typeface="ＭＳ Ｐゴシック" pitchFamily="1" charset="-128"/>
                <a:cs typeface="ＭＳ Ｐゴシック" pitchFamily="1" charset="-128"/>
              </a:rPr>
              <a:t>• Reflector attacks</a:t>
            </a:r>
          </a:p>
          <a:p>
            <a:r>
              <a:rPr lang="en-US" dirty="0">
                <a:latin typeface="Arial" pitchFamily="1" charset="0"/>
                <a:ea typeface="ＭＳ Ｐゴシック" pitchFamily="1" charset="-128"/>
                <a:cs typeface="ＭＳ Ｐゴシック" pitchFamily="1" charset="-128"/>
              </a:rPr>
              <a:t>• Amplifier attacks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We consider each of these in turn.</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10</a:t>
            </a:fld>
            <a:endParaRPr lang="en-US"/>
          </a:p>
        </p:txBody>
      </p:sp>
    </p:spTree>
    <p:extLst>
      <p:ext uri="{BB962C8B-B14F-4D97-AF65-F5344CB8AC3E}">
        <p14:creationId xmlns:p14="http://schemas.microsoft.com/office/powerpoint/2010/main" val="31045472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Arial" pitchFamily="-110" charset="0"/>
                <a:ea typeface="ＭＳ Ｐゴシック" pitchFamily="-110" charset="-128"/>
                <a:cs typeface="ＭＳ Ｐゴシック" pitchFamily="-110" charset="-128"/>
              </a:rPr>
              <a:t> Recognizing the limitations of flooding attacks generated by a single system, one</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the earlier significant developments in DoS attack tools was the use of multiple</a:t>
            </a:r>
          </a:p>
          <a:p>
            <a:r>
              <a:rPr lang="en-US" sz="1200" kern="1200" dirty="0">
                <a:solidFill>
                  <a:schemeClr val="tx1"/>
                </a:solidFill>
                <a:effectLst/>
                <a:latin typeface="Arial" pitchFamily="-110" charset="0"/>
                <a:ea typeface="ＭＳ Ｐゴシック" pitchFamily="-110" charset="-128"/>
                <a:cs typeface="ＭＳ Ｐゴシック" pitchFamily="-110" charset="-128"/>
              </a:rPr>
              <a:t>systems to generate attacks. These systems were typically compromised user workstations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or PCs. The attacker uses malware to subvert the system and to install an attack</a:t>
            </a:r>
          </a:p>
          <a:p>
            <a:r>
              <a:rPr lang="en-US" sz="1200" kern="1200" dirty="0">
                <a:solidFill>
                  <a:schemeClr val="tx1"/>
                </a:solidFill>
                <a:effectLst/>
                <a:latin typeface="Arial" pitchFamily="-110" charset="0"/>
                <a:ea typeface="ＭＳ Ｐゴシック" pitchFamily="-110" charset="-128"/>
                <a:cs typeface="ＭＳ Ｐゴシック" pitchFamily="-110" charset="-128"/>
              </a:rPr>
              <a:t> agent, which they can control. Such systems are known as </a:t>
            </a:r>
            <a:r>
              <a:rPr lang="en-US" sz="1200" b="1" kern="1200" dirty="0">
                <a:solidFill>
                  <a:schemeClr val="tx1"/>
                </a:solidFill>
                <a:effectLst/>
                <a:latin typeface="Arial" pitchFamily="-110" charset="0"/>
                <a:ea typeface="ＭＳ Ｐゴシック" pitchFamily="-110" charset="-128"/>
                <a:cs typeface="ＭＳ Ｐゴシック" pitchFamily="-110" charset="-128"/>
              </a:rPr>
              <a:t>zombies</a:t>
            </a:r>
            <a:r>
              <a:rPr lang="en-US" sz="1200" kern="1200" dirty="0">
                <a:solidFill>
                  <a:schemeClr val="tx1"/>
                </a:solidFill>
                <a:effectLst/>
                <a:latin typeface="Arial" pitchFamily="-110" charset="0"/>
                <a:ea typeface="ＭＳ Ｐゴシック" pitchFamily="-110" charset="-128"/>
                <a:cs typeface="ＭＳ Ｐゴシック" pitchFamily="-110" charset="-128"/>
              </a:rPr>
              <a:t>. Large collections</a:t>
            </a:r>
          </a:p>
          <a:p>
            <a:r>
              <a:rPr lang="en-US" sz="1200" kern="1200" dirty="0">
                <a:solidFill>
                  <a:schemeClr val="tx1"/>
                </a:solidFill>
                <a:effectLst/>
                <a:latin typeface="Arial" pitchFamily="-110" charset="0"/>
                <a:ea typeface="ＭＳ Ｐゴシック" pitchFamily="-110" charset="-128"/>
                <a:cs typeface="ＭＳ Ｐゴシック" pitchFamily="-110" charset="-128"/>
              </a:rPr>
              <a:t>of such systems under the control of one attacker can be created, collectively forming</a:t>
            </a:r>
          </a:p>
          <a:p>
            <a:r>
              <a:rPr lang="en-US" sz="1200" kern="1200" dirty="0">
                <a:solidFill>
                  <a:schemeClr val="tx1"/>
                </a:solidFill>
                <a:effectLst/>
                <a:latin typeface="Arial" pitchFamily="-110" charset="0"/>
                <a:ea typeface="ＭＳ Ｐゴシック" pitchFamily="-110" charset="-128"/>
                <a:cs typeface="ＭＳ Ｐゴシック" pitchFamily="-110" charset="-128"/>
              </a:rPr>
              <a:t>a botnet , as we discussed in Chapter 6. Such networks of compromised systems</a:t>
            </a:r>
          </a:p>
          <a:p>
            <a:r>
              <a:rPr lang="en-US" sz="1200" kern="1200" dirty="0">
                <a:solidFill>
                  <a:schemeClr val="tx1"/>
                </a:solidFill>
                <a:effectLst/>
                <a:latin typeface="Arial" pitchFamily="-110" charset="0"/>
                <a:ea typeface="ＭＳ Ｐゴシック" pitchFamily="-110" charset="-128"/>
                <a:cs typeface="ＭＳ Ｐゴシック" pitchFamily="-110" charset="-128"/>
              </a:rPr>
              <a:t>are a favorite tool of attackers, and can be used for a variety of purposes, including</a:t>
            </a:r>
          </a:p>
          <a:p>
            <a:r>
              <a:rPr lang="en-US" sz="1200" b="1" kern="1200" dirty="0">
                <a:solidFill>
                  <a:schemeClr val="tx1"/>
                </a:solidFill>
                <a:effectLst/>
                <a:latin typeface="Arial" pitchFamily="-110" charset="0"/>
                <a:ea typeface="ＭＳ Ｐゴシック" pitchFamily="-110" charset="-128"/>
                <a:cs typeface="ＭＳ Ｐゴシック" pitchFamily="-110" charset="-128"/>
              </a:rPr>
              <a:t>distributed denial-of-service </a:t>
            </a:r>
            <a:r>
              <a:rPr lang="en-US" sz="1200" kern="1200" dirty="0">
                <a:solidFill>
                  <a:schemeClr val="tx1"/>
                </a:solidFill>
                <a:effectLst/>
                <a:latin typeface="Arial" pitchFamily="-110" charset="0"/>
                <a:ea typeface="ＭＳ Ｐゴシック" pitchFamily="-110" charset="-128"/>
                <a:cs typeface="ＭＳ Ｐゴシック" pitchFamily="-110" charset="-128"/>
              </a:rPr>
              <a:t>(DDoS)  attacks. Indeed, there is an underground</a:t>
            </a:r>
          </a:p>
          <a:p>
            <a:r>
              <a:rPr lang="en-US" sz="1200" kern="1200" dirty="0">
                <a:solidFill>
                  <a:schemeClr val="tx1"/>
                </a:solidFill>
                <a:effectLst/>
                <a:latin typeface="Arial" pitchFamily="-110" charset="0"/>
                <a:ea typeface="ＭＳ Ｐゴシック" pitchFamily="-110" charset="-128"/>
                <a:cs typeface="ＭＳ Ｐゴシック" pitchFamily="-110" charset="-128"/>
              </a:rPr>
              <a:t>economy that creates and hires out botnets for use in such attacks. [SYMA16] report</a:t>
            </a:r>
          </a:p>
          <a:p>
            <a:r>
              <a:rPr lang="en-US" sz="1200" kern="1200" dirty="0">
                <a:solidFill>
                  <a:schemeClr val="tx1"/>
                </a:solidFill>
                <a:effectLst/>
                <a:latin typeface="Arial" pitchFamily="-110" charset="0"/>
                <a:ea typeface="ＭＳ Ｐゴシック" pitchFamily="-110" charset="-128"/>
                <a:cs typeface="ＭＳ Ｐゴシック" pitchFamily="-110" charset="-128"/>
              </a:rPr>
              <a:t>evidence that 40% of DDoS attacks in 2015 were from such botnets for hire. In the</a:t>
            </a:r>
          </a:p>
          <a:p>
            <a:r>
              <a:rPr lang="en-US" sz="1200" kern="1200" dirty="0">
                <a:solidFill>
                  <a:schemeClr val="tx1"/>
                </a:solidFill>
                <a:effectLst/>
                <a:latin typeface="Arial" pitchFamily="-110" charset="0"/>
                <a:ea typeface="ＭＳ Ｐゴシック" pitchFamily="-110" charset="-128"/>
                <a:cs typeface="ＭＳ Ｐゴシック" pitchFamily="-110" charset="-128"/>
              </a:rPr>
              <a:t>example network shown in Figure 7.1, some of the broadband user systems may be</a:t>
            </a:r>
          </a:p>
          <a:p>
            <a:r>
              <a:rPr lang="en-US" sz="1200" kern="1200" dirty="0">
                <a:solidFill>
                  <a:schemeClr val="tx1"/>
                </a:solidFill>
                <a:effectLst/>
                <a:latin typeface="Arial" pitchFamily="-110" charset="0"/>
                <a:ea typeface="ＭＳ Ｐゴシック" pitchFamily="-110" charset="-128"/>
                <a:cs typeface="ＭＳ Ｐゴシック" pitchFamily="-110" charset="-128"/>
              </a:rPr>
              <a:t>compromised and used as zombies to attack any of the company or other links shown.</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Many other DDoS tools have been developed since. Instead of using dedicated</a:t>
            </a:r>
          </a:p>
          <a:p>
            <a:r>
              <a:rPr lang="en-US" dirty="0">
                <a:latin typeface="Arial" pitchFamily="1" charset="0"/>
                <a:ea typeface="ＭＳ Ｐゴシック" pitchFamily="1" charset="-128"/>
                <a:cs typeface="ＭＳ Ｐゴシック" pitchFamily="1" charset="-128"/>
              </a:rPr>
              <a:t>handler programs, many now use an IRC</a:t>
            </a:r>
            <a:r>
              <a:rPr lang="en-US" baseline="0" dirty="0">
                <a:latin typeface="Arial" pitchFamily="1" charset="0"/>
                <a:ea typeface="ＭＳ Ｐゴシック" pitchFamily="1" charset="-128"/>
                <a:cs typeface="ＭＳ Ｐゴシック" pitchFamily="1" charset="-128"/>
              </a:rPr>
              <a:t> </a:t>
            </a:r>
            <a:r>
              <a:rPr lang="en-US" dirty="0">
                <a:latin typeface="Arial" pitchFamily="1" charset="0"/>
                <a:ea typeface="ＭＳ Ｐゴシック" pitchFamily="1" charset="-128"/>
                <a:cs typeface="ＭＳ Ｐゴシック" pitchFamily="1" charset="-128"/>
              </a:rPr>
              <a:t>or similar instant messaging server</a:t>
            </a:r>
          </a:p>
          <a:p>
            <a:r>
              <a:rPr lang="en-US" dirty="0">
                <a:latin typeface="Arial" pitchFamily="1" charset="0"/>
                <a:ea typeface="ＭＳ Ｐゴシック" pitchFamily="1" charset="-128"/>
                <a:cs typeface="ＭＳ Ｐゴシック" pitchFamily="1" charset="-128"/>
              </a:rPr>
              <a:t>program to manage communications with the agents. Many of these more recent</a:t>
            </a:r>
          </a:p>
          <a:p>
            <a:r>
              <a:rPr lang="en-US" dirty="0">
                <a:latin typeface="Arial" pitchFamily="1" charset="0"/>
                <a:ea typeface="ＭＳ Ｐゴシック" pitchFamily="1" charset="-128"/>
                <a:cs typeface="ＭＳ Ｐゴシック" pitchFamily="1" charset="-128"/>
              </a:rPr>
              <a:t>tools also use cryptographic mechanisms to authenticate the agents to the handlers,</a:t>
            </a:r>
          </a:p>
          <a:p>
            <a:r>
              <a:rPr lang="en-US" dirty="0">
                <a:latin typeface="Arial" pitchFamily="1" charset="0"/>
                <a:ea typeface="ＭＳ Ｐゴシック" pitchFamily="1" charset="-128"/>
                <a:cs typeface="ＭＳ Ｐゴシック" pitchFamily="1" charset="-128"/>
              </a:rPr>
              <a:t>in order to hinder analysis of command traffic.</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 best defense against being an unwitting participant in a DDoS attack is to</a:t>
            </a:r>
          </a:p>
          <a:p>
            <a:r>
              <a:rPr lang="en-US" dirty="0">
                <a:latin typeface="Arial" pitchFamily="1" charset="0"/>
                <a:ea typeface="ＭＳ Ｐゴシック" pitchFamily="1" charset="-128"/>
                <a:cs typeface="ＭＳ Ｐゴシック" pitchFamily="1" charset="-128"/>
              </a:rPr>
              <a:t>prevent your systems from being compromised. This requires good system security</a:t>
            </a:r>
          </a:p>
          <a:p>
            <a:r>
              <a:rPr lang="en-US" dirty="0">
                <a:latin typeface="Arial" pitchFamily="1" charset="0"/>
                <a:ea typeface="ＭＳ Ｐゴシック" pitchFamily="1" charset="-128"/>
                <a:cs typeface="ＭＳ Ｐゴシック" pitchFamily="1" charset="-128"/>
              </a:rPr>
              <a:t>practices and keeping the operating systems and applications on such systems current</a:t>
            </a:r>
          </a:p>
          <a:p>
            <a:r>
              <a:rPr lang="en-US" dirty="0">
                <a:latin typeface="Arial" pitchFamily="1" charset="0"/>
                <a:ea typeface="ＭＳ Ｐゴシック" pitchFamily="1" charset="-128"/>
                <a:cs typeface="ＭＳ Ｐゴシック" pitchFamily="1" charset="-128"/>
              </a:rPr>
              <a:t>and patched.</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For the target of a DDoS attack, the response is the same as for any flooding</a:t>
            </a:r>
          </a:p>
          <a:p>
            <a:r>
              <a:rPr lang="en-US" dirty="0">
                <a:latin typeface="Arial" pitchFamily="1" charset="0"/>
                <a:ea typeface="ＭＳ Ｐゴシック" pitchFamily="1" charset="-128"/>
                <a:cs typeface="ＭＳ Ｐゴシック" pitchFamily="1" charset="-128"/>
              </a:rPr>
              <a:t>attack, but with greater volume and complexity. We discuss appropriate defenses</a:t>
            </a:r>
          </a:p>
          <a:p>
            <a:r>
              <a:rPr lang="en-US" dirty="0">
                <a:latin typeface="Arial" pitchFamily="1" charset="0"/>
                <a:ea typeface="ＭＳ Ｐゴシック" pitchFamily="1" charset="-128"/>
                <a:cs typeface="ＭＳ Ｐゴシック" pitchFamily="1" charset="-128"/>
              </a:rPr>
              <a:t>and responses in Sections 7.6 and 7.7.</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11</a:t>
            </a:fld>
            <a:endParaRPr lang="en-US"/>
          </a:p>
        </p:txBody>
      </p:sp>
    </p:spTree>
    <p:extLst>
      <p:ext uri="{BB962C8B-B14F-4D97-AF65-F5344CB8AC3E}">
        <p14:creationId xmlns:p14="http://schemas.microsoft.com/office/powerpoint/2010/main" val="313817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We consider two different approaches to exploiting the Hypertext Transfer Protocol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(HTTP) to deny service.</a:t>
            </a:r>
            <a:endParaRPr lang="en-US" dirty="0"/>
          </a:p>
          <a:p>
            <a:pPr>
              <a:defRPr/>
            </a:pPr>
            <a:endParaRPr lang="en-US" dirty="0"/>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An HTTP flood refers to an attack that bombards Web servers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with HTTP requests. Typically, this is a DDoS attack, with HTTP requests coming</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from many different bots. The requests can be designed to consume considerable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resources. For example, an HTTP request to download a large file from the target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causes the Web server to read the file from hard disk, store it in memory, convert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into a packet stream, and then transmit the packets. This process consumes memory,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processing, and transmission resources.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 variant of this attack is known as a recursive HTTP flood. In this case, the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bots start from a given HTTP link and then follows all links on the provided Web</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site in a recursive way. This is also called spidering.</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 intriguing and unusual form of HTTP-based attack is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[SOUR12], [DAMO12].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exploits the common server technique of using</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multiple threads to support multiple requests to the same server application. It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attempts to monopolize all of the available request handling threads on the Web</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server by sending HTTP requests that never complete. Since each request consumes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 thread, the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attack eventually consumes all of the Web server’s connection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capacity, effectively denying access to legitimate users.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HTTP protocol specification (RFC2616) states that a blank line must be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used to indicate the end of the request headers and the beginning of the payload,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if any. Once the entire request is received, the Web server may then respond. The</a:t>
            </a:r>
          </a:p>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attack operates by establishing multiple connections to the Web server.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On each connection, it sends an incomplete request that does not include the terminating</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newline sequence. The attacker sends additional header lines periodically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keep the connection alive, but never sends the terminating newline sequence. The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Web server keeps the connection open, expecting more information to complete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request. As the attack continues, the volume of long-standing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connections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increases, eventually consuming all available Web server connections, thus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rendering the Web server unavailable to respond to legitimate requests.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different from typical denials of service in that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traffic</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utilizes legitimate HTTP traffic, and does not rely on using special “bad” HTTP</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requests that exploit bugs in specific HTTP servers. Because of this, existing intrusion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detection and intrusion prevention solutions that rely on signatures to detect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attacks will generally not recognize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This means that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is capable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of being effective even when standard enterprise-grade intrusion detection and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intrusion prevention systems are in place.</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There are a number of countermeasures that can be taken against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type attacks, including limiting the rate of incoming connections from a particular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host; varying the timeout on connections as a function of the number of connections;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delayed binding. Delayed binding is performed by load balancing software. In</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essence, the load balancer performs an HTTP request header completeness check,</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which means that the HTTP request will not be sent to the appropriate Web server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until the final two carriage return and line feeds are sent by the HTTP client. This is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key bit of information. Basically, delayed binding ensures that your Web server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or proxy will never see any of the incomplete requests being sent out by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Slowloris</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
            </a:r>
            <a:endParaRPr lang="en-US" dirty="0"/>
          </a:p>
        </p:txBody>
      </p:sp>
      <p:sp>
        <p:nvSpPr>
          <p:cNvPr id="4" name="Slide Number Placeholder 3"/>
          <p:cNvSpPr>
            <a:spLocks noGrp="1"/>
          </p:cNvSpPr>
          <p:nvPr>
            <p:ph type="sldNum" sz="quarter" idx="5"/>
          </p:nvPr>
        </p:nvSpPr>
        <p:spPr/>
        <p:txBody>
          <a:bodyPr/>
          <a:lstStyle/>
          <a:p>
            <a:fld id="{715C8847-C870-FC49-BAC8-7739469A7F46}" type="slidenum">
              <a:rPr lang="en-US" smtClean="0"/>
              <a:t>12</a:t>
            </a:fld>
            <a:endParaRPr lang="en-US"/>
          </a:p>
        </p:txBody>
      </p:sp>
    </p:spTree>
    <p:extLst>
      <p:ext uri="{BB962C8B-B14F-4D97-AF65-F5344CB8AC3E}">
        <p14:creationId xmlns:p14="http://schemas.microsoft.com/office/powerpoint/2010/main" val="15944606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 further variation of the reflector attack establishes a self-contained loop</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between the intermediary and the target system. Both systems act as reflectors.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Figure 7.6 shows this type of attack. The upper part of the figure shows normal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Domain Name System operation.  The DNS client sends a query from its UDP</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port 1792 to the server’s DNS port 53 to obtain the IP address of a domain name.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DNS server sends a UDP response packet including the IP address. The lower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part of the figure shows a reflection attack using DNS. The attacker sends a query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to the DNS server with a spoofed IP source address of </a:t>
            </a:r>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j.k.l.m</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this is the IP address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of the target. The attacker uses port 7, which is usually associated with echo,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reflector service. The DNS server then sends a response to the victim of the attack,</a:t>
            </a:r>
          </a:p>
          <a:p>
            <a:r>
              <a:rPr lang="en-US" sz="1200" b="0" i="0" u="none" strike="noStrike" kern="1200" baseline="0" dirty="0" err="1">
                <a:solidFill>
                  <a:schemeClr val="tx1"/>
                </a:solidFill>
                <a:latin typeface="Arial" pitchFamily="-110" charset="0"/>
                <a:ea typeface="ＭＳ Ｐゴシック" pitchFamily="-110" charset="-128"/>
                <a:cs typeface="ＭＳ Ｐゴシック" pitchFamily="-110" charset="-128"/>
              </a:rPr>
              <a:t>j.k.l.m</a:t>
            </a:r>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addressed to port 7. If the victim is offering the echo service, it may create a</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packet that echoes the received data back to the DNS server. This can cause a loop</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between the DNS server and the victim if the DNS server responds to the packets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sent by the victim. Most reflector attacks can be prevented through network-based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and host-based firewall rulesets that reject suspicious combinations of source and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destination ports.</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While very effective if possible, this type of attack is fairly easy to filter for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because the combinations of service ports used should never occur in normal network</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operation.</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When implementing any of these reflection attacks, the attacker could use just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one system as the original source of packets. This suffices, particularly if a service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is used that generates larger response packets than those originally sent to the intermediary.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Alternatively, multiple systems might be used to generate higher volumes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of traffic to be reflected and to further obscure the path back to the attacker. Typically a botnet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would be used in this case.</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Another characteristic of reflection attacks is the lack of backscatter traffic.</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In both direct flooding attacks and SYN spoofing attacks, the use of spoofed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source addresses results in response packets being scattered across the Internet and</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thus detectable. This allows security researchers to estimate the volumes of such</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attacks. In reflection attacks, the spoofed source address directs all the packets at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 desired target and any responses to the intermediary. There is no generally visible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side effect of these attacks, making them much harder to quantify. Evidence of</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them is only available from either the targeted systems and their ISPs or the intermediary</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systems. In either case, specific instrumentation and monitoring would be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needed to collect this evidence.</a:t>
            </a:r>
          </a:p>
          <a:p>
            <a:endPar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Fundamental to the success of reflection attacks is the ability to create</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spoofed-source packets. If filters are in place that block spoofed-source packets, as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described in (RFC 2827), then these attacks are simply not possible. This is the most</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basic, fundamental defense against such attacks. This is not the case with either</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SYN spoofing or flooding attacks (distributed or not). They can succeed using real</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source addresses, with the consequences already noted.</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13</a:t>
            </a:fld>
            <a:endParaRPr lang="en-US"/>
          </a:p>
        </p:txBody>
      </p:sp>
    </p:spTree>
    <p:extLst>
      <p:ext uri="{BB962C8B-B14F-4D97-AF65-F5344CB8AC3E}">
        <p14:creationId xmlns:p14="http://schemas.microsoft.com/office/powerpoint/2010/main" val="14023489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Arial" pitchFamily="1" charset="0"/>
                <a:ea typeface="ＭＳ Ｐゴシック" pitchFamily="1" charset="-128"/>
                <a:cs typeface="ＭＳ Ｐゴシック" pitchFamily="1" charset="-128"/>
              </a:rPr>
              <a:t>Amplification attacks </a:t>
            </a:r>
            <a:r>
              <a:rPr lang="en-US" dirty="0">
                <a:latin typeface="Arial" pitchFamily="1" charset="0"/>
                <a:ea typeface="ＭＳ Ｐゴシック" pitchFamily="1" charset="-128"/>
                <a:cs typeface="ＭＳ Ｐゴシック" pitchFamily="1" charset="-128"/>
              </a:rPr>
              <a:t>are a variant of reflector attacks and also involve sending a</a:t>
            </a:r>
          </a:p>
          <a:p>
            <a:r>
              <a:rPr lang="en-US" dirty="0">
                <a:latin typeface="Arial" pitchFamily="1" charset="0"/>
                <a:ea typeface="ＭＳ Ｐゴシック" pitchFamily="1" charset="-128"/>
                <a:cs typeface="ＭＳ Ｐゴシック" pitchFamily="1" charset="-128"/>
              </a:rPr>
              <a:t>packet with a spoofed source address for the target system to intermediaries. They</a:t>
            </a:r>
          </a:p>
          <a:p>
            <a:r>
              <a:rPr lang="en-US" dirty="0">
                <a:latin typeface="Arial" pitchFamily="1" charset="0"/>
                <a:ea typeface="ＭＳ Ｐゴシック" pitchFamily="1" charset="-128"/>
                <a:cs typeface="ＭＳ Ｐゴシック" pitchFamily="1" charset="-128"/>
              </a:rPr>
              <a:t>differ in generating multiple response packets for each original packet sent. This can</a:t>
            </a:r>
          </a:p>
          <a:p>
            <a:r>
              <a:rPr lang="en-US" dirty="0">
                <a:latin typeface="Arial" pitchFamily="1" charset="0"/>
                <a:ea typeface="ＭＳ Ｐゴシック" pitchFamily="1" charset="-128"/>
                <a:cs typeface="ＭＳ Ｐゴシック" pitchFamily="1" charset="-128"/>
              </a:rPr>
              <a:t>be achieved by directing the original request to the broadcast address for some network.</a:t>
            </a:r>
          </a:p>
          <a:p>
            <a:r>
              <a:rPr lang="en-US" dirty="0">
                <a:latin typeface="Arial" pitchFamily="1" charset="0"/>
                <a:ea typeface="ＭＳ Ｐゴシック" pitchFamily="1" charset="-128"/>
                <a:cs typeface="ＭＳ Ｐゴシック" pitchFamily="1" charset="-128"/>
              </a:rPr>
              <a:t>As a result, all hosts on that network can potentially respond to the request,</a:t>
            </a:r>
          </a:p>
          <a:p>
            <a:r>
              <a:rPr lang="en-US" dirty="0">
                <a:latin typeface="Arial" pitchFamily="1" charset="0"/>
                <a:ea typeface="ＭＳ Ｐゴシック" pitchFamily="1" charset="-128"/>
                <a:cs typeface="ＭＳ Ｐゴシック" pitchFamily="1" charset="-128"/>
              </a:rPr>
              <a:t>generating a flood of responses as shown in Figure 7.7 . It is only necessary to use</a:t>
            </a:r>
          </a:p>
          <a:p>
            <a:r>
              <a:rPr lang="en-US" dirty="0">
                <a:latin typeface="Arial" pitchFamily="1" charset="0"/>
                <a:ea typeface="ＭＳ Ｐゴシック" pitchFamily="1" charset="-128"/>
                <a:cs typeface="ＭＳ Ｐゴシック" pitchFamily="1" charset="-128"/>
              </a:rPr>
              <a:t>a service handled by large numbers of hosts on the intermediate network. A ping</a:t>
            </a:r>
          </a:p>
          <a:p>
            <a:r>
              <a:rPr lang="en-US" dirty="0">
                <a:latin typeface="Arial" pitchFamily="1" charset="0"/>
                <a:ea typeface="ＭＳ Ｐゴシック" pitchFamily="1" charset="-128"/>
                <a:cs typeface="ＭＳ Ｐゴシック" pitchFamily="1" charset="-128"/>
              </a:rPr>
              <a:t>flood using ICMP echo request packets was a common choice, since this service</a:t>
            </a:r>
          </a:p>
          <a:p>
            <a:r>
              <a:rPr lang="en-US" dirty="0">
                <a:latin typeface="Arial" pitchFamily="1" charset="0"/>
                <a:ea typeface="ＭＳ Ｐゴシック" pitchFamily="1" charset="-128"/>
                <a:cs typeface="ＭＳ Ｐゴシック" pitchFamily="1" charset="-128"/>
              </a:rPr>
              <a:t>is a fundamental component of TCP/IP implementations and was often allowed</a:t>
            </a:r>
          </a:p>
          <a:p>
            <a:r>
              <a:rPr lang="en-US" dirty="0">
                <a:latin typeface="Arial" pitchFamily="1" charset="0"/>
                <a:ea typeface="ＭＳ Ｐゴシック" pitchFamily="1" charset="-128"/>
                <a:cs typeface="ＭＳ Ｐゴシック" pitchFamily="1" charset="-128"/>
              </a:rPr>
              <a:t>into networks. The well-known </a:t>
            </a:r>
            <a:r>
              <a:rPr lang="en-US" i="1" dirty="0" err="1">
                <a:latin typeface="Arial" pitchFamily="1" charset="0"/>
                <a:ea typeface="ＭＳ Ｐゴシック" pitchFamily="1" charset="-128"/>
                <a:cs typeface="ＭＳ Ｐゴシック" pitchFamily="1" charset="-128"/>
              </a:rPr>
              <a:t>smurf</a:t>
            </a:r>
            <a:r>
              <a:rPr lang="en-US" i="1" dirty="0">
                <a:latin typeface="Arial" pitchFamily="1" charset="0"/>
                <a:ea typeface="ＭＳ Ｐゴシック" pitchFamily="1" charset="-128"/>
                <a:cs typeface="ＭＳ Ｐゴシック" pitchFamily="1" charset="-128"/>
              </a:rPr>
              <a:t> </a:t>
            </a:r>
            <a:r>
              <a:rPr lang="en-US" i="0" dirty="0">
                <a:latin typeface="Arial" pitchFamily="1" charset="0"/>
                <a:ea typeface="ＭＳ Ｐゴシック" pitchFamily="1" charset="-128"/>
                <a:cs typeface="ＭＳ Ｐゴシック" pitchFamily="1" charset="-128"/>
              </a:rPr>
              <a:t>DoS program used this mechanism and was</a:t>
            </a:r>
          </a:p>
          <a:p>
            <a:r>
              <a:rPr lang="en-US" dirty="0">
                <a:latin typeface="Arial" pitchFamily="1" charset="0"/>
                <a:ea typeface="ＭＳ Ｐゴシック" pitchFamily="1" charset="-128"/>
                <a:cs typeface="ＭＳ Ｐゴシック" pitchFamily="1" charset="-128"/>
              </a:rPr>
              <a:t>widely popular for some time. Another possibility is to use a suitable UDP service,</a:t>
            </a:r>
          </a:p>
          <a:p>
            <a:r>
              <a:rPr lang="en-US" dirty="0">
                <a:latin typeface="Arial" pitchFamily="1" charset="0"/>
                <a:ea typeface="ＭＳ Ｐゴシック" pitchFamily="1" charset="-128"/>
                <a:cs typeface="ＭＳ Ｐゴシック" pitchFamily="1" charset="-128"/>
              </a:rPr>
              <a:t>such as the echo service. The </a:t>
            </a:r>
            <a:r>
              <a:rPr lang="en-US" i="1" dirty="0" err="1">
                <a:latin typeface="Arial" pitchFamily="1" charset="0"/>
                <a:ea typeface="ＭＳ Ｐゴシック" pitchFamily="1" charset="-128"/>
                <a:cs typeface="ＭＳ Ｐゴシック" pitchFamily="1" charset="-128"/>
              </a:rPr>
              <a:t>fraggle</a:t>
            </a:r>
            <a:r>
              <a:rPr lang="en-US" i="1" dirty="0">
                <a:latin typeface="Arial" pitchFamily="1" charset="0"/>
                <a:ea typeface="ＭＳ Ｐゴシック" pitchFamily="1" charset="-128"/>
                <a:cs typeface="ＭＳ Ｐゴシック" pitchFamily="1" charset="-128"/>
              </a:rPr>
              <a:t> </a:t>
            </a:r>
            <a:r>
              <a:rPr lang="en-US" i="0" dirty="0">
                <a:latin typeface="Arial" pitchFamily="1" charset="0"/>
                <a:ea typeface="ＭＳ Ｐゴシック" pitchFamily="1" charset="-128"/>
                <a:cs typeface="ＭＳ Ｐゴシック" pitchFamily="1" charset="-128"/>
              </a:rPr>
              <a:t>program implemented this variant. Note that</a:t>
            </a:r>
          </a:p>
          <a:p>
            <a:r>
              <a:rPr lang="en-US" dirty="0">
                <a:latin typeface="Arial" pitchFamily="1" charset="0"/>
                <a:ea typeface="ＭＳ Ｐゴシック" pitchFamily="1" charset="-128"/>
                <a:cs typeface="ＭＳ Ｐゴシック" pitchFamily="1" charset="-128"/>
              </a:rPr>
              <a:t>TCP services cannot be used in this type of attack; because they are connection</a:t>
            </a:r>
          </a:p>
          <a:p>
            <a:r>
              <a:rPr lang="en-US" dirty="0">
                <a:latin typeface="Arial" pitchFamily="1" charset="0"/>
                <a:ea typeface="ＭＳ Ｐゴシック" pitchFamily="1" charset="-128"/>
                <a:cs typeface="ＭＳ Ｐゴシック" pitchFamily="1" charset="-128"/>
              </a:rPr>
              <a:t>oriented, they cannot be directed at a broadcast address. Broadcasts are inherently</a:t>
            </a:r>
          </a:p>
          <a:p>
            <a:r>
              <a:rPr lang="en-US" dirty="0">
                <a:latin typeface="Arial" pitchFamily="1" charset="0"/>
                <a:ea typeface="ＭＳ Ｐゴシック" pitchFamily="1" charset="-128"/>
                <a:cs typeface="ＭＳ Ｐゴシック" pitchFamily="1" charset="-128"/>
              </a:rPr>
              <a:t>connectionless.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 best additional defense against this form of attack is to not allow directed</a:t>
            </a:r>
          </a:p>
          <a:p>
            <a:r>
              <a:rPr lang="en-US" dirty="0">
                <a:latin typeface="Arial" pitchFamily="1" charset="0"/>
                <a:ea typeface="ＭＳ Ｐゴシック" pitchFamily="1" charset="-128"/>
                <a:cs typeface="ＭＳ Ｐゴシック" pitchFamily="1" charset="-128"/>
              </a:rPr>
              <a:t>broadcasts to be routed into a network from outside. Indeed, this is another longstanding</a:t>
            </a:r>
          </a:p>
          <a:p>
            <a:r>
              <a:rPr lang="en-US" dirty="0">
                <a:latin typeface="Arial" pitchFamily="1" charset="0"/>
                <a:ea typeface="ＭＳ Ｐゴシック" pitchFamily="1" charset="-128"/>
                <a:cs typeface="ＭＳ Ｐゴシック" pitchFamily="1" charset="-128"/>
              </a:rPr>
              <a:t>security recommendation, unfortunately about as widely implemented as</a:t>
            </a:r>
          </a:p>
          <a:p>
            <a:r>
              <a:rPr lang="en-US" dirty="0">
                <a:latin typeface="Arial" pitchFamily="1" charset="0"/>
                <a:ea typeface="ＭＳ Ｐゴシック" pitchFamily="1" charset="-128"/>
                <a:cs typeface="ＭＳ Ｐゴシック" pitchFamily="1" charset="-128"/>
              </a:rPr>
              <a:t>that for blocking spoofed source addresses. If these forms of filtering are in place,</a:t>
            </a:r>
          </a:p>
          <a:p>
            <a:r>
              <a:rPr lang="en-US" dirty="0">
                <a:latin typeface="Arial" pitchFamily="1" charset="0"/>
                <a:ea typeface="ＭＳ Ｐゴシック" pitchFamily="1" charset="-128"/>
                <a:cs typeface="ＭＳ Ｐゴシック" pitchFamily="1" charset="-128"/>
              </a:rPr>
              <a:t>these attacks cannot succeed. Another defense is to limit network services like echo</a:t>
            </a:r>
          </a:p>
          <a:p>
            <a:r>
              <a:rPr lang="en-US" dirty="0">
                <a:latin typeface="Arial" pitchFamily="1" charset="0"/>
                <a:ea typeface="ＭＳ Ｐゴシック" pitchFamily="1" charset="-128"/>
                <a:cs typeface="ＭＳ Ｐゴシック" pitchFamily="1" charset="-128"/>
              </a:rPr>
              <a:t>and ping from being accessed from outside an organization. This restricts which</a:t>
            </a:r>
          </a:p>
          <a:p>
            <a:r>
              <a:rPr lang="en-US" dirty="0">
                <a:latin typeface="Arial" pitchFamily="1" charset="0"/>
                <a:ea typeface="ＭＳ Ｐゴシック" pitchFamily="1" charset="-128"/>
                <a:cs typeface="ＭＳ Ｐゴシック" pitchFamily="1" charset="-128"/>
              </a:rPr>
              <a:t>services could be used in these attacks, at a cost in ease of analyzing some legitimate</a:t>
            </a:r>
          </a:p>
          <a:p>
            <a:r>
              <a:rPr lang="en-US" dirty="0">
                <a:latin typeface="Arial" pitchFamily="1" charset="0"/>
                <a:ea typeface="ＭＳ Ｐゴシック" pitchFamily="1" charset="-128"/>
                <a:cs typeface="ＭＳ Ｐゴシック" pitchFamily="1" charset="-128"/>
              </a:rPr>
              <a:t>network problems.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Attackers scan the Internet looking for well-connected networks that do allow</a:t>
            </a:r>
          </a:p>
          <a:p>
            <a:r>
              <a:rPr lang="en-US" dirty="0">
                <a:latin typeface="Arial" pitchFamily="1" charset="0"/>
                <a:ea typeface="ＭＳ Ｐゴシック" pitchFamily="1" charset="-128"/>
                <a:cs typeface="ＭＳ Ｐゴシック" pitchFamily="1" charset="-128"/>
              </a:rPr>
              <a:t>directed broadcasts and that implement suitable services attackers can reflect off.</a:t>
            </a:r>
          </a:p>
          <a:p>
            <a:r>
              <a:rPr lang="en-US" dirty="0">
                <a:latin typeface="Arial" pitchFamily="1" charset="0"/>
                <a:ea typeface="ＭＳ Ｐゴシック" pitchFamily="1" charset="-128"/>
                <a:cs typeface="ＭＳ Ｐゴシック" pitchFamily="1" charset="-128"/>
              </a:rPr>
              <a:t>These lists are traded and used to implement such attacks.</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14</a:t>
            </a:fld>
            <a:endParaRPr lang="en-US"/>
          </a:p>
        </p:txBody>
      </p:sp>
    </p:spTree>
    <p:extLst>
      <p:ext uri="{BB962C8B-B14F-4D97-AF65-F5344CB8AC3E}">
        <p14:creationId xmlns:p14="http://schemas.microsoft.com/office/powerpoint/2010/main" val="40618941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latin typeface="Arial" pitchFamily="1" charset="0"/>
                <a:ea typeface="ＭＳ Ｐゴシック" pitchFamily="1" charset="-128"/>
                <a:cs typeface="ＭＳ Ｐゴシック" pitchFamily="1" charset="-128"/>
              </a:rPr>
              <a:t>Amplification attacks </a:t>
            </a:r>
            <a:r>
              <a:rPr lang="en-US" dirty="0">
                <a:latin typeface="Arial" pitchFamily="1" charset="0"/>
                <a:ea typeface="ＭＳ Ｐゴシック" pitchFamily="1" charset="-128"/>
                <a:cs typeface="ＭＳ Ｐゴシック" pitchFamily="1" charset="-128"/>
              </a:rPr>
              <a:t>are a variant of reflector attacks and also involve sending a</a:t>
            </a:r>
          </a:p>
          <a:p>
            <a:r>
              <a:rPr lang="en-US" dirty="0">
                <a:latin typeface="Arial" pitchFamily="1" charset="0"/>
                <a:ea typeface="ＭＳ Ｐゴシック" pitchFamily="1" charset="-128"/>
                <a:cs typeface="ＭＳ Ｐゴシック" pitchFamily="1" charset="-128"/>
              </a:rPr>
              <a:t>packet with a spoofed source address for the target system to intermediaries. They</a:t>
            </a:r>
          </a:p>
          <a:p>
            <a:r>
              <a:rPr lang="en-US" dirty="0">
                <a:latin typeface="Arial" pitchFamily="1" charset="0"/>
                <a:ea typeface="ＭＳ Ｐゴシック" pitchFamily="1" charset="-128"/>
                <a:cs typeface="ＭＳ Ｐゴシック" pitchFamily="1" charset="-128"/>
              </a:rPr>
              <a:t>differ in generating multiple response packets for each original packet sent. This can</a:t>
            </a:r>
          </a:p>
          <a:p>
            <a:r>
              <a:rPr lang="en-US" dirty="0">
                <a:latin typeface="Arial" pitchFamily="1" charset="0"/>
                <a:ea typeface="ＭＳ Ｐゴシック" pitchFamily="1" charset="-128"/>
                <a:cs typeface="ＭＳ Ｐゴシック" pitchFamily="1" charset="-128"/>
              </a:rPr>
              <a:t>be achieved by directing the original request to the broadcast address for some network.</a:t>
            </a:r>
          </a:p>
          <a:p>
            <a:r>
              <a:rPr lang="en-US" dirty="0">
                <a:latin typeface="Arial" pitchFamily="1" charset="0"/>
                <a:ea typeface="ＭＳ Ｐゴシック" pitchFamily="1" charset="-128"/>
                <a:cs typeface="ＭＳ Ｐゴシック" pitchFamily="1" charset="-128"/>
              </a:rPr>
              <a:t>As a result, all hosts on that network can potentially respond to the request,</a:t>
            </a:r>
          </a:p>
          <a:p>
            <a:r>
              <a:rPr lang="en-US" dirty="0">
                <a:latin typeface="Arial" pitchFamily="1" charset="0"/>
                <a:ea typeface="ＭＳ Ｐゴシック" pitchFamily="1" charset="-128"/>
                <a:cs typeface="ＭＳ Ｐゴシック" pitchFamily="1" charset="-128"/>
              </a:rPr>
              <a:t>generating a flood of responses as shown in Figure 7.7 . It is only necessary to use</a:t>
            </a:r>
          </a:p>
          <a:p>
            <a:r>
              <a:rPr lang="en-US" dirty="0">
                <a:latin typeface="Arial" pitchFamily="1" charset="0"/>
                <a:ea typeface="ＭＳ Ｐゴシック" pitchFamily="1" charset="-128"/>
                <a:cs typeface="ＭＳ Ｐゴシック" pitchFamily="1" charset="-128"/>
              </a:rPr>
              <a:t>a service handled by large numbers of hosts on the intermediate network. A ping</a:t>
            </a:r>
          </a:p>
          <a:p>
            <a:r>
              <a:rPr lang="en-US" dirty="0">
                <a:latin typeface="Arial" pitchFamily="1" charset="0"/>
                <a:ea typeface="ＭＳ Ｐゴシック" pitchFamily="1" charset="-128"/>
                <a:cs typeface="ＭＳ Ｐゴシック" pitchFamily="1" charset="-128"/>
              </a:rPr>
              <a:t>flood using ICMP echo request packets was a common choice, since this service</a:t>
            </a:r>
          </a:p>
          <a:p>
            <a:r>
              <a:rPr lang="en-US" dirty="0">
                <a:latin typeface="Arial" pitchFamily="1" charset="0"/>
                <a:ea typeface="ＭＳ Ｐゴシック" pitchFamily="1" charset="-128"/>
                <a:cs typeface="ＭＳ Ｐゴシック" pitchFamily="1" charset="-128"/>
              </a:rPr>
              <a:t>is a fundamental component of TCP/IP implementations and was often allowed</a:t>
            </a:r>
          </a:p>
          <a:p>
            <a:r>
              <a:rPr lang="en-US" dirty="0">
                <a:latin typeface="Arial" pitchFamily="1" charset="0"/>
                <a:ea typeface="ＭＳ Ｐゴシック" pitchFamily="1" charset="-128"/>
                <a:cs typeface="ＭＳ Ｐゴシック" pitchFamily="1" charset="-128"/>
              </a:rPr>
              <a:t>into networks. The well-known </a:t>
            </a:r>
            <a:r>
              <a:rPr lang="en-US" i="1" dirty="0" err="1">
                <a:latin typeface="Arial" pitchFamily="1" charset="0"/>
                <a:ea typeface="ＭＳ Ｐゴシック" pitchFamily="1" charset="-128"/>
                <a:cs typeface="ＭＳ Ｐゴシック" pitchFamily="1" charset="-128"/>
              </a:rPr>
              <a:t>smurf</a:t>
            </a:r>
            <a:r>
              <a:rPr lang="en-US" i="1" dirty="0">
                <a:latin typeface="Arial" pitchFamily="1" charset="0"/>
                <a:ea typeface="ＭＳ Ｐゴシック" pitchFamily="1" charset="-128"/>
                <a:cs typeface="ＭＳ Ｐゴシック" pitchFamily="1" charset="-128"/>
              </a:rPr>
              <a:t> </a:t>
            </a:r>
            <a:r>
              <a:rPr lang="en-US" i="0" dirty="0">
                <a:latin typeface="Arial" pitchFamily="1" charset="0"/>
                <a:ea typeface="ＭＳ Ｐゴシック" pitchFamily="1" charset="-128"/>
                <a:cs typeface="ＭＳ Ｐゴシック" pitchFamily="1" charset="-128"/>
              </a:rPr>
              <a:t>DoS program used this mechanism and was</a:t>
            </a:r>
          </a:p>
          <a:p>
            <a:r>
              <a:rPr lang="en-US" dirty="0">
                <a:latin typeface="Arial" pitchFamily="1" charset="0"/>
                <a:ea typeface="ＭＳ Ｐゴシック" pitchFamily="1" charset="-128"/>
                <a:cs typeface="ＭＳ Ｐゴシック" pitchFamily="1" charset="-128"/>
              </a:rPr>
              <a:t>widely popular for some time. Another possibility is to use a suitable UDP service,</a:t>
            </a:r>
          </a:p>
          <a:p>
            <a:r>
              <a:rPr lang="en-US" dirty="0">
                <a:latin typeface="Arial" pitchFamily="1" charset="0"/>
                <a:ea typeface="ＭＳ Ｐゴシック" pitchFamily="1" charset="-128"/>
                <a:cs typeface="ＭＳ Ｐゴシック" pitchFamily="1" charset="-128"/>
              </a:rPr>
              <a:t>such as the echo service. The </a:t>
            </a:r>
            <a:r>
              <a:rPr lang="en-US" i="1" dirty="0" err="1">
                <a:latin typeface="Arial" pitchFamily="1" charset="0"/>
                <a:ea typeface="ＭＳ Ｐゴシック" pitchFamily="1" charset="-128"/>
                <a:cs typeface="ＭＳ Ｐゴシック" pitchFamily="1" charset="-128"/>
              </a:rPr>
              <a:t>fraggle</a:t>
            </a:r>
            <a:r>
              <a:rPr lang="en-US" i="1" dirty="0">
                <a:latin typeface="Arial" pitchFamily="1" charset="0"/>
                <a:ea typeface="ＭＳ Ｐゴシック" pitchFamily="1" charset="-128"/>
                <a:cs typeface="ＭＳ Ｐゴシック" pitchFamily="1" charset="-128"/>
              </a:rPr>
              <a:t> </a:t>
            </a:r>
            <a:r>
              <a:rPr lang="en-US" i="0" dirty="0">
                <a:latin typeface="Arial" pitchFamily="1" charset="0"/>
                <a:ea typeface="ＭＳ Ｐゴシック" pitchFamily="1" charset="-128"/>
                <a:cs typeface="ＭＳ Ｐゴシック" pitchFamily="1" charset="-128"/>
              </a:rPr>
              <a:t>program implemented this variant. Note that</a:t>
            </a:r>
          </a:p>
          <a:p>
            <a:r>
              <a:rPr lang="en-US" dirty="0">
                <a:latin typeface="Arial" pitchFamily="1" charset="0"/>
                <a:ea typeface="ＭＳ Ｐゴシック" pitchFamily="1" charset="-128"/>
                <a:cs typeface="ＭＳ Ｐゴシック" pitchFamily="1" charset="-128"/>
              </a:rPr>
              <a:t>TCP services cannot be used in this type of attack; because they are connection</a:t>
            </a:r>
          </a:p>
          <a:p>
            <a:r>
              <a:rPr lang="en-US" dirty="0">
                <a:latin typeface="Arial" pitchFamily="1" charset="0"/>
                <a:ea typeface="ＭＳ Ｐゴシック" pitchFamily="1" charset="-128"/>
                <a:cs typeface="ＭＳ Ｐゴシック" pitchFamily="1" charset="-128"/>
              </a:rPr>
              <a:t>oriented, they cannot be directed at a broadcast address. Broadcasts are inherently</a:t>
            </a:r>
          </a:p>
          <a:p>
            <a:r>
              <a:rPr lang="en-US" dirty="0">
                <a:latin typeface="Arial" pitchFamily="1" charset="0"/>
                <a:ea typeface="ＭＳ Ｐゴシック" pitchFamily="1" charset="-128"/>
                <a:cs typeface="ＭＳ Ｐゴシック" pitchFamily="1" charset="-128"/>
              </a:rPr>
              <a:t>connectionless.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 best additional defense against this form of attack is to not allow directed</a:t>
            </a:r>
          </a:p>
          <a:p>
            <a:r>
              <a:rPr lang="en-US" dirty="0">
                <a:latin typeface="Arial" pitchFamily="1" charset="0"/>
                <a:ea typeface="ＭＳ Ｐゴシック" pitchFamily="1" charset="-128"/>
                <a:cs typeface="ＭＳ Ｐゴシック" pitchFamily="1" charset="-128"/>
              </a:rPr>
              <a:t>broadcasts to be routed into a network from outside. Indeed, this is another longstanding</a:t>
            </a:r>
          </a:p>
          <a:p>
            <a:r>
              <a:rPr lang="en-US" dirty="0">
                <a:latin typeface="Arial" pitchFamily="1" charset="0"/>
                <a:ea typeface="ＭＳ Ｐゴシック" pitchFamily="1" charset="-128"/>
                <a:cs typeface="ＭＳ Ｐゴシック" pitchFamily="1" charset="-128"/>
              </a:rPr>
              <a:t>security recommendation, unfortunately about as widely implemented as</a:t>
            </a:r>
          </a:p>
          <a:p>
            <a:r>
              <a:rPr lang="en-US" dirty="0">
                <a:latin typeface="Arial" pitchFamily="1" charset="0"/>
                <a:ea typeface="ＭＳ Ｐゴシック" pitchFamily="1" charset="-128"/>
                <a:cs typeface="ＭＳ Ｐゴシック" pitchFamily="1" charset="-128"/>
              </a:rPr>
              <a:t>that for blocking spoofed source addresses. If these forms of filtering are in place,</a:t>
            </a:r>
          </a:p>
          <a:p>
            <a:r>
              <a:rPr lang="en-US" dirty="0">
                <a:latin typeface="Arial" pitchFamily="1" charset="0"/>
                <a:ea typeface="ＭＳ Ｐゴシック" pitchFamily="1" charset="-128"/>
                <a:cs typeface="ＭＳ Ｐゴシック" pitchFamily="1" charset="-128"/>
              </a:rPr>
              <a:t>these attacks cannot succeed. Another defense is to limit network services like echo</a:t>
            </a:r>
          </a:p>
          <a:p>
            <a:r>
              <a:rPr lang="en-US" dirty="0">
                <a:latin typeface="Arial" pitchFamily="1" charset="0"/>
                <a:ea typeface="ＭＳ Ｐゴシック" pitchFamily="1" charset="-128"/>
                <a:cs typeface="ＭＳ Ｐゴシック" pitchFamily="1" charset="-128"/>
              </a:rPr>
              <a:t>and ping from being accessed from outside an organization. This restricts which</a:t>
            </a:r>
          </a:p>
          <a:p>
            <a:r>
              <a:rPr lang="en-US" dirty="0">
                <a:latin typeface="Arial" pitchFamily="1" charset="0"/>
                <a:ea typeface="ＭＳ Ｐゴシック" pitchFamily="1" charset="-128"/>
                <a:cs typeface="ＭＳ Ｐゴシック" pitchFamily="1" charset="-128"/>
              </a:rPr>
              <a:t>services could be used in these attacks, at a cost in ease of analyzing some legitimate</a:t>
            </a:r>
          </a:p>
          <a:p>
            <a:r>
              <a:rPr lang="en-US" dirty="0">
                <a:latin typeface="Arial" pitchFamily="1" charset="0"/>
                <a:ea typeface="ＭＳ Ｐゴシック" pitchFamily="1" charset="-128"/>
                <a:cs typeface="ＭＳ Ｐゴシック" pitchFamily="1" charset="-128"/>
              </a:rPr>
              <a:t>network problems.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Attackers scan the Internet looking for well-connected networks that do allow</a:t>
            </a:r>
          </a:p>
          <a:p>
            <a:r>
              <a:rPr lang="en-US" dirty="0">
                <a:latin typeface="Arial" pitchFamily="1" charset="0"/>
                <a:ea typeface="ＭＳ Ｐゴシック" pitchFamily="1" charset="-128"/>
                <a:cs typeface="ＭＳ Ｐゴシック" pitchFamily="1" charset="-128"/>
              </a:rPr>
              <a:t>directed broadcasts and that implement suitable services attackers can reflect off.</a:t>
            </a:r>
          </a:p>
          <a:p>
            <a:r>
              <a:rPr lang="en-US" dirty="0">
                <a:latin typeface="Arial" pitchFamily="1" charset="0"/>
                <a:ea typeface="ＭＳ Ｐゴシック" pitchFamily="1" charset="-128"/>
                <a:cs typeface="ＭＳ Ｐゴシック" pitchFamily="1" charset="-128"/>
              </a:rPr>
              <a:t>These lists are traded and used to implement such attacks.</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15</a:t>
            </a:fld>
            <a:endParaRPr lang="en-US"/>
          </a:p>
        </p:txBody>
      </p:sp>
    </p:spTree>
    <p:extLst>
      <p:ext uri="{BB962C8B-B14F-4D97-AF65-F5344CB8AC3E}">
        <p14:creationId xmlns:p14="http://schemas.microsoft.com/office/powerpoint/2010/main" val="193202994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In addition to the DNS reflection attack discussed previously, a further variant of an</a:t>
            </a:r>
          </a:p>
          <a:p>
            <a:r>
              <a:rPr lang="en-US" dirty="0">
                <a:latin typeface="Arial" pitchFamily="1" charset="0"/>
                <a:ea typeface="ＭＳ Ｐゴシック" pitchFamily="1" charset="-128"/>
                <a:cs typeface="ＭＳ Ｐゴシック" pitchFamily="1" charset="-128"/>
              </a:rPr>
              <a:t>amplification attack uses packets directed at a legitimate DNS server as the intermediary</a:t>
            </a:r>
          </a:p>
          <a:p>
            <a:r>
              <a:rPr lang="en-US" dirty="0">
                <a:latin typeface="Arial" pitchFamily="1" charset="0"/>
                <a:ea typeface="ＭＳ Ｐゴシック" pitchFamily="1" charset="-128"/>
                <a:cs typeface="ＭＳ Ｐゴシック" pitchFamily="1" charset="-128"/>
              </a:rPr>
              <a:t>system. Attackers gain attack amplification by exploiting the behavior of the</a:t>
            </a:r>
          </a:p>
          <a:p>
            <a:r>
              <a:rPr lang="en-US" dirty="0">
                <a:latin typeface="Arial" pitchFamily="1" charset="0"/>
                <a:ea typeface="ＭＳ Ｐゴシック" pitchFamily="1" charset="-128"/>
                <a:cs typeface="ＭＳ Ｐゴシック" pitchFamily="1" charset="-128"/>
              </a:rPr>
              <a:t>DNS protocol to convert a small request into a much larger response. This contrasts</a:t>
            </a:r>
          </a:p>
          <a:p>
            <a:r>
              <a:rPr lang="en-US" dirty="0">
                <a:latin typeface="Arial" pitchFamily="1" charset="0"/>
                <a:ea typeface="ＭＳ Ｐゴシック" pitchFamily="1" charset="-128"/>
                <a:cs typeface="ＭＳ Ｐゴシック" pitchFamily="1" charset="-128"/>
              </a:rPr>
              <a:t>with the original amplifier attacks, which use responses from multiple systems to a</a:t>
            </a:r>
          </a:p>
          <a:p>
            <a:r>
              <a:rPr lang="en-US" dirty="0">
                <a:latin typeface="Arial" pitchFamily="1" charset="0"/>
                <a:ea typeface="ＭＳ Ｐゴシック" pitchFamily="1" charset="-128"/>
                <a:cs typeface="ＭＳ Ｐゴシック" pitchFamily="1" charset="-128"/>
              </a:rPr>
              <a:t>single request to gain amplification. Using the classic DNS protocol, a 60-byte UDP</a:t>
            </a:r>
          </a:p>
          <a:p>
            <a:r>
              <a:rPr lang="en-US" dirty="0">
                <a:latin typeface="Arial" pitchFamily="1" charset="0"/>
                <a:ea typeface="ＭＳ Ｐゴシック" pitchFamily="1" charset="-128"/>
                <a:cs typeface="ＭＳ Ｐゴシック" pitchFamily="1" charset="-128"/>
              </a:rPr>
              <a:t>request packet can easily result in a 512-byte UDP response, the maximum traditionally</a:t>
            </a:r>
          </a:p>
          <a:p>
            <a:r>
              <a:rPr lang="en-US" dirty="0">
                <a:latin typeface="Arial" pitchFamily="1" charset="0"/>
                <a:ea typeface="ＭＳ Ｐゴシック" pitchFamily="1" charset="-128"/>
                <a:cs typeface="ＭＳ Ｐゴシック" pitchFamily="1" charset="-128"/>
              </a:rPr>
              <a:t>allowed. All that is needed is a name server with DNS records large enough for</a:t>
            </a:r>
          </a:p>
          <a:p>
            <a:r>
              <a:rPr lang="en-US" dirty="0">
                <a:latin typeface="Arial" pitchFamily="1" charset="0"/>
                <a:ea typeface="ＭＳ Ｐゴシック" pitchFamily="1" charset="-128"/>
                <a:cs typeface="ＭＳ Ｐゴシック" pitchFamily="1" charset="-128"/>
              </a:rPr>
              <a:t>this to occur.</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These attacks have been seen for several years. More recently, the DNS</a:t>
            </a:r>
          </a:p>
          <a:p>
            <a:r>
              <a:rPr lang="en-US" dirty="0">
                <a:latin typeface="Arial" pitchFamily="1" charset="0"/>
                <a:ea typeface="ＭＳ Ｐゴシック" pitchFamily="1" charset="-128"/>
                <a:cs typeface="ＭＳ Ｐゴシック" pitchFamily="1" charset="-128"/>
              </a:rPr>
              <a:t>protocol has been extended to allow much larger responses of over 4000 bytes to</a:t>
            </a:r>
          </a:p>
          <a:p>
            <a:r>
              <a:rPr lang="en-US" dirty="0">
                <a:latin typeface="Arial" pitchFamily="1" charset="0"/>
                <a:ea typeface="ＭＳ Ｐゴシック" pitchFamily="1" charset="-128"/>
                <a:cs typeface="ＭＳ Ｐゴシック" pitchFamily="1" charset="-128"/>
              </a:rPr>
              <a:t>support extended DNS features such as IPv6, security, and others. By targeting</a:t>
            </a:r>
          </a:p>
          <a:p>
            <a:r>
              <a:rPr lang="en-US" dirty="0">
                <a:latin typeface="Arial" pitchFamily="1" charset="0"/>
                <a:ea typeface="ＭＳ Ｐゴシック" pitchFamily="1" charset="-128"/>
                <a:cs typeface="ＭＳ Ｐゴシック" pitchFamily="1" charset="-128"/>
              </a:rPr>
              <a:t>servers that support the extended DNS protocol, significantly greater amplification</a:t>
            </a:r>
          </a:p>
          <a:p>
            <a:r>
              <a:rPr lang="en-US" dirty="0">
                <a:latin typeface="Arial" pitchFamily="1" charset="0"/>
                <a:ea typeface="ＭＳ Ｐゴシック" pitchFamily="1" charset="-128"/>
                <a:cs typeface="ＭＳ Ｐゴシック" pitchFamily="1" charset="-128"/>
              </a:rPr>
              <a:t>can be achieved than with the classic DNS protocol.</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In this attack, a selection of suitable DNS servers with good network connections</a:t>
            </a:r>
          </a:p>
          <a:p>
            <a:r>
              <a:rPr lang="en-US" dirty="0">
                <a:latin typeface="Arial" pitchFamily="1" charset="0"/>
                <a:ea typeface="ＭＳ Ｐゴシック" pitchFamily="1" charset="-128"/>
                <a:cs typeface="ＭＳ Ｐゴシック" pitchFamily="1" charset="-128"/>
              </a:rPr>
              <a:t>are chosen. The attacker creates a series of DNS requests containing</a:t>
            </a:r>
          </a:p>
          <a:p>
            <a:r>
              <a:rPr lang="en-US" dirty="0">
                <a:latin typeface="Arial" pitchFamily="1" charset="0"/>
                <a:ea typeface="ＭＳ Ｐゴシック" pitchFamily="1" charset="-128"/>
                <a:cs typeface="ＭＳ Ｐゴシック" pitchFamily="1" charset="-128"/>
              </a:rPr>
              <a:t>the spoofed source address of the target system. These are directed at a number</a:t>
            </a:r>
          </a:p>
          <a:p>
            <a:r>
              <a:rPr lang="en-US" dirty="0">
                <a:latin typeface="Arial" pitchFamily="1" charset="0"/>
                <a:ea typeface="ＭＳ Ｐゴシック" pitchFamily="1" charset="-128"/>
                <a:cs typeface="ＭＳ Ｐゴシック" pitchFamily="1" charset="-128"/>
              </a:rPr>
              <a:t>of the selected name servers. The servers respond to these requests, sending the</a:t>
            </a:r>
          </a:p>
          <a:p>
            <a:r>
              <a:rPr lang="en-US" dirty="0">
                <a:latin typeface="Arial" pitchFamily="1" charset="0"/>
                <a:ea typeface="ＭＳ Ｐゴシック" pitchFamily="1" charset="-128"/>
                <a:cs typeface="ＭＳ Ｐゴシック" pitchFamily="1" charset="-128"/>
              </a:rPr>
              <a:t>replies to the spoofed source, which appears to them to be the legitimate requesting</a:t>
            </a:r>
          </a:p>
          <a:p>
            <a:r>
              <a:rPr lang="en-US" dirty="0">
                <a:latin typeface="Arial" pitchFamily="1" charset="0"/>
                <a:ea typeface="ＭＳ Ｐゴシック" pitchFamily="1" charset="-128"/>
                <a:cs typeface="ＭＳ Ｐゴシック" pitchFamily="1" charset="-128"/>
              </a:rPr>
              <a:t>system. The target is then flooded with their responses. Because of the amplification</a:t>
            </a:r>
          </a:p>
          <a:p>
            <a:r>
              <a:rPr lang="en-US" dirty="0">
                <a:latin typeface="Arial" pitchFamily="1" charset="0"/>
                <a:ea typeface="ＭＳ Ｐゴシック" pitchFamily="1" charset="-128"/>
                <a:cs typeface="ＭＳ Ｐゴシック" pitchFamily="1" charset="-128"/>
              </a:rPr>
              <a:t>achieved, the attacker need only generate a moderate flow of packets to</a:t>
            </a:r>
          </a:p>
          <a:p>
            <a:r>
              <a:rPr lang="en-US" dirty="0">
                <a:latin typeface="Arial" pitchFamily="1" charset="0"/>
                <a:ea typeface="ＭＳ Ｐゴシック" pitchFamily="1" charset="-128"/>
                <a:cs typeface="ＭＳ Ｐゴシック" pitchFamily="1" charset="-128"/>
              </a:rPr>
              <a:t>cause a larger, amplified flow to flood and overflow the link to the target system.</a:t>
            </a:r>
          </a:p>
          <a:p>
            <a:r>
              <a:rPr lang="en-US" dirty="0">
                <a:latin typeface="Arial" pitchFamily="1" charset="0"/>
                <a:ea typeface="ＭＳ Ｐゴシック" pitchFamily="1" charset="-128"/>
                <a:cs typeface="ＭＳ Ｐゴシック" pitchFamily="1" charset="-128"/>
              </a:rPr>
              <a:t>Intermediate systems will also experience significant loads. By using a number of</a:t>
            </a:r>
          </a:p>
          <a:p>
            <a:r>
              <a:rPr lang="en-US" dirty="0">
                <a:latin typeface="Arial" pitchFamily="1" charset="0"/>
                <a:ea typeface="ＭＳ Ｐゴシック" pitchFamily="1" charset="-128"/>
                <a:cs typeface="ＭＳ Ｐゴシック" pitchFamily="1" charset="-128"/>
              </a:rPr>
              <a:t>high-capacity, well-connected systems, the attacker can ensure that intermediate</a:t>
            </a:r>
          </a:p>
          <a:p>
            <a:r>
              <a:rPr lang="en-US" dirty="0">
                <a:latin typeface="Arial" pitchFamily="1" charset="0"/>
                <a:ea typeface="ＭＳ Ｐゴシック" pitchFamily="1" charset="-128"/>
                <a:cs typeface="ＭＳ Ｐゴシック" pitchFamily="1" charset="-128"/>
              </a:rPr>
              <a:t>systems are not overloaded, allowing the attack to proceed.</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 further variant of this attack exploits recursive DNS name servers. This is</a:t>
            </a:r>
          </a:p>
          <a:p>
            <a:r>
              <a:rPr lang="en-US" dirty="0">
                <a:latin typeface="Arial" pitchFamily="1" charset="0"/>
                <a:ea typeface="ＭＳ Ｐゴシック" pitchFamily="1" charset="-128"/>
                <a:cs typeface="ＭＳ Ｐゴシック" pitchFamily="1" charset="-128"/>
              </a:rPr>
              <a:t>a basic feature of the DNS protocol that permits a DNS name server to query a</a:t>
            </a:r>
          </a:p>
          <a:p>
            <a:r>
              <a:rPr lang="en-US" dirty="0">
                <a:latin typeface="Arial" pitchFamily="1" charset="0"/>
                <a:ea typeface="ＭＳ Ｐゴシック" pitchFamily="1" charset="-128"/>
                <a:cs typeface="ＭＳ Ｐゴシック" pitchFamily="1" charset="-128"/>
              </a:rPr>
              <a:t>number of other servers to resolve a query for its clients. The intention was that this</a:t>
            </a:r>
          </a:p>
          <a:p>
            <a:r>
              <a:rPr lang="en-US" dirty="0">
                <a:latin typeface="Arial" pitchFamily="1" charset="0"/>
                <a:ea typeface="ＭＳ Ｐゴシック" pitchFamily="1" charset="-128"/>
                <a:cs typeface="ＭＳ Ｐゴシック" pitchFamily="1" charset="-128"/>
              </a:rPr>
              <a:t>feature is used to support local clients only. However, many DNS systems support</a:t>
            </a:r>
          </a:p>
          <a:p>
            <a:r>
              <a:rPr lang="en-US" dirty="0">
                <a:latin typeface="Arial" pitchFamily="1" charset="0"/>
                <a:ea typeface="ＭＳ Ｐゴシック" pitchFamily="1" charset="-128"/>
                <a:cs typeface="ＭＳ Ｐゴシック" pitchFamily="1" charset="-128"/>
              </a:rPr>
              <a:t>recursion by default for any requests. They are known as open recursive DNS servers.</a:t>
            </a:r>
          </a:p>
          <a:p>
            <a:r>
              <a:rPr lang="en-US" dirty="0">
                <a:latin typeface="Arial" pitchFamily="1" charset="0"/>
                <a:ea typeface="ＭＳ Ｐゴシック" pitchFamily="1" charset="-128"/>
                <a:cs typeface="ＭＳ Ｐゴシック" pitchFamily="1" charset="-128"/>
              </a:rPr>
              <a:t>Attackers may exploit such servers for a number of DNS-based attacks, including</a:t>
            </a:r>
          </a:p>
          <a:p>
            <a:r>
              <a:rPr lang="en-US" dirty="0">
                <a:latin typeface="Arial" pitchFamily="1" charset="0"/>
                <a:ea typeface="ＭＳ Ｐゴシック" pitchFamily="1" charset="-128"/>
                <a:cs typeface="ＭＳ Ｐゴシック" pitchFamily="1" charset="-128"/>
              </a:rPr>
              <a:t>the DNS amplification DoS attack. In this variant, the attacker targets a number</a:t>
            </a:r>
          </a:p>
          <a:p>
            <a:r>
              <a:rPr lang="en-US" dirty="0">
                <a:latin typeface="Arial" pitchFamily="1" charset="0"/>
                <a:ea typeface="ＭＳ Ｐゴシック" pitchFamily="1" charset="-128"/>
                <a:cs typeface="ＭＳ Ｐゴシック" pitchFamily="1" charset="-128"/>
              </a:rPr>
              <a:t>of open recursive DNS servers. The name information being used for the attack</a:t>
            </a:r>
          </a:p>
          <a:p>
            <a:r>
              <a:rPr lang="en-US" dirty="0">
                <a:latin typeface="Arial" pitchFamily="1" charset="0"/>
                <a:ea typeface="ＭＳ Ｐゴシック" pitchFamily="1" charset="-128"/>
                <a:cs typeface="ＭＳ Ｐゴシック" pitchFamily="1" charset="-128"/>
              </a:rPr>
              <a:t>need not reside on these servers, but can be sourced from anywhere on the Internet.</a:t>
            </a:r>
          </a:p>
          <a:p>
            <a:r>
              <a:rPr lang="en-US" dirty="0">
                <a:latin typeface="Arial" pitchFamily="1" charset="0"/>
                <a:ea typeface="ＭＳ Ｐゴシック" pitchFamily="1" charset="-128"/>
                <a:cs typeface="ＭＳ Ｐゴシック" pitchFamily="1" charset="-128"/>
              </a:rPr>
              <a:t>The results are directed at the desired target using spoofed source addresses.</a:t>
            </a:r>
          </a:p>
          <a:p>
            <a:endParaRPr lang="en-US" dirty="0">
              <a:latin typeface="Arial" pitchFamily="1" charset="0"/>
              <a:ea typeface="ＭＳ Ｐゴシック" pitchFamily="1" charset="-128"/>
              <a:cs typeface="ＭＳ Ｐゴシック" pitchFamily="1" charset="-128"/>
            </a:endParaRP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 Like all the reflection-based attacks, the basic defense against these is to</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prevent the use of spoofed source addresses. Appropriate configuration of DNS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servers, in particular limiting recursive responses to internal client systems only, as</a:t>
            </a:r>
          </a:p>
          <a:p>
            <a:r>
              <a:rPr lang="en-US" sz="1200" b="0" i="0" u="none" strike="noStrike" kern="1200" baseline="0" dirty="0">
                <a:solidFill>
                  <a:schemeClr val="tx1"/>
                </a:solidFill>
                <a:latin typeface="Arial" pitchFamily="-110" charset="0"/>
                <a:ea typeface="ＭＳ Ｐゴシック" pitchFamily="-110" charset="-128"/>
                <a:cs typeface="ＭＳ Ｐゴシック" pitchFamily="-110" charset="-128"/>
              </a:rPr>
              <a:t>described in RFC 5358, can restrict some variants of this attack.</a:t>
            </a:r>
            <a:endParaRPr lang="en-US" dirty="0">
              <a:latin typeface="Arial"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16</a:t>
            </a:fld>
            <a:endParaRPr lang="en-US"/>
          </a:p>
        </p:txBody>
      </p:sp>
    </p:spTree>
    <p:extLst>
      <p:ext uri="{BB962C8B-B14F-4D97-AF65-F5344CB8AC3E}">
        <p14:creationId xmlns:p14="http://schemas.microsoft.com/office/powerpoint/2010/main" val="4744343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latin typeface="Arial" pitchFamily="1" charset="0"/>
                <a:ea typeface="ＭＳ Ｐゴシック" pitchFamily="1" charset="-128"/>
                <a:cs typeface="ＭＳ Ｐゴシック" pitchFamily="1" charset="-128"/>
              </a:rPr>
              <a:t>There are a number of steps that can be taken both to limit the consequences of</a:t>
            </a:r>
          </a:p>
          <a:p>
            <a:r>
              <a:rPr lang="en-US" b="0" dirty="0">
                <a:latin typeface="Arial" pitchFamily="1" charset="0"/>
                <a:ea typeface="ＭＳ Ｐゴシック" pitchFamily="1" charset="-128"/>
                <a:cs typeface="ＭＳ Ｐゴシック" pitchFamily="1" charset="-128"/>
              </a:rPr>
              <a:t>being the target of a DoS attack and to limit the chance of your systems being compromised</a:t>
            </a:r>
          </a:p>
          <a:p>
            <a:r>
              <a:rPr lang="en-US" b="0" dirty="0">
                <a:latin typeface="Arial" pitchFamily="1" charset="0"/>
                <a:ea typeface="ＭＳ Ｐゴシック" pitchFamily="1" charset="-128"/>
                <a:cs typeface="ＭＳ Ｐゴシック" pitchFamily="1" charset="-128"/>
              </a:rPr>
              <a:t>and then used to launch DoS attacks. It is important to recognize that</a:t>
            </a:r>
          </a:p>
          <a:p>
            <a:r>
              <a:rPr lang="en-US" b="0" dirty="0">
                <a:latin typeface="Arial" pitchFamily="1" charset="0"/>
                <a:ea typeface="ＭＳ Ｐゴシック" pitchFamily="1" charset="-128"/>
                <a:cs typeface="ＭＳ Ｐゴシック" pitchFamily="1" charset="-128"/>
              </a:rPr>
              <a:t>these attacks cannot be prevented entirely. In particular, if an attacker can direct a</a:t>
            </a:r>
          </a:p>
          <a:p>
            <a:r>
              <a:rPr lang="en-US" b="0" dirty="0">
                <a:latin typeface="Arial" pitchFamily="1" charset="0"/>
                <a:ea typeface="ＭＳ Ｐゴシック" pitchFamily="1" charset="-128"/>
                <a:cs typeface="ＭＳ Ｐゴシック" pitchFamily="1" charset="-128"/>
              </a:rPr>
              <a:t>large enough volume of legitimate traffic to your system, then there is a high chance</a:t>
            </a:r>
          </a:p>
          <a:p>
            <a:r>
              <a:rPr lang="en-US" b="0" dirty="0">
                <a:latin typeface="Arial" pitchFamily="1" charset="0"/>
                <a:ea typeface="ＭＳ Ｐゴシック" pitchFamily="1" charset="-128"/>
                <a:cs typeface="ＭＳ Ｐゴシック" pitchFamily="1" charset="-128"/>
              </a:rPr>
              <a:t>this will overwhelm your system’s network connection, and thus limit legitimate</a:t>
            </a:r>
          </a:p>
          <a:p>
            <a:r>
              <a:rPr lang="en-US" b="0" dirty="0">
                <a:latin typeface="Arial" pitchFamily="1" charset="0"/>
                <a:ea typeface="ＭＳ Ｐゴシック" pitchFamily="1" charset="-128"/>
                <a:cs typeface="ＭＳ Ｐゴシック" pitchFamily="1" charset="-128"/>
              </a:rPr>
              <a:t>traffic requests from other users. Indeed, this sometimes occurs by accident as a</a:t>
            </a:r>
          </a:p>
          <a:p>
            <a:r>
              <a:rPr lang="en-US" b="0" dirty="0">
                <a:latin typeface="Arial" pitchFamily="1" charset="0"/>
                <a:ea typeface="ＭＳ Ｐゴシック" pitchFamily="1" charset="-128"/>
                <a:cs typeface="ＭＳ Ｐゴシック" pitchFamily="1" charset="-128"/>
              </a:rPr>
              <a:t>result of high publicity about a specific site. Classically, a posting to the well-known</a:t>
            </a:r>
          </a:p>
          <a:p>
            <a:r>
              <a:rPr lang="en-US" b="0" dirty="0">
                <a:latin typeface="Arial" pitchFamily="1" charset="0"/>
                <a:ea typeface="ＭＳ Ｐゴシック" pitchFamily="1" charset="-128"/>
                <a:cs typeface="ＭＳ Ｐゴシック" pitchFamily="1" charset="-128"/>
              </a:rPr>
              <a:t>Slashdot news aggregation site often results in overload of the referenced server</a:t>
            </a:r>
          </a:p>
          <a:p>
            <a:r>
              <a:rPr lang="en-US" b="0" dirty="0">
                <a:latin typeface="Arial" pitchFamily="1" charset="0"/>
                <a:ea typeface="ＭＳ Ｐゴシック" pitchFamily="1" charset="-128"/>
                <a:cs typeface="ＭＳ Ｐゴシック" pitchFamily="1" charset="-128"/>
              </a:rPr>
              <a:t>system. Similarly, when popular sporting events like the Olympics or Soccer World</a:t>
            </a:r>
          </a:p>
          <a:p>
            <a:r>
              <a:rPr lang="en-US" b="0" dirty="0">
                <a:latin typeface="Arial" pitchFamily="1" charset="0"/>
                <a:ea typeface="ＭＳ Ｐゴシック" pitchFamily="1" charset="-128"/>
                <a:cs typeface="ＭＳ Ｐゴシック" pitchFamily="1" charset="-128"/>
              </a:rPr>
              <a:t>Cup matches occur, sites reporting on them experience very high traffic levels. This</a:t>
            </a:r>
          </a:p>
          <a:p>
            <a:r>
              <a:rPr lang="en-US" b="0" dirty="0">
                <a:latin typeface="Arial" pitchFamily="1" charset="0"/>
                <a:ea typeface="ＭＳ Ｐゴシック" pitchFamily="1" charset="-128"/>
                <a:cs typeface="ＭＳ Ｐゴシック" pitchFamily="1" charset="-128"/>
              </a:rPr>
              <a:t>has led to the terms </a:t>
            </a:r>
            <a:r>
              <a:rPr lang="en-US" b="0" i="1" dirty="0" err="1">
                <a:latin typeface="Arial" pitchFamily="1" charset="0"/>
                <a:ea typeface="ＭＳ Ｐゴシック" pitchFamily="1" charset="-128"/>
                <a:cs typeface="ＭＳ Ｐゴシック" pitchFamily="1" charset="-128"/>
              </a:rPr>
              <a:t>slashdotted</a:t>
            </a:r>
            <a:r>
              <a:rPr lang="en-US" b="0" i="1" dirty="0">
                <a:latin typeface="Arial" pitchFamily="1" charset="0"/>
                <a:ea typeface="ＭＳ Ｐゴシック" pitchFamily="1" charset="-128"/>
                <a:cs typeface="ＭＳ Ｐゴシック" pitchFamily="1" charset="-128"/>
              </a:rPr>
              <a:t> , flash crowd , or flash event being used to describe</a:t>
            </a:r>
          </a:p>
          <a:p>
            <a:r>
              <a:rPr lang="en-US" b="0" dirty="0">
                <a:latin typeface="Arial" pitchFamily="1" charset="0"/>
                <a:ea typeface="ＭＳ Ｐゴシック" pitchFamily="1" charset="-128"/>
                <a:cs typeface="ＭＳ Ｐゴシック" pitchFamily="1" charset="-128"/>
              </a:rPr>
              <a:t>such occurrences. There is very little that can be done to prevent this type of either</a:t>
            </a:r>
          </a:p>
          <a:p>
            <a:r>
              <a:rPr lang="en-US" b="0" dirty="0">
                <a:latin typeface="Arial" pitchFamily="1" charset="0"/>
                <a:ea typeface="ＭＳ Ｐゴシック" pitchFamily="1" charset="-128"/>
                <a:cs typeface="ＭＳ Ｐゴシック" pitchFamily="1" charset="-128"/>
              </a:rPr>
              <a:t>accidental or deliberate overload without also compromising network performance.</a:t>
            </a:r>
          </a:p>
          <a:p>
            <a:r>
              <a:rPr lang="en-US" b="0" dirty="0">
                <a:latin typeface="Arial" pitchFamily="1" charset="0"/>
                <a:ea typeface="ＭＳ Ｐゴシック" pitchFamily="1" charset="-128"/>
                <a:cs typeface="ＭＳ Ｐゴシック" pitchFamily="1" charset="-128"/>
              </a:rPr>
              <a:t>The provision of significant excess network bandwidth and replicated distributed</a:t>
            </a:r>
          </a:p>
          <a:p>
            <a:r>
              <a:rPr lang="en-US" b="0" dirty="0">
                <a:latin typeface="Arial" pitchFamily="1" charset="0"/>
                <a:ea typeface="ＭＳ Ｐゴシック" pitchFamily="1" charset="-128"/>
                <a:cs typeface="ＭＳ Ｐゴシック" pitchFamily="1" charset="-128"/>
              </a:rPr>
              <a:t>servers is the usual response, particularly when the overload is anticipated. This is</a:t>
            </a:r>
          </a:p>
          <a:p>
            <a:r>
              <a:rPr lang="en-US" b="0" dirty="0">
                <a:latin typeface="Arial" pitchFamily="1" charset="0"/>
                <a:ea typeface="ＭＳ Ｐゴシック" pitchFamily="1" charset="-128"/>
                <a:cs typeface="ＭＳ Ｐゴシック" pitchFamily="1" charset="-128"/>
              </a:rPr>
              <a:t>regularly done for popular sporting sites. However, this response does have a significant</a:t>
            </a:r>
          </a:p>
          <a:p>
            <a:r>
              <a:rPr lang="en-US" b="0" dirty="0">
                <a:latin typeface="Arial" pitchFamily="1" charset="0"/>
                <a:ea typeface="ＭＳ Ｐゴシック" pitchFamily="1" charset="-128"/>
                <a:cs typeface="ＭＳ Ｐゴシック" pitchFamily="1" charset="-128"/>
              </a:rPr>
              <a:t>implementation cost.</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In general, there are four lines of defense against DDoS attacks [PENG07,</a:t>
            </a:r>
          </a:p>
          <a:p>
            <a:r>
              <a:rPr lang="en-US" b="0" dirty="0">
                <a:latin typeface="Arial" pitchFamily="1" charset="0"/>
                <a:ea typeface="ＭＳ Ｐゴシック" pitchFamily="1" charset="-128"/>
                <a:cs typeface="ＭＳ Ｐゴシック" pitchFamily="1" charset="-128"/>
              </a:rPr>
              <a:t>CHAN02]:</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 </a:t>
            </a:r>
            <a:r>
              <a:rPr lang="en-US" b="1" dirty="0">
                <a:latin typeface="Arial" pitchFamily="1" charset="0"/>
                <a:ea typeface="ＭＳ Ｐゴシック" pitchFamily="1" charset="-128"/>
                <a:cs typeface="ＭＳ Ｐゴシック" pitchFamily="1" charset="-128"/>
              </a:rPr>
              <a:t>Attack prevention and preemption (before the attack):</a:t>
            </a:r>
            <a:r>
              <a:rPr lang="en-US" b="0" dirty="0">
                <a:latin typeface="Arial" pitchFamily="1" charset="0"/>
                <a:ea typeface="ＭＳ Ｐゴシック" pitchFamily="1" charset="-128"/>
                <a:cs typeface="ＭＳ Ｐゴシック" pitchFamily="1" charset="-128"/>
              </a:rPr>
              <a:t> These mechanisms</a:t>
            </a:r>
          </a:p>
          <a:p>
            <a:r>
              <a:rPr lang="en-US" b="0" dirty="0">
                <a:latin typeface="Arial" pitchFamily="1" charset="0"/>
                <a:ea typeface="ＭＳ Ｐゴシック" pitchFamily="1" charset="-128"/>
                <a:cs typeface="ＭＳ Ｐゴシック" pitchFamily="1" charset="-128"/>
              </a:rPr>
              <a:t>enable the victim to endure attack attempts without denying service to legitimate</a:t>
            </a:r>
          </a:p>
          <a:p>
            <a:r>
              <a:rPr lang="en-US" b="0" dirty="0">
                <a:latin typeface="Arial" pitchFamily="1" charset="0"/>
                <a:ea typeface="ＭＳ Ｐゴシック" pitchFamily="1" charset="-128"/>
                <a:cs typeface="ＭＳ Ｐゴシック" pitchFamily="1" charset="-128"/>
              </a:rPr>
              <a:t>clients. Techniques include enforcing policies for resource consumption</a:t>
            </a:r>
          </a:p>
          <a:p>
            <a:r>
              <a:rPr lang="en-US" b="0" dirty="0">
                <a:latin typeface="Arial" pitchFamily="1" charset="0"/>
                <a:ea typeface="ＭＳ Ｐゴシック" pitchFamily="1" charset="-128"/>
                <a:cs typeface="ＭＳ Ｐゴシック" pitchFamily="1" charset="-128"/>
              </a:rPr>
              <a:t>and providing backup resources available on demand. In addition, prevention</a:t>
            </a:r>
          </a:p>
          <a:p>
            <a:r>
              <a:rPr lang="en-US" b="0" dirty="0">
                <a:latin typeface="Arial" pitchFamily="1" charset="0"/>
                <a:ea typeface="ＭＳ Ｐゴシック" pitchFamily="1" charset="-128"/>
                <a:cs typeface="ＭＳ Ｐゴシック" pitchFamily="1" charset="-128"/>
              </a:rPr>
              <a:t>mechanisms modify systems and protocols on the Internet to reduce the</a:t>
            </a:r>
          </a:p>
          <a:p>
            <a:r>
              <a:rPr lang="en-US" b="0" dirty="0">
                <a:latin typeface="Arial" pitchFamily="1" charset="0"/>
                <a:ea typeface="ＭＳ Ｐゴシック" pitchFamily="1" charset="-128"/>
                <a:cs typeface="ＭＳ Ｐゴシック" pitchFamily="1" charset="-128"/>
              </a:rPr>
              <a:t>possibility of DDoS attacks.</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 </a:t>
            </a:r>
            <a:r>
              <a:rPr lang="en-US" b="1" dirty="0">
                <a:latin typeface="Arial" pitchFamily="1" charset="0"/>
                <a:ea typeface="ＭＳ Ｐゴシック" pitchFamily="1" charset="-128"/>
                <a:cs typeface="ＭＳ Ｐゴシック" pitchFamily="1" charset="-128"/>
              </a:rPr>
              <a:t>Attack detection and filtering (during the attack):</a:t>
            </a:r>
            <a:r>
              <a:rPr lang="en-US" b="0" dirty="0">
                <a:latin typeface="Arial" pitchFamily="1" charset="0"/>
                <a:ea typeface="ＭＳ Ｐゴシック" pitchFamily="1" charset="-128"/>
                <a:cs typeface="ＭＳ Ｐゴシック" pitchFamily="1" charset="-128"/>
              </a:rPr>
              <a:t> These mechanisms attempt</a:t>
            </a:r>
          </a:p>
          <a:p>
            <a:r>
              <a:rPr lang="en-US" b="0" dirty="0">
                <a:latin typeface="Arial" pitchFamily="1" charset="0"/>
                <a:ea typeface="ＭＳ Ｐゴシック" pitchFamily="1" charset="-128"/>
                <a:cs typeface="ＭＳ Ｐゴシック" pitchFamily="1" charset="-128"/>
              </a:rPr>
              <a:t>to detect the attack as it begins and respond immediately. This minimizes the</a:t>
            </a:r>
          </a:p>
          <a:p>
            <a:r>
              <a:rPr lang="en-US" b="0" dirty="0">
                <a:latin typeface="Arial" pitchFamily="1" charset="0"/>
                <a:ea typeface="ＭＳ Ｐゴシック" pitchFamily="1" charset="-128"/>
                <a:cs typeface="ＭＳ Ｐゴシック" pitchFamily="1" charset="-128"/>
              </a:rPr>
              <a:t>impact of the attack on the target. Detection involves looking for suspicious</a:t>
            </a:r>
          </a:p>
          <a:p>
            <a:r>
              <a:rPr lang="en-US" b="0" dirty="0">
                <a:latin typeface="Arial" pitchFamily="1" charset="0"/>
                <a:ea typeface="ＭＳ Ｐゴシック" pitchFamily="1" charset="-128"/>
                <a:cs typeface="ＭＳ Ｐゴシック" pitchFamily="1" charset="-128"/>
              </a:rPr>
              <a:t>patterns of behavior. Response involves filtering out packets likely to be part</a:t>
            </a:r>
          </a:p>
          <a:p>
            <a:r>
              <a:rPr lang="en-US" b="0" dirty="0">
                <a:latin typeface="Arial" pitchFamily="1" charset="0"/>
                <a:ea typeface="ＭＳ Ｐゴシック" pitchFamily="1" charset="-128"/>
                <a:cs typeface="ＭＳ Ｐゴシック" pitchFamily="1" charset="-128"/>
              </a:rPr>
              <a:t>of the attack.</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 </a:t>
            </a:r>
            <a:r>
              <a:rPr lang="en-US" b="1" dirty="0">
                <a:latin typeface="Arial" pitchFamily="1" charset="0"/>
                <a:ea typeface="ＭＳ Ｐゴシック" pitchFamily="1" charset="-128"/>
                <a:cs typeface="ＭＳ Ｐゴシック" pitchFamily="1" charset="-128"/>
              </a:rPr>
              <a:t>Attack source traceback and identification (during and after the attack): </a:t>
            </a:r>
            <a:r>
              <a:rPr lang="en-US" b="0" dirty="0">
                <a:latin typeface="Arial" pitchFamily="1" charset="0"/>
                <a:ea typeface="ＭＳ Ｐゴシック" pitchFamily="1" charset="-128"/>
                <a:cs typeface="ＭＳ Ｐゴシック" pitchFamily="1" charset="-128"/>
              </a:rPr>
              <a:t>This</a:t>
            </a:r>
          </a:p>
          <a:p>
            <a:r>
              <a:rPr lang="en-US" b="0" dirty="0">
                <a:latin typeface="Arial" pitchFamily="1" charset="0"/>
                <a:ea typeface="ＭＳ Ｐゴシック" pitchFamily="1" charset="-128"/>
                <a:cs typeface="ＭＳ Ｐゴシック" pitchFamily="1" charset="-128"/>
              </a:rPr>
              <a:t>is an attempt to identify the source of the attack as a first step in preventing</a:t>
            </a:r>
          </a:p>
          <a:p>
            <a:r>
              <a:rPr lang="en-US" b="0" dirty="0">
                <a:latin typeface="Arial" pitchFamily="1" charset="0"/>
                <a:ea typeface="ＭＳ Ｐゴシック" pitchFamily="1" charset="-128"/>
                <a:cs typeface="ＭＳ Ｐゴシック" pitchFamily="1" charset="-128"/>
              </a:rPr>
              <a:t>future attacks. However, this method typically does not yield results fast</a:t>
            </a:r>
          </a:p>
          <a:p>
            <a:r>
              <a:rPr lang="en-US" b="0" dirty="0">
                <a:latin typeface="Arial" pitchFamily="1" charset="0"/>
                <a:ea typeface="ＭＳ Ｐゴシック" pitchFamily="1" charset="-128"/>
                <a:cs typeface="ＭＳ Ｐゴシック" pitchFamily="1" charset="-128"/>
              </a:rPr>
              <a:t>enough, if at all, to mitigate an ongoing attack.</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 </a:t>
            </a:r>
            <a:r>
              <a:rPr lang="en-US" b="1" dirty="0">
                <a:latin typeface="Arial" pitchFamily="1" charset="0"/>
                <a:ea typeface="ＭＳ Ｐゴシック" pitchFamily="1" charset="-128"/>
                <a:cs typeface="ＭＳ Ｐゴシック" pitchFamily="1" charset="-128"/>
              </a:rPr>
              <a:t>Attack reaction (after the attack): </a:t>
            </a:r>
            <a:r>
              <a:rPr lang="en-US" b="0" dirty="0">
                <a:latin typeface="Arial" pitchFamily="1" charset="0"/>
                <a:ea typeface="ＭＳ Ｐゴシック" pitchFamily="1" charset="-128"/>
                <a:cs typeface="ＭＳ Ｐゴシック" pitchFamily="1" charset="-128"/>
              </a:rPr>
              <a:t>This is an attempt to eliminate or curtail the</a:t>
            </a:r>
          </a:p>
          <a:p>
            <a:r>
              <a:rPr lang="en-US" b="0" dirty="0">
                <a:latin typeface="Arial" pitchFamily="1" charset="0"/>
                <a:ea typeface="ＭＳ Ｐゴシック" pitchFamily="1" charset="-128"/>
                <a:cs typeface="ＭＳ Ｐゴシック" pitchFamily="1" charset="-128"/>
              </a:rPr>
              <a:t>effects of an attack.</a:t>
            </a:r>
          </a:p>
          <a:p>
            <a:endParaRPr lang="en-US" b="0" dirty="0">
              <a:latin typeface="Arial" pitchFamily="1" charset="0"/>
              <a:ea typeface="ＭＳ Ｐゴシック" pitchFamily="1" charset="-128"/>
              <a:cs typeface="ＭＳ Ｐゴシック" pitchFamily="1" charset="-128"/>
            </a:endParaRPr>
          </a:p>
          <a:p>
            <a:r>
              <a:rPr lang="en-US" b="0" dirty="0">
                <a:latin typeface="Arial" pitchFamily="1" charset="0"/>
                <a:ea typeface="ＭＳ Ｐゴシック" pitchFamily="1" charset="-128"/>
                <a:cs typeface="ＭＳ Ｐゴシック" pitchFamily="1" charset="-128"/>
              </a:rPr>
              <a:t>We discuss the first of these lines of defense in this section and consider the</a:t>
            </a:r>
          </a:p>
          <a:p>
            <a:r>
              <a:rPr lang="en-US" b="0" dirty="0">
                <a:latin typeface="Arial" pitchFamily="1" charset="0"/>
                <a:ea typeface="ＭＳ Ｐゴシック" pitchFamily="1" charset="-128"/>
                <a:cs typeface="ＭＳ Ｐゴシック" pitchFamily="1" charset="-128"/>
              </a:rPr>
              <a:t>remaining three in Section 7.7 .</a:t>
            </a:r>
            <a:endParaRPr lang="en-US" b="0"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19</a:t>
            </a:fld>
            <a:endParaRPr lang="en-US"/>
          </a:p>
        </p:txBody>
      </p:sp>
    </p:spTree>
    <p:extLst>
      <p:ext uri="{BB962C8B-B14F-4D97-AF65-F5344CB8AC3E}">
        <p14:creationId xmlns:p14="http://schemas.microsoft.com/office/powerpoint/2010/main" val="40381047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A critical component of many DoS attacks is the use of spoofed source</a:t>
            </a:r>
          </a:p>
          <a:p>
            <a:r>
              <a:rPr lang="en-US" dirty="0">
                <a:latin typeface="Arial" pitchFamily="1" charset="0"/>
                <a:ea typeface="ＭＳ Ｐゴシック" pitchFamily="1" charset="-128"/>
                <a:cs typeface="ＭＳ Ｐゴシック" pitchFamily="1" charset="-128"/>
              </a:rPr>
              <a:t>addresses. These either obscure the originating system of direct and distributed DoS</a:t>
            </a:r>
          </a:p>
          <a:p>
            <a:r>
              <a:rPr lang="en-US" dirty="0">
                <a:latin typeface="Arial" pitchFamily="1" charset="0"/>
                <a:ea typeface="ＭＳ Ｐゴシック" pitchFamily="1" charset="-128"/>
                <a:cs typeface="ＭＳ Ｐゴシック" pitchFamily="1" charset="-128"/>
              </a:rPr>
              <a:t>attacks or are used to direct reflected or amplified traffic to the target system. Hence</a:t>
            </a:r>
          </a:p>
          <a:p>
            <a:r>
              <a:rPr lang="en-US" dirty="0">
                <a:latin typeface="Arial" pitchFamily="1" charset="0"/>
                <a:ea typeface="ＭＳ Ｐゴシック" pitchFamily="1" charset="-128"/>
                <a:cs typeface="ＭＳ Ｐゴシック" pitchFamily="1" charset="-128"/>
              </a:rPr>
              <a:t>one of the fundamental, and longest standing, recommendations for defense against</a:t>
            </a:r>
          </a:p>
          <a:p>
            <a:r>
              <a:rPr lang="en-US" dirty="0">
                <a:latin typeface="Arial" pitchFamily="1" charset="0"/>
                <a:ea typeface="ＭＳ Ｐゴシック" pitchFamily="1" charset="-128"/>
                <a:cs typeface="ＭＳ Ｐゴシック" pitchFamily="1" charset="-128"/>
              </a:rPr>
              <a:t>these attacks is to limit the ability of systems to send packets with spoofed source</a:t>
            </a:r>
          </a:p>
          <a:p>
            <a:r>
              <a:rPr lang="en-US" dirty="0">
                <a:latin typeface="Arial" pitchFamily="1" charset="0"/>
                <a:ea typeface="ＭＳ Ｐゴシック" pitchFamily="1" charset="-128"/>
                <a:cs typeface="ＭＳ Ｐゴシック" pitchFamily="1" charset="-128"/>
              </a:rPr>
              <a:t>addresses. RFC 2827, </a:t>
            </a:r>
            <a:r>
              <a:rPr lang="en-US" i="1" dirty="0">
                <a:latin typeface="Arial" pitchFamily="1" charset="0"/>
                <a:ea typeface="ＭＳ Ｐゴシック" pitchFamily="1" charset="-128"/>
                <a:cs typeface="ＭＳ Ｐゴシック" pitchFamily="1" charset="-128"/>
              </a:rPr>
              <a:t>Network Ingress Filtering: Defeating Denial-of-service attacks</a:t>
            </a:r>
          </a:p>
          <a:p>
            <a:r>
              <a:rPr lang="en-US" i="1" dirty="0">
                <a:latin typeface="Arial" pitchFamily="1" charset="0"/>
                <a:ea typeface="ＭＳ Ｐゴシック" pitchFamily="1" charset="-128"/>
                <a:cs typeface="ＭＳ Ｐゴシック" pitchFamily="1" charset="-128"/>
              </a:rPr>
              <a:t>which employ IP Source Address Spoofing ,</a:t>
            </a:r>
            <a:r>
              <a:rPr lang="en-US" i="1" baseline="0" dirty="0">
                <a:latin typeface="Arial" pitchFamily="1" charset="0"/>
                <a:ea typeface="ＭＳ Ｐゴシック" pitchFamily="1" charset="-128"/>
                <a:cs typeface="ＭＳ Ｐゴシック" pitchFamily="1" charset="-128"/>
              </a:rPr>
              <a:t> </a:t>
            </a:r>
            <a:r>
              <a:rPr lang="en-US" i="1" dirty="0">
                <a:latin typeface="Arial" pitchFamily="1" charset="0"/>
                <a:ea typeface="ＭＳ Ｐゴシック" pitchFamily="1" charset="-128"/>
                <a:cs typeface="ＭＳ Ｐゴシック" pitchFamily="1" charset="-128"/>
              </a:rPr>
              <a:t>directly makes this recommendation, as</a:t>
            </a:r>
          </a:p>
          <a:p>
            <a:r>
              <a:rPr lang="en-US" dirty="0">
                <a:latin typeface="Arial" pitchFamily="1" charset="0"/>
                <a:ea typeface="ＭＳ Ｐゴシック" pitchFamily="1" charset="-128"/>
                <a:cs typeface="ＭＳ Ｐゴシック" pitchFamily="1" charset="-128"/>
              </a:rPr>
              <a:t>do SANS, CERT, and many other organizations concerned with network security.</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This filtering needs to be done as close to the source as possible, by routers</a:t>
            </a:r>
          </a:p>
          <a:p>
            <a:r>
              <a:rPr lang="en-US" dirty="0">
                <a:latin typeface="Arial" pitchFamily="1" charset="0"/>
                <a:ea typeface="ＭＳ Ｐゴシック" pitchFamily="1" charset="-128"/>
                <a:cs typeface="ＭＳ Ｐゴシック" pitchFamily="1" charset="-128"/>
              </a:rPr>
              <a:t>or gateways knowing the valid address ranges of incoming packets. Typically this is</a:t>
            </a:r>
          </a:p>
          <a:p>
            <a:r>
              <a:rPr lang="en-US" dirty="0">
                <a:latin typeface="Arial" pitchFamily="1" charset="0"/>
                <a:ea typeface="ＭＳ Ｐゴシック" pitchFamily="1" charset="-128"/>
                <a:cs typeface="ＭＳ Ｐゴシック" pitchFamily="1" charset="-128"/>
              </a:rPr>
              <a:t>the ISP providing the network connection for an organization or home user. An ISP</a:t>
            </a:r>
          </a:p>
          <a:p>
            <a:r>
              <a:rPr lang="en-US" dirty="0">
                <a:latin typeface="Arial" pitchFamily="1" charset="0"/>
                <a:ea typeface="ＭＳ Ｐゴシック" pitchFamily="1" charset="-128"/>
                <a:cs typeface="ＭＳ Ｐゴシック" pitchFamily="1" charset="-128"/>
              </a:rPr>
              <a:t>knows which addresses are allocated to all its customers and hence is best placed to</a:t>
            </a:r>
          </a:p>
          <a:p>
            <a:r>
              <a:rPr lang="en-US" dirty="0">
                <a:latin typeface="Arial" pitchFamily="1" charset="0"/>
                <a:ea typeface="ＭＳ Ｐゴシック" pitchFamily="1" charset="-128"/>
                <a:cs typeface="ＭＳ Ｐゴシック" pitchFamily="1" charset="-128"/>
              </a:rPr>
              <a:t>ensure that valid source addresses are used in all packets from its customers. This</a:t>
            </a:r>
          </a:p>
          <a:p>
            <a:r>
              <a:rPr lang="en-US" dirty="0">
                <a:latin typeface="Arial" pitchFamily="1" charset="0"/>
                <a:ea typeface="ＭＳ Ｐゴシック" pitchFamily="1" charset="-128"/>
                <a:cs typeface="ＭＳ Ｐゴシック" pitchFamily="1" charset="-128"/>
              </a:rPr>
              <a:t>type of filtering can be implemented using explicit access control rules in a router to</a:t>
            </a:r>
          </a:p>
          <a:p>
            <a:r>
              <a:rPr lang="en-US" dirty="0">
                <a:latin typeface="Arial" pitchFamily="1" charset="0"/>
                <a:ea typeface="ＭＳ Ｐゴシック" pitchFamily="1" charset="-128"/>
                <a:cs typeface="ＭＳ Ｐゴシック" pitchFamily="1" charset="-128"/>
              </a:rPr>
              <a:t>ensure that the source address on any customer packet is one allocated to the ISP.</a:t>
            </a:r>
          </a:p>
          <a:p>
            <a:r>
              <a:rPr lang="en-US" dirty="0">
                <a:latin typeface="Arial" pitchFamily="1" charset="0"/>
                <a:ea typeface="ＭＳ Ｐゴシック" pitchFamily="1" charset="-128"/>
                <a:cs typeface="ＭＳ Ｐゴシック" pitchFamily="1" charset="-128"/>
              </a:rPr>
              <a:t>Alternatively, filters may be used to ensure that the path back to the claimed source</a:t>
            </a:r>
          </a:p>
          <a:p>
            <a:r>
              <a:rPr lang="en-US" dirty="0">
                <a:latin typeface="Arial" pitchFamily="1" charset="0"/>
                <a:ea typeface="ＭＳ Ｐゴシック" pitchFamily="1" charset="-128"/>
                <a:cs typeface="ＭＳ Ｐゴシック" pitchFamily="1" charset="-128"/>
              </a:rPr>
              <a:t>address is the one being used by the current packet. For example, this may be done</a:t>
            </a:r>
          </a:p>
          <a:p>
            <a:r>
              <a:rPr lang="en-US" dirty="0">
                <a:latin typeface="Arial" pitchFamily="1" charset="0"/>
                <a:ea typeface="ＭＳ Ｐゴシック" pitchFamily="1" charset="-128"/>
                <a:cs typeface="ＭＳ Ｐゴシック" pitchFamily="1" charset="-128"/>
              </a:rPr>
              <a:t>on Cisco routers using the “</a:t>
            </a:r>
            <a:r>
              <a:rPr lang="en-US" dirty="0" err="1">
                <a:latin typeface="Arial" pitchFamily="1" charset="0"/>
                <a:ea typeface="ＭＳ Ｐゴシック" pitchFamily="1" charset="-128"/>
                <a:cs typeface="ＭＳ Ｐゴシック" pitchFamily="1" charset="-128"/>
              </a:rPr>
              <a:t>ip</a:t>
            </a:r>
            <a:r>
              <a:rPr lang="en-US" dirty="0">
                <a:latin typeface="Arial" pitchFamily="1" charset="0"/>
                <a:ea typeface="ＭＳ Ｐゴシック" pitchFamily="1" charset="-128"/>
                <a:cs typeface="ＭＳ Ｐゴシック" pitchFamily="1" charset="-128"/>
              </a:rPr>
              <a:t> verify unicast reverse-path” command. This latter</a:t>
            </a:r>
          </a:p>
          <a:p>
            <a:r>
              <a:rPr lang="en-US" dirty="0">
                <a:latin typeface="Arial" pitchFamily="1" charset="0"/>
                <a:ea typeface="ＭＳ Ｐゴシック" pitchFamily="1" charset="-128"/>
                <a:cs typeface="ＭＳ Ｐゴシック" pitchFamily="1" charset="-128"/>
              </a:rPr>
              <a:t>approach may not be possible for some ISPs that use a complex, redundant routing</a:t>
            </a:r>
          </a:p>
          <a:p>
            <a:r>
              <a:rPr lang="en-US" dirty="0">
                <a:latin typeface="Arial" pitchFamily="1" charset="0"/>
                <a:ea typeface="ＭＳ Ｐゴシック" pitchFamily="1" charset="-128"/>
                <a:cs typeface="ＭＳ Ｐゴシック" pitchFamily="1" charset="-128"/>
              </a:rPr>
              <a:t>infrastructure. Implementing some form of such a filter ensures that the ISP’s</a:t>
            </a:r>
          </a:p>
          <a:p>
            <a:r>
              <a:rPr lang="en-US" dirty="0">
                <a:latin typeface="Arial" pitchFamily="1" charset="0"/>
                <a:ea typeface="ＭＳ Ｐゴシック" pitchFamily="1" charset="-128"/>
                <a:cs typeface="ＭＳ Ｐゴシック" pitchFamily="1" charset="-128"/>
              </a:rPr>
              <a:t>customers cannot be the source of spoofed packets. Regrettably, despite this being</a:t>
            </a:r>
          </a:p>
          <a:p>
            <a:r>
              <a:rPr lang="en-US" dirty="0">
                <a:latin typeface="Arial" pitchFamily="1" charset="0"/>
                <a:ea typeface="ＭＳ Ｐゴシック" pitchFamily="1" charset="-128"/>
                <a:cs typeface="ＭＳ Ｐゴシック" pitchFamily="1" charset="-128"/>
              </a:rPr>
              <a:t>a well-known recommendation, many ISPs still do not perform this type of filtering.</a:t>
            </a:r>
          </a:p>
          <a:p>
            <a:r>
              <a:rPr lang="en-US" dirty="0">
                <a:latin typeface="Arial" pitchFamily="1" charset="0"/>
                <a:ea typeface="ＭＳ Ｐゴシック" pitchFamily="1" charset="-128"/>
                <a:cs typeface="ＭＳ Ｐゴシック" pitchFamily="1" charset="-128"/>
              </a:rPr>
              <a:t>In particular, those with large numbers of broadband-connected home users are of</a:t>
            </a:r>
          </a:p>
          <a:p>
            <a:r>
              <a:rPr lang="en-US" dirty="0">
                <a:latin typeface="Arial" pitchFamily="1" charset="0"/>
                <a:ea typeface="ＭＳ Ｐゴシック" pitchFamily="1" charset="-128"/>
                <a:cs typeface="ＭＳ Ｐゴシック" pitchFamily="1" charset="-128"/>
              </a:rPr>
              <a:t>major concern. Such systems are often targeted for attack as they are often less well</a:t>
            </a:r>
          </a:p>
          <a:p>
            <a:r>
              <a:rPr lang="en-US" dirty="0">
                <a:latin typeface="Arial" pitchFamily="1" charset="0"/>
                <a:ea typeface="ＭＳ Ｐゴシック" pitchFamily="1" charset="-128"/>
                <a:cs typeface="ＭＳ Ｐゴシック" pitchFamily="1" charset="-128"/>
              </a:rPr>
              <a:t>secured than corporate systems. Once compromised, they are then used as intermediaries</a:t>
            </a:r>
          </a:p>
          <a:p>
            <a:r>
              <a:rPr lang="en-US" dirty="0">
                <a:latin typeface="Arial" pitchFamily="1" charset="0"/>
                <a:ea typeface="ＭＳ Ｐゴシック" pitchFamily="1" charset="-128"/>
                <a:cs typeface="ＭＳ Ｐゴシック" pitchFamily="1" charset="-128"/>
              </a:rPr>
              <a:t>in other attacks, such as DoS attacks. By not implementing </a:t>
            </a:r>
            <a:r>
              <a:rPr lang="en-US" dirty="0" err="1">
                <a:latin typeface="Arial" pitchFamily="1" charset="0"/>
                <a:ea typeface="ＭＳ Ｐゴシック" pitchFamily="1" charset="-128"/>
                <a:cs typeface="ＭＳ Ｐゴシック" pitchFamily="1" charset="-128"/>
              </a:rPr>
              <a:t>antispoofing</a:t>
            </a:r>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filters, ISPs are clearly contributing to this problem. One argument often advanced</a:t>
            </a:r>
          </a:p>
          <a:p>
            <a:r>
              <a:rPr lang="en-US" dirty="0">
                <a:latin typeface="Arial" pitchFamily="1" charset="0"/>
                <a:ea typeface="ＭＳ Ｐゴシック" pitchFamily="1" charset="-128"/>
                <a:cs typeface="ＭＳ Ｐゴシック" pitchFamily="1" charset="-128"/>
              </a:rPr>
              <a:t>for not doing so is the performance impact on their routers. While filtering does</a:t>
            </a:r>
          </a:p>
          <a:p>
            <a:r>
              <a:rPr lang="en-US" dirty="0">
                <a:latin typeface="Arial" pitchFamily="1" charset="0"/>
                <a:ea typeface="ＭＳ Ｐゴシック" pitchFamily="1" charset="-128"/>
                <a:cs typeface="ＭＳ Ｐゴシック" pitchFamily="1" charset="-128"/>
              </a:rPr>
              <a:t>incur a small penalty, so does having to process volumes of attack traffic. Given</a:t>
            </a:r>
          </a:p>
          <a:p>
            <a:r>
              <a:rPr lang="en-US" dirty="0">
                <a:latin typeface="Arial" pitchFamily="1" charset="0"/>
                <a:ea typeface="ＭＳ Ｐゴシック" pitchFamily="1" charset="-128"/>
                <a:cs typeface="ＭＳ Ｐゴシック" pitchFamily="1" charset="-128"/>
              </a:rPr>
              <a:t>the high prevalence of DoS attacks, there is simply no justification for any ISP or</a:t>
            </a:r>
          </a:p>
          <a:p>
            <a:r>
              <a:rPr lang="en-US" dirty="0">
                <a:latin typeface="Arial" pitchFamily="1" charset="0"/>
                <a:ea typeface="ＭＳ Ｐゴシック" pitchFamily="1" charset="-128"/>
                <a:cs typeface="ＭＳ Ｐゴシック" pitchFamily="1" charset="-128"/>
              </a:rPr>
              <a:t>organization not to implement such a basic security recommendation.</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Any defenses against flooding attacks need to be located back in the Internet</a:t>
            </a:r>
          </a:p>
          <a:p>
            <a:r>
              <a:rPr lang="en-US" dirty="0">
                <a:latin typeface="Arial" pitchFamily="1" charset="0"/>
                <a:ea typeface="ＭＳ Ｐゴシック" pitchFamily="1" charset="-128"/>
                <a:cs typeface="ＭＳ Ｐゴシック" pitchFamily="1" charset="-128"/>
              </a:rPr>
              <a:t>cloud, not at a target organization’s boundary router, since this is usually located</a:t>
            </a:r>
          </a:p>
          <a:p>
            <a:r>
              <a:rPr lang="en-US" dirty="0">
                <a:latin typeface="Arial" pitchFamily="1" charset="0"/>
                <a:ea typeface="ＭＳ Ｐゴシック" pitchFamily="1" charset="-128"/>
                <a:cs typeface="ＭＳ Ｐゴシック" pitchFamily="1" charset="-128"/>
              </a:rPr>
              <a:t>after the resource being attacked. The filters must be applied to traffic before it</a:t>
            </a:r>
          </a:p>
          <a:p>
            <a:r>
              <a:rPr lang="en-US" dirty="0">
                <a:latin typeface="Arial" pitchFamily="1" charset="0"/>
                <a:ea typeface="ＭＳ Ｐゴシック" pitchFamily="1" charset="-128"/>
                <a:cs typeface="ＭＳ Ｐゴシック" pitchFamily="1" charset="-128"/>
              </a:rPr>
              <a:t>leaves the ISP’s network, or even at the point of entry to their network. While it is</a:t>
            </a:r>
          </a:p>
          <a:p>
            <a:r>
              <a:rPr lang="en-US" dirty="0">
                <a:latin typeface="Arial" pitchFamily="1" charset="0"/>
                <a:ea typeface="ＭＳ Ｐゴシック" pitchFamily="1" charset="-128"/>
                <a:cs typeface="ＭＳ Ｐゴシック" pitchFamily="1" charset="-128"/>
              </a:rPr>
              <a:t>not possible, in general, to identify packets with spoofed source addresses, the use</a:t>
            </a:r>
          </a:p>
          <a:p>
            <a:r>
              <a:rPr lang="en-US" dirty="0">
                <a:latin typeface="Arial" pitchFamily="1" charset="0"/>
                <a:ea typeface="ＭＳ Ｐゴシック" pitchFamily="1" charset="-128"/>
                <a:cs typeface="ＭＳ Ｐゴシック" pitchFamily="1" charset="-128"/>
              </a:rPr>
              <a:t>of a reverse path filter can help identify some such packets where the path from</a:t>
            </a:r>
          </a:p>
          <a:p>
            <a:r>
              <a:rPr lang="en-US" dirty="0">
                <a:latin typeface="Arial" pitchFamily="1" charset="0"/>
                <a:ea typeface="ＭＳ Ｐゴシック" pitchFamily="1" charset="-128"/>
                <a:cs typeface="ＭＳ Ｐゴシック" pitchFamily="1" charset="-128"/>
              </a:rPr>
              <a:t>the ISP to the spoofed address differs to that used by the packet to reach the ISP.</a:t>
            </a:r>
          </a:p>
          <a:p>
            <a:r>
              <a:rPr lang="en-US" dirty="0">
                <a:latin typeface="Arial" pitchFamily="1" charset="0"/>
                <a:ea typeface="ＭＳ Ｐゴシック" pitchFamily="1" charset="-128"/>
                <a:cs typeface="ＭＳ Ｐゴシック" pitchFamily="1" charset="-128"/>
              </a:rPr>
              <a:t>Also, attacks using particular packet types, such as ICMP floods or UDP floods to</a:t>
            </a:r>
          </a:p>
          <a:p>
            <a:r>
              <a:rPr lang="en-US" dirty="0">
                <a:latin typeface="Arial" pitchFamily="1" charset="0"/>
                <a:ea typeface="ＭＳ Ｐゴシック" pitchFamily="1" charset="-128"/>
                <a:cs typeface="ＭＳ Ｐゴシック" pitchFamily="1" charset="-128"/>
              </a:rPr>
              <a:t>diagnostic services, can be throttled by imposing limits on the rate at which these</a:t>
            </a:r>
          </a:p>
          <a:p>
            <a:r>
              <a:rPr lang="en-US" dirty="0">
                <a:latin typeface="Arial" pitchFamily="1" charset="0"/>
                <a:ea typeface="ＭＳ Ｐゴシック" pitchFamily="1" charset="-128"/>
                <a:cs typeface="ＭＳ Ｐゴシック" pitchFamily="1" charset="-128"/>
              </a:rPr>
              <a:t>packets will be accepted. In normal network operation, these should comprise a</a:t>
            </a:r>
          </a:p>
          <a:p>
            <a:r>
              <a:rPr lang="en-US" dirty="0">
                <a:latin typeface="Arial" pitchFamily="1" charset="0"/>
                <a:ea typeface="ＭＳ Ｐゴシック" pitchFamily="1" charset="-128"/>
                <a:cs typeface="ＭＳ Ｐゴシック" pitchFamily="1" charset="-128"/>
              </a:rPr>
              <a:t>relatively small fraction of the overall volume of network traffic. Many routers,</a:t>
            </a:r>
          </a:p>
          <a:p>
            <a:r>
              <a:rPr lang="en-US" dirty="0">
                <a:latin typeface="Arial" pitchFamily="1" charset="0"/>
                <a:ea typeface="ＭＳ Ｐゴシック" pitchFamily="1" charset="-128"/>
                <a:cs typeface="ＭＳ Ｐゴシック" pitchFamily="1" charset="-128"/>
              </a:rPr>
              <a:t>particularly the high-end routers used by ISPs, have the ability to limit packet rates.</a:t>
            </a:r>
          </a:p>
          <a:p>
            <a:r>
              <a:rPr lang="en-US" dirty="0">
                <a:latin typeface="Arial" pitchFamily="1" charset="0"/>
                <a:ea typeface="ＭＳ Ｐゴシック" pitchFamily="1" charset="-128"/>
                <a:cs typeface="ＭＳ Ｐゴシック" pitchFamily="1" charset="-128"/>
              </a:rPr>
              <a:t>Setting appropriate rate limits on these types of packets can help mitigate the effect</a:t>
            </a:r>
          </a:p>
          <a:p>
            <a:r>
              <a:rPr lang="en-US" dirty="0">
                <a:latin typeface="Arial" pitchFamily="1" charset="0"/>
                <a:ea typeface="ＭＳ Ｐゴシック" pitchFamily="1" charset="-128"/>
                <a:cs typeface="ＭＳ Ｐゴシック" pitchFamily="1" charset="-128"/>
              </a:rPr>
              <a:t>of packet floods using them, allowing other types of traffic to flow to the targeted</a:t>
            </a:r>
          </a:p>
          <a:p>
            <a:r>
              <a:rPr lang="en-US" dirty="0">
                <a:latin typeface="Arial" pitchFamily="1" charset="0"/>
                <a:ea typeface="ＭＳ Ｐゴシック" pitchFamily="1" charset="-128"/>
                <a:cs typeface="ＭＳ Ｐゴシック" pitchFamily="1" charset="-128"/>
              </a:rPr>
              <a:t>organization even should an attack occur.</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It is possible to specifically defend against the SYN spoofing attack by using a</a:t>
            </a:r>
          </a:p>
          <a:p>
            <a:r>
              <a:rPr lang="en-US" dirty="0">
                <a:latin typeface="Arial" pitchFamily="1" charset="0"/>
                <a:ea typeface="ＭＳ Ｐゴシック" pitchFamily="1" charset="-128"/>
                <a:cs typeface="ＭＳ Ｐゴシック" pitchFamily="1" charset="-128"/>
              </a:rPr>
              <a:t>modified version of the TCP connection handling code. Instead of saving the connection</a:t>
            </a:r>
          </a:p>
          <a:p>
            <a:r>
              <a:rPr lang="en-US" dirty="0">
                <a:latin typeface="Arial" pitchFamily="1" charset="0"/>
                <a:ea typeface="ＭＳ Ｐゴシック" pitchFamily="1" charset="-128"/>
                <a:cs typeface="ＭＳ Ｐゴシック" pitchFamily="1" charset="-128"/>
              </a:rPr>
              <a:t>details on the server, critical information about the requested connection</a:t>
            </a:r>
          </a:p>
          <a:p>
            <a:r>
              <a:rPr lang="en-US" dirty="0">
                <a:latin typeface="Arial" pitchFamily="1" charset="0"/>
                <a:ea typeface="ＭＳ Ｐゴシック" pitchFamily="1" charset="-128"/>
                <a:cs typeface="ＭＳ Ｐゴシック" pitchFamily="1" charset="-128"/>
              </a:rPr>
              <a:t>is cryptographically encoded in a cookie that is sent as the server’s initial sequence</a:t>
            </a:r>
          </a:p>
          <a:p>
            <a:r>
              <a:rPr lang="en-US" dirty="0">
                <a:latin typeface="Arial" pitchFamily="1" charset="0"/>
                <a:ea typeface="ＭＳ Ｐゴシック" pitchFamily="1" charset="-128"/>
                <a:cs typeface="ＭＳ Ｐゴシック" pitchFamily="1" charset="-128"/>
              </a:rPr>
              <a:t>number. This is sent in the SYN-ACK packet from the server back to the client.</a:t>
            </a:r>
          </a:p>
          <a:p>
            <a:r>
              <a:rPr lang="en-US" dirty="0">
                <a:latin typeface="Arial" pitchFamily="1" charset="0"/>
                <a:ea typeface="ＭＳ Ｐゴシック" pitchFamily="1" charset="-128"/>
                <a:cs typeface="ＭＳ Ｐゴシック" pitchFamily="1" charset="-128"/>
              </a:rPr>
              <a:t>When a legitimate client responds with an ACK packet containing the incremented</a:t>
            </a:r>
          </a:p>
          <a:p>
            <a:r>
              <a:rPr lang="en-US" dirty="0">
                <a:latin typeface="Arial" pitchFamily="1" charset="0"/>
                <a:ea typeface="ＭＳ Ｐゴシック" pitchFamily="1" charset="-128"/>
                <a:cs typeface="ＭＳ Ｐゴシック" pitchFamily="1" charset="-128"/>
              </a:rPr>
              <a:t>sequence number cookie, the server is then able to reconstruct the information</a:t>
            </a:r>
          </a:p>
          <a:p>
            <a:r>
              <a:rPr lang="en-US" dirty="0">
                <a:latin typeface="Arial" pitchFamily="1" charset="0"/>
                <a:ea typeface="ＭＳ Ｐゴシック" pitchFamily="1" charset="-128"/>
                <a:cs typeface="ＭＳ Ｐゴシック" pitchFamily="1" charset="-128"/>
              </a:rPr>
              <a:t>about the connection that it normally would have saved in the known TCP connections</a:t>
            </a:r>
          </a:p>
          <a:p>
            <a:r>
              <a:rPr lang="en-US" dirty="0">
                <a:latin typeface="Arial" pitchFamily="1" charset="0"/>
                <a:ea typeface="ＭＳ Ｐゴシック" pitchFamily="1" charset="-128"/>
                <a:cs typeface="ＭＳ Ｐゴシック" pitchFamily="1" charset="-128"/>
              </a:rPr>
              <a:t>table. Typically this technique is only used when the table overflows. It</a:t>
            </a:r>
          </a:p>
          <a:p>
            <a:r>
              <a:rPr lang="en-US" dirty="0">
                <a:latin typeface="Arial" pitchFamily="1" charset="0"/>
                <a:ea typeface="ＭＳ Ｐゴシック" pitchFamily="1" charset="-128"/>
                <a:cs typeface="ＭＳ Ｐゴシック" pitchFamily="1" charset="-128"/>
              </a:rPr>
              <a:t>has the advantage of not consuming any memory resources on the server until the</a:t>
            </a:r>
          </a:p>
          <a:p>
            <a:r>
              <a:rPr lang="en-US" dirty="0">
                <a:latin typeface="Arial" pitchFamily="1" charset="0"/>
                <a:ea typeface="ＭＳ Ｐゴシック" pitchFamily="1" charset="-128"/>
                <a:cs typeface="ＭＳ Ｐゴシック" pitchFamily="1" charset="-128"/>
              </a:rPr>
              <a:t>three-way TCP connection handshake is completed. The server then has greater</a:t>
            </a:r>
          </a:p>
          <a:p>
            <a:r>
              <a:rPr lang="en-US" dirty="0">
                <a:latin typeface="Arial" pitchFamily="1" charset="0"/>
                <a:ea typeface="ＭＳ Ｐゴシック" pitchFamily="1" charset="-128"/>
                <a:cs typeface="ＭＳ Ｐゴシック" pitchFamily="1" charset="-128"/>
              </a:rPr>
              <a:t>confidence that the source address does indeed correspond with a real client that is</a:t>
            </a:r>
          </a:p>
          <a:p>
            <a:r>
              <a:rPr lang="en-US" dirty="0">
                <a:latin typeface="Arial" pitchFamily="1" charset="0"/>
                <a:ea typeface="ＭＳ Ｐゴシック" pitchFamily="1" charset="-128"/>
                <a:cs typeface="ＭＳ Ｐゴシック" pitchFamily="1" charset="-128"/>
              </a:rPr>
              <a:t>interacting with the server.</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There are some disadvantages of this technique. It does take computation</a:t>
            </a:r>
          </a:p>
          <a:p>
            <a:r>
              <a:rPr lang="en-US" dirty="0">
                <a:latin typeface="Arial" pitchFamily="1" charset="0"/>
                <a:ea typeface="ＭＳ Ｐゴシック" pitchFamily="1" charset="-128"/>
                <a:cs typeface="ＭＳ Ｐゴシック" pitchFamily="1" charset="-128"/>
              </a:rPr>
              <a:t>resources on the server to calculate the cookie. It also blocks the use of certain TCP</a:t>
            </a:r>
          </a:p>
          <a:p>
            <a:r>
              <a:rPr lang="en-US" dirty="0">
                <a:latin typeface="Arial" pitchFamily="1" charset="0"/>
                <a:ea typeface="ＭＳ Ｐゴシック" pitchFamily="1" charset="-128"/>
                <a:cs typeface="ＭＳ Ｐゴシック" pitchFamily="1" charset="-128"/>
              </a:rPr>
              <a:t>extensions, such as large windows. The request for such an extension is normally</a:t>
            </a:r>
          </a:p>
          <a:p>
            <a:r>
              <a:rPr lang="en-US" dirty="0">
                <a:latin typeface="Arial" pitchFamily="1" charset="0"/>
                <a:ea typeface="ＭＳ Ｐゴシック" pitchFamily="1" charset="-128"/>
                <a:cs typeface="ＭＳ Ｐゴシック" pitchFamily="1" charset="-128"/>
              </a:rPr>
              <a:t>saved by the server, along with other details of the requested connection. However,</a:t>
            </a:r>
          </a:p>
          <a:p>
            <a:r>
              <a:rPr lang="en-US" dirty="0">
                <a:latin typeface="Arial" pitchFamily="1" charset="0"/>
                <a:ea typeface="ＭＳ Ｐゴシック" pitchFamily="1" charset="-128"/>
                <a:cs typeface="ＭＳ Ｐゴシック" pitchFamily="1" charset="-128"/>
              </a:rPr>
              <a:t>this connection information cannot be encoded in the cookie as there is not enough</a:t>
            </a:r>
          </a:p>
          <a:p>
            <a:r>
              <a:rPr lang="en-US" dirty="0">
                <a:latin typeface="Arial" pitchFamily="1" charset="0"/>
                <a:ea typeface="ＭＳ Ｐゴシック" pitchFamily="1" charset="-128"/>
                <a:cs typeface="ＭＳ Ｐゴシック" pitchFamily="1" charset="-128"/>
              </a:rPr>
              <a:t>room to do so. Since the alternative is for the server to reject the connection entirely</a:t>
            </a:r>
          </a:p>
          <a:p>
            <a:r>
              <a:rPr lang="en-US" dirty="0">
                <a:latin typeface="Arial" pitchFamily="1" charset="0"/>
                <a:ea typeface="ＭＳ Ｐゴシック" pitchFamily="1" charset="-128"/>
                <a:cs typeface="ＭＳ Ｐゴシック" pitchFamily="1" charset="-128"/>
              </a:rPr>
              <a:t>as it has no resources left to manage the request, this is still an improvement in</a:t>
            </a:r>
          </a:p>
          <a:p>
            <a:r>
              <a:rPr lang="en-US" dirty="0">
                <a:latin typeface="Arial" pitchFamily="1" charset="0"/>
                <a:ea typeface="ＭＳ Ｐゴシック" pitchFamily="1" charset="-128"/>
                <a:cs typeface="ＭＳ Ｐゴシック" pitchFamily="1" charset="-128"/>
              </a:rPr>
              <a:t>the system’s ability to handle high connection-request loads. This approach was</a:t>
            </a:r>
          </a:p>
          <a:p>
            <a:r>
              <a:rPr lang="en-US" dirty="0">
                <a:latin typeface="Arial" pitchFamily="1" charset="0"/>
                <a:ea typeface="ＭＳ Ｐゴシック" pitchFamily="1" charset="-128"/>
                <a:cs typeface="ＭＳ Ｐゴシック" pitchFamily="1" charset="-128"/>
              </a:rPr>
              <a:t>independently invented by a number of people. The best-known variant is </a:t>
            </a:r>
            <a:r>
              <a:rPr lang="en-US" b="1" dirty="0">
                <a:latin typeface="Arial" pitchFamily="1" charset="0"/>
                <a:ea typeface="ＭＳ Ｐゴシック" pitchFamily="1" charset="-128"/>
                <a:cs typeface="ＭＳ Ｐゴシック" pitchFamily="1" charset="-128"/>
              </a:rPr>
              <a:t>SYN</a:t>
            </a:r>
          </a:p>
          <a:p>
            <a:r>
              <a:rPr lang="en-US" b="1" dirty="0">
                <a:latin typeface="Arial" pitchFamily="1" charset="0"/>
                <a:ea typeface="ＭＳ Ｐゴシック" pitchFamily="1" charset="-128"/>
                <a:cs typeface="ＭＳ Ｐゴシック" pitchFamily="1" charset="-128"/>
              </a:rPr>
              <a:t>Cookies, </a:t>
            </a:r>
            <a:r>
              <a:rPr lang="en-US" dirty="0">
                <a:latin typeface="Arial" pitchFamily="1" charset="0"/>
                <a:ea typeface="ＭＳ Ｐゴシック" pitchFamily="1" charset="-128"/>
                <a:cs typeface="ＭＳ Ｐゴシック" pitchFamily="1" charset="-128"/>
              </a:rPr>
              <a:t>whose principal originator is Daniel Bernstein. It is available in recent</a:t>
            </a:r>
          </a:p>
          <a:p>
            <a:r>
              <a:rPr lang="en-US" dirty="0">
                <a:latin typeface="Arial" pitchFamily="1" charset="0"/>
                <a:ea typeface="ＭＳ Ｐゴシック" pitchFamily="1" charset="-128"/>
                <a:cs typeface="ＭＳ Ｐゴシック" pitchFamily="1" charset="-128"/>
              </a:rPr>
              <a:t>FreeBSD and Linux systems, though it is not enabled by default. A variant of this</a:t>
            </a:r>
          </a:p>
          <a:p>
            <a:r>
              <a:rPr lang="en-US" dirty="0">
                <a:latin typeface="Arial" pitchFamily="1" charset="0"/>
                <a:ea typeface="ＭＳ Ｐゴシック" pitchFamily="1" charset="-128"/>
                <a:cs typeface="ＭＳ Ｐゴシック" pitchFamily="1" charset="-128"/>
              </a:rPr>
              <a:t>technique is also included in Windows 2000, XP, and later. This is used whenever</a:t>
            </a:r>
          </a:p>
          <a:p>
            <a:r>
              <a:rPr lang="en-US" dirty="0">
                <a:latin typeface="Arial" pitchFamily="1" charset="0"/>
                <a:ea typeface="ＭＳ Ｐゴシック" pitchFamily="1" charset="-128"/>
                <a:cs typeface="ＭＳ Ｐゴシック" pitchFamily="1" charset="-128"/>
              </a:rPr>
              <a:t>their TCP connections table overflows.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Alternatively, the system’s TCP/IP network code can be modified to selectively</a:t>
            </a:r>
          </a:p>
          <a:p>
            <a:r>
              <a:rPr lang="en-US" dirty="0">
                <a:latin typeface="Arial" pitchFamily="1" charset="0"/>
                <a:ea typeface="ＭＳ Ｐゴシック" pitchFamily="1" charset="-128"/>
                <a:cs typeface="ＭＳ Ｐゴシック" pitchFamily="1" charset="-128"/>
              </a:rPr>
              <a:t>drop an entry for an incomplete connection from the TCP connections table</a:t>
            </a:r>
          </a:p>
          <a:p>
            <a:r>
              <a:rPr lang="en-US" dirty="0">
                <a:latin typeface="Arial" pitchFamily="1" charset="0"/>
                <a:ea typeface="ＭＳ Ｐゴシック" pitchFamily="1" charset="-128"/>
                <a:cs typeface="ＭＳ Ｐゴシック" pitchFamily="1" charset="-128"/>
              </a:rPr>
              <a:t>when it overflows, allowing a new connection attempt to proceed. This is known as</a:t>
            </a:r>
          </a:p>
          <a:p>
            <a:r>
              <a:rPr lang="en-US" i="1" dirty="0">
                <a:latin typeface="Arial" pitchFamily="1" charset="0"/>
                <a:ea typeface="ＭＳ Ｐゴシック" pitchFamily="1" charset="-128"/>
                <a:cs typeface="ＭＳ Ｐゴシック" pitchFamily="1" charset="-128"/>
              </a:rPr>
              <a:t>selective drop or random drop </a:t>
            </a:r>
            <a:r>
              <a:rPr lang="en-US" i="0" dirty="0">
                <a:latin typeface="Arial" pitchFamily="1" charset="0"/>
                <a:ea typeface="ＭＳ Ｐゴシック" pitchFamily="1" charset="-128"/>
                <a:cs typeface="ＭＳ Ｐゴシック" pitchFamily="1" charset="-128"/>
              </a:rPr>
              <a:t>. On the assumption that the majority of the entries in</a:t>
            </a:r>
          </a:p>
          <a:p>
            <a:r>
              <a:rPr lang="en-US" dirty="0">
                <a:latin typeface="Arial" pitchFamily="1" charset="0"/>
                <a:ea typeface="ＭＳ Ｐゴシック" pitchFamily="1" charset="-128"/>
                <a:cs typeface="ＭＳ Ｐゴシック" pitchFamily="1" charset="-128"/>
              </a:rPr>
              <a:t>an overflowing table result from the attack, it is more likely that the dropped entry</a:t>
            </a:r>
          </a:p>
          <a:p>
            <a:r>
              <a:rPr lang="en-US" dirty="0">
                <a:latin typeface="Arial" pitchFamily="1" charset="0"/>
                <a:ea typeface="ＭＳ Ｐゴシック" pitchFamily="1" charset="-128"/>
                <a:cs typeface="ＭＳ Ｐゴシック" pitchFamily="1" charset="-128"/>
              </a:rPr>
              <a:t>will correspond to an attack packet. Hence its removal will have no consequence. If</a:t>
            </a:r>
          </a:p>
          <a:p>
            <a:r>
              <a:rPr lang="en-US" dirty="0">
                <a:latin typeface="Arial" pitchFamily="1" charset="0"/>
                <a:ea typeface="ＭＳ Ｐゴシック" pitchFamily="1" charset="-128"/>
                <a:cs typeface="ＭＳ Ｐゴシック" pitchFamily="1" charset="-128"/>
              </a:rPr>
              <a:t>not, then a legitimate connection attempt will fail, and will have to retry. However,</a:t>
            </a:r>
          </a:p>
          <a:p>
            <a:r>
              <a:rPr lang="en-US" dirty="0">
                <a:latin typeface="Arial" pitchFamily="1" charset="0"/>
                <a:ea typeface="ＭＳ Ｐゴシック" pitchFamily="1" charset="-128"/>
                <a:cs typeface="ＭＳ Ｐゴシック" pitchFamily="1" charset="-128"/>
              </a:rPr>
              <a:t>this approach does give new connection attempts a chance of succeeding rather than</a:t>
            </a:r>
          </a:p>
          <a:p>
            <a:r>
              <a:rPr lang="en-US" dirty="0">
                <a:latin typeface="Arial" pitchFamily="1" charset="0"/>
                <a:ea typeface="ＭＳ Ｐゴシック" pitchFamily="1" charset="-128"/>
                <a:cs typeface="ＭＳ Ｐゴシック" pitchFamily="1" charset="-128"/>
              </a:rPr>
              <a:t>being dropped immediately when the table overflows.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Another defense against SYN spoofing attacks includes modifying parameters</a:t>
            </a:r>
          </a:p>
          <a:p>
            <a:r>
              <a:rPr lang="en-US" dirty="0">
                <a:latin typeface="Arial" pitchFamily="1" charset="0"/>
                <a:ea typeface="ＭＳ Ｐゴシック" pitchFamily="1" charset="-128"/>
                <a:cs typeface="ＭＳ Ｐゴシック" pitchFamily="1" charset="-128"/>
              </a:rPr>
              <a:t>used in a system’s TCP/IP network code. These include the size of the TCP connections</a:t>
            </a:r>
          </a:p>
          <a:p>
            <a:r>
              <a:rPr lang="en-US" dirty="0">
                <a:latin typeface="Arial" pitchFamily="1" charset="0"/>
                <a:ea typeface="ＭＳ Ｐゴシック" pitchFamily="1" charset="-128"/>
                <a:cs typeface="ＭＳ Ｐゴシック" pitchFamily="1" charset="-128"/>
              </a:rPr>
              <a:t>table and the timeout period used to remove entries from this table when</a:t>
            </a:r>
          </a:p>
          <a:p>
            <a:r>
              <a:rPr lang="en-US" dirty="0">
                <a:latin typeface="Arial" pitchFamily="1" charset="0"/>
                <a:ea typeface="ＭＳ Ｐゴシック" pitchFamily="1" charset="-128"/>
                <a:cs typeface="ＭＳ Ｐゴシック" pitchFamily="1" charset="-128"/>
              </a:rPr>
              <a:t>no response is received. These can be combined with suitable rate limits on the</a:t>
            </a:r>
          </a:p>
          <a:p>
            <a:r>
              <a:rPr lang="en-US" dirty="0">
                <a:latin typeface="Arial" pitchFamily="1" charset="0"/>
                <a:ea typeface="ＭＳ Ｐゴシック" pitchFamily="1" charset="-128"/>
                <a:cs typeface="ＭＳ Ｐゴシック" pitchFamily="1" charset="-128"/>
              </a:rPr>
              <a:t>organization’s network link to manage the maximum allowable rate of connection</a:t>
            </a:r>
          </a:p>
          <a:p>
            <a:r>
              <a:rPr lang="en-US" dirty="0">
                <a:latin typeface="Arial" pitchFamily="1" charset="0"/>
                <a:ea typeface="ＭＳ Ｐゴシック" pitchFamily="1" charset="-128"/>
                <a:cs typeface="ＭＳ Ｐゴシック" pitchFamily="1" charset="-128"/>
              </a:rPr>
              <a:t>requests. None of these changes can prevent these attacks, though they do make the</a:t>
            </a:r>
          </a:p>
          <a:p>
            <a:r>
              <a:rPr lang="en-US" dirty="0">
                <a:latin typeface="Arial" pitchFamily="1" charset="0"/>
                <a:ea typeface="ＭＳ Ｐゴシック" pitchFamily="1" charset="-128"/>
                <a:cs typeface="ＭＳ Ｐゴシック" pitchFamily="1" charset="-128"/>
              </a:rPr>
              <a:t>attacker’s task harder.</a:t>
            </a:r>
          </a:p>
          <a:p>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20</a:t>
            </a:fld>
            <a:endParaRPr lang="en-US"/>
          </a:p>
        </p:txBody>
      </p:sp>
    </p:spTree>
    <p:extLst>
      <p:ext uri="{BB962C8B-B14F-4D97-AF65-F5344CB8AC3E}">
        <p14:creationId xmlns:p14="http://schemas.microsoft.com/office/powerpoint/2010/main" val="4381731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The best defense against broadcast amplification attacks is to block the use of</a:t>
            </a:r>
          </a:p>
          <a:p>
            <a:r>
              <a:rPr lang="en-US" dirty="0">
                <a:latin typeface="Arial" pitchFamily="1" charset="0"/>
                <a:ea typeface="ＭＳ Ｐゴシック" pitchFamily="1" charset="-128"/>
                <a:cs typeface="ＭＳ Ｐゴシック" pitchFamily="1" charset="-128"/>
              </a:rPr>
              <a:t>IP-directed broadcasts. This can be done either by the ISP or by any organization</a:t>
            </a:r>
          </a:p>
          <a:p>
            <a:r>
              <a:rPr lang="en-US" dirty="0">
                <a:latin typeface="Arial" pitchFamily="1" charset="0"/>
                <a:ea typeface="ＭＳ Ｐゴシック" pitchFamily="1" charset="-128"/>
                <a:cs typeface="ＭＳ Ｐゴシック" pitchFamily="1" charset="-128"/>
              </a:rPr>
              <a:t>whose systems could be used as an intermediary. As we noted earlier in this chapter,</a:t>
            </a:r>
          </a:p>
          <a:p>
            <a:r>
              <a:rPr lang="en-US" dirty="0">
                <a:latin typeface="Arial" pitchFamily="1" charset="0"/>
                <a:ea typeface="ＭＳ Ｐゴシック" pitchFamily="1" charset="-128"/>
                <a:cs typeface="ＭＳ Ｐゴシック" pitchFamily="1" charset="-128"/>
              </a:rPr>
              <a:t>this and </a:t>
            </a:r>
            <a:r>
              <a:rPr lang="en-US" dirty="0" err="1">
                <a:latin typeface="Arial" pitchFamily="1" charset="0"/>
                <a:ea typeface="ＭＳ Ｐゴシック" pitchFamily="1" charset="-128"/>
                <a:cs typeface="ＭＳ Ｐゴシック" pitchFamily="1" charset="-128"/>
              </a:rPr>
              <a:t>antispoofing</a:t>
            </a:r>
            <a:r>
              <a:rPr lang="en-US" dirty="0">
                <a:latin typeface="Arial" pitchFamily="1" charset="0"/>
                <a:ea typeface="ＭＳ Ｐゴシック" pitchFamily="1" charset="-128"/>
                <a:cs typeface="ＭＳ Ｐゴシック" pitchFamily="1" charset="-128"/>
              </a:rPr>
              <a:t> filters are long-standing security recommendations that</a:t>
            </a:r>
          </a:p>
          <a:p>
            <a:r>
              <a:rPr lang="en-US" dirty="0">
                <a:latin typeface="Arial" pitchFamily="1" charset="0"/>
                <a:ea typeface="ＭＳ Ｐゴシック" pitchFamily="1" charset="-128"/>
                <a:cs typeface="ＭＳ Ｐゴシック" pitchFamily="1" charset="-128"/>
              </a:rPr>
              <a:t>all organizations should implement. More generally, limiting or blocking traffic to</a:t>
            </a:r>
          </a:p>
          <a:p>
            <a:r>
              <a:rPr lang="en-US" dirty="0">
                <a:latin typeface="Arial" pitchFamily="1" charset="0"/>
                <a:ea typeface="ＭＳ Ｐゴシック" pitchFamily="1" charset="-128"/>
                <a:cs typeface="ＭＳ Ｐゴシック" pitchFamily="1" charset="-128"/>
              </a:rPr>
              <a:t>suspicious services, or combinations of source and destination ports, can restrict the</a:t>
            </a:r>
          </a:p>
          <a:p>
            <a:r>
              <a:rPr lang="en-US" dirty="0">
                <a:latin typeface="Arial" pitchFamily="1" charset="0"/>
                <a:ea typeface="ＭＳ Ｐゴシック" pitchFamily="1" charset="-128"/>
                <a:cs typeface="ＭＳ Ｐゴシック" pitchFamily="1" charset="-128"/>
              </a:rPr>
              <a:t>types of reflection attacks that can be used against an organization.</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Defending against attacks on application resources generally requires</a:t>
            </a:r>
          </a:p>
          <a:p>
            <a:r>
              <a:rPr lang="en-US" dirty="0">
                <a:latin typeface="Arial" pitchFamily="1" charset="0"/>
                <a:ea typeface="ＭＳ Ｐゴシック" pitchFamily="1" charset="-128"/>
                <a:cs typeface="ＭＳ Ｐゴシック" pitchFamily="1" charset="-128"/>
              </a:rPr>
              <a:t>modification to the applications targeted, such as Web servers. Defenses may</a:t>
            </a:r>
          </a:p>
          <a:p>
            <a:r>
              <a:rPr lang="en-US" dirty="0">
                <a:latin typeface="Arial" pitchFamily="1" charset="0"/>
                <a:ea typeface="ＭＳ Ｐゴシック" pitchFamily="1" charset="-128"/>
                <a:cs typeface="ＭＳ Ｐゴシック" pitchFamily="1" charset="-128"/>
              </a:rPr>
              <a:t>involve attempts to identify legitimate, generally human initiated, interactions from</a:t>
            </a:r>
          </a:p>
          <a:p>
            <a:r>
              <a:rPr lang="en-US" dirty="0">
                <a:latin typeface="Arial" pitchFamily="1" charset="0"/>
                <a:ea typeface="ＭＳ Ｐゴシック" pitchFamily="1" charset="-128"/>
                <a:cs typeface="ＭＳ Ｐゴシック" pitchFamily="1" charset="-128"/>
              </a:rPr>
              <a:t>automated DoS attacks. These often take the form of a graphical puzzle, a captcha,</a:t>
            </a:r>
          </a:p>
          <a:p>
            <a:r>
              <a:rPr lang="en-US" dirty="0">
                <a:latin typeface="Arial" pitchFamily="1" charset="0"/>
                <a:ea typeface="ＭＳ Ｐゴシック" pitchFamily="1" charset="-128"/>
                <a:cs typeface="ＭＳ Ｐゴシック" pitchFamily="1" charset="-128"/>
              </a:rPr>
              <a:t>which is easy for most humans to solve but difficult to automate. This approach</a:t>
            </a:r>
          </a:p>
          <a:p>
            <a:r>
              <a:rPr lang="en-US" dirty="0">
                <a:latin typeface="Arial" pitchFamily="1" charset="0"/>
                <a:ea typeface="ＭＳ Ｐゴシック" pitchFamily="1" charset="-128"/>
                <a:cs typeface="ＭＳ Ｐゴシック" pitchFamily="1" charset="-128"/>
              </a:rPr>
              <a:t>is used by many of the large portal sites like Hotmail and Yahoo. Alternatively,</a:t>
            </a:r>
          </a:p>
          <a:p>
            <a:r>
              <a:rPr lang="en-US" dirty="0">
                <a:latin typeface="Arial" pitchFamily="1" charset="0"/>
                <a:ea typeface="ＭＳ Ｐゴシック" pitchFamily="1" charset="-128"/>
                <a:cs typeface="ＭＳ Ｐゴシック" pitchFamily="1" charset="-128"/>
              </a:rPr>
              <a:t>applications may limit the rate of some types of interactions in order to continue to</a:t>
            </a:r>
          </a:p>
          <a:p>
            <a:r>
              <a:rPr lang="en-US" dirty="0">
                <a:latin typeface="Arial" pitchFamily="1" charset="0"/>
                <a:ea typeface="ＭＳ Ｐゴシック" pitchFamily="1" charset="-128"/>
                <a:cs typeface="ＭＳ Ｐゴシック" pitchFamily="1" charset="-128"/>
              </a:rPr>
              <a:t>provide some form of service. Some of these alternatives are explored in [KAND05].</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Beyond these direct defenses against DoS attack mechanisms, overall good</a:t>
            </a:r>
          </a:p>
          <a:p>
            <a:r>
              <a:rPr lang="en-US" dirty="0">
                <a:latin typeface="Arial" pitchFamily="1" charset="0"/>
                <a:ea typeface="ＭＳ Ｐゴシック" pitchFamily="1" charset="-128"/>
                <a:cs typeface="ＭＳ Ｐゴシック" pitchFamily="1" charset="-128"/>
              </a:rPr>
              <a:t>system security practices should be maintained. The aim is to ensure that your</a:t>
            </a:r>
          </a:p>
          <a:p>
            <a:r>
              <a:rPr lang="en-US" dirty="0">
                <a:latin typeface="Arial" pitchFamily="1" charset="0"/>
                <a:ea typeface="ＭＳ Ｐゴシック" pitchFamily="1" charset="-128"/>
                <a:cs typeface="ＭＳ Ｐゴシック" pitchFamily="1" charset="-128"/>
              </a:rPr>
              <a:t>systems are not compromised and used as zombie systems. Suitable configuration</a:t>
            </a:r>
          </a:p>
          <a:p>
            <a:r>
              <a:rPr lang="en-US" dirty="0">
                <a:latin typeface="Arial" pitchFamily="1" charset="0"/>
                <a:ea typeface="ＭＳ Ｐゴシック" pitchFamily="1" charset="-128"/>
                <a:cs typeface="ＭＳ Ｐゴシック" pitchFamily="1" charset="-128"/>
              </a:rPr>
              <a:t>and monitoring of high performance, well-connected servers is also needed</a:t>
            </a:r>
          </a:p>
          <a:p>
            <a:r>
              <a:rPr lang="en-US" dirty="0">
                <a:latin typeface="Arial" pitchFamily="1" charset="0"/>
                <a:ea typeface="ＭＳ Ｐゴシック" pitchFamily="1" charset="-128"/>
                <a:cs typeface="ＭＳ Ｐゴシック" pitchFamily="1" charset="-128"/>
              </a:rPr>
              <a:t>to help ensure that they don’t contribute to the problem as potential intermediary</a:t>
            </a:r>
          </a:p>
          <a:p>
            <a:r>
              <a:rPr lang="en-US" dirty="0">
                <a:latin typeface="Arial" pitchFamily="1" charset="0"/>
                <a:ea typeface="ＭＳ Ｐゴシック" pitchFamily="1" charset="-128"/>
                <a:cs typeface="ＭＳ Ｐゴシック" pitchFamily="1" charset="-128"/>
              </a:rPr>
              <a:t>servers.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Lastly, if an organization is dependent on network services, it should consider</a:t>
            </a:r>
          </a:p>
          <a:p>
            <a:r>
              <a:rPr lang="en-US" dirty="0">
                <a:latin typeface="Arial" pitchFamily="1" charset="0"/>
                <a:ea typeface="ＭＳ Ｐゴシック" pitchFamily="1" charset="-128"/>
                <a:cs typeface="ＭＳ Ｐゴシック" pitchFamily="1" charset="-128"/>
              </a:rPr>
              <a:t>mirroring and replicating these servers over multiple sites with multiple network</a:t>
            </a:r>
          </a:p>
          <a:p>
            <a:r>
              <a:rPr lang="en-US" dirty="0">
                <a:latin typeface="Arial" pitchFamily="1" charset="0"/>
                <a:ea typeface="ＭＳ Ｐゴシック" pitchFamily="1" charset="-128"/>
                <a:cs typeface="ＭＳ Ｐゴシック" pitchFamily="1" charset="-128"/>
              </a:rPr>
              <a:t>connections. This is good general practice for high-performance servers, and</a:t>
            </a:r>
          </a:p>
          <a:p>
            <a:r>
              <a:rPr lang="en-US" dirty="0">
                <a:latin typeface="Arial" pitchFamily="1" charset="0"/>
                <a:ea typeface="ＭＳ Ｐゴシック" pitchFamily="1" charset="-128"/>
                <a:cs typeface="ＭＳ Ｐゴシック" pitchFamily="1" charset="-128"/>
              </a:rPr>
              <a:t>provides greater levels of reliability and fault tolerance in general and not just a</a:t>
            </a:r>
          </a:p>
          <a:p>
            <a:r>
              <a:rPr lang="en-US" dirty="0">
                <a:latin typeface="Arial" pitchFamily="1" charset="0"/>
                <a:ea typeface="ＭＳ Ｐゴシック" pitchFamily="1" charset="-128"/>
                <a:cs typeface="ＭＳ Ｐゴシック" pitchFamily="1" charset="-128"/>
              </a:rPr>
              <a:t>response to these types of attack.</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21</a:t>
            </a:fld>
            <a:endParaRPr lang="en-US"/>
          </a:p>
        </p:txBody>
      </p:sp>
    </p:spTree>
    <p:extLst>
      <p:ext uri="{BB962C8B-B14F-4D97-AF65-F5344CB8AC3E}">
        <p14:creationId xmlns:p14="http://schemas.microsoft.com/office/powerpoint/2010/main" val="2901764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To respond successfully to a DoS attack, a good incident response plan is needed.</a:t>
            </a:r>
          </a:p>
          <a:p>
            <a:r>
              <a:rPr lang="en-US" dirty="0">
                <a:latin typeface="Arial" pitchFamily="1" charset="0"/>
                <a:ea typeface="ＭＳ Ｐゴシック" pitchFamily="1" charset="-128"/>
                <a:cs typeface="ＭＳ Ｐゴシック" pitchFamily="1" charset="-128"/>
              </a:rPr>
              <a:t>This must include details of how to contact technical personal for your Internet</a:t>
            </a:r>
          </a:p>
          <a:p>
            <a:r>
              <a:rPr lang="en-US" dirty="0">
                <a:latin typeface="Arial" pitchFamily="1" charset="0"/>
                <a:ea typeface="ＭＳ Ｐゴシック" pitchFamily="1" charset="-128"/>
                <a:cs typeface="ＭＳ Ｐゴシック" pitchFamily="1" charset="-128"/>
              </a:rPr>
              <a:t>service provider(s). This contact must be possible using nonnetworked means, since</a:t>
            </a:r>
          </a:p>
          <a:p>
            <a:r>
              <a:rPr lang="en-US" dirty="0">
                <a:latin typeface="Arial" pitchFamily="1" charset="0"/>
                <a:ea typeface="ＭＳ Ｐゴシック" pitchFamily="1" charset="-128"/>
                <a:cs typeface="ＭＳ Ｐゴシック" pitchFamily="1" charset="-128"/>
              </a:rPr>
              <a:t>when under attack your network connection may well not be usable. DoS attacks,</a:t>
            </a:r>
          </a:p>
          <a:p>
            <a:r>
              <a:rPr lang="en-US" dirty="0">
                <a:latin typeface="Arial" pitchFamily="1" charset="0"/>
                <a:ea typeface="ＭＳ Ｐゴシック" pitchFamily="1" charset="-128"/>
                <a:cs typeface="ＭＳ Ｐゴシック" pitchFamily="1" charset="-128"/>
              </a:rPr>
              <a:t>particularly flooding attacks, can only be filtered upstream of your network connection.</a:t>
            </a:r>
          </a:p>
          <a:p>
            <a:r>
              <a:rPr lang="en-US" dirty="0">
                <a:latin typeface="Arial" pitchFamily="1" charset="0"/>
                <a:ea typeface="ＭＳ Ｐゴシック" pitchFamily="1" charset="-128"/>
                <a:cs typeface="ＭＳ Ｐゴシック" pitchFamily="1" charset="-128"/>
              </a:rPr>
              <a:t>The plan should also contain details of how to respond to the attack. The division</a:t>
            </a:r>
          </a:p>
          <a:p>
            <a:r>
              <a:rPr lang="en-US" dirty="0">
                <a:latin typeface="Arial" pitchFamily="1" charset="0"/>
                <a:ea typeface="ＭＳ Ｐゴシック" pitchFamily="1" charset="-128"/>
                <a:cs typeface="ＭＳ Ｐゴシック" pitchFamily="1" charset="-128"/>
              </a:rPr>
              <a:t>of responsibilities between organizational personnel and the ISP will depend</a:t>
            </a:r>
          </a:p>
          <a:p>
            <a:r>
              <a:rPr lang="en-US" dirty="0">
                <a:latin typeface="Arial" pitchFamily="1" charset="0"/>
                <a:ea typeface="ＭＳ Ｐゴシック" pitchFamily="1" charset="-128"/>
                <a:cs typeface="ＭＳ Ｐゴシック" pitchFamily="1" charset="-128"/>
              </a:rPr>
              <a:t>on the resources available and technical capabilities of the organization.</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Within an organization you should have implemented the standard </a:t>
            </a:r>
            <a:r>
              <a:rPr lang="en-US" dirty="0" err="1">
                <a:latin typeface="Arial" pitchFamily="1" charset="0"/>
                <a:ea typeface="ＭＳ Ｐゴシック" pitchFamily="1" charset="-128"/>
                <a:cs typeface="ＭＳ Ｐゴシック" pitchFamily="1" charset="-128"/>
              </a:rPr>
              <a:t>antispoofing</a:t>
            </a:r>
            <a:r>
              <a:rPr lang="en-US" dirty="0">
                <a:latin typeface="Arial" pitchFamily="1" charset="0"/>
                <a:ea typeface="ＭＳ Ｐゴシック" pitchFamily="1" charset="-128"/>
                <a:cs typeface="ＭＳ Ｐゴシック" pitchFamily="1" charset="-128"/>
              </a:rPr>
              <a:t>,</a:t>
            </a:r>
          </a:p>
          <a:p>
            <a:r>
              <a:rPr lang="en-US" dirty="0">
                <a:latin typeface="Arial" pitchFamily="1" charset="0"/>
                <a:ea typeface="ＭＳ Ｐゴシック" pitchFamily="1" charset="-128"/>
                <a:cs typeface="ＭＳ Ｐゴシック" pitchFamily="1" charset="-128"/>
              </a:rPr>
              <a:t>directed broadcast, and rate limiting filters we discuss earlier in this chapter.</a:t>
            </a:r>
          </a:p>
          <a:p>
            <a:r>
              <a:rPr lang="en-US" dirty="0">
                <a:latin typeface="Arial" pitchFamily="1" charset="0"/>
                <a:ea typeface="ＭＳ Ｐゴシック" pitchFamily="1" charset="-128"/>
                <a:cs typeface="ＭＳ Ｐゴシック" pitchFamily="1" charset="-128"/>
              </a:rPr>
              <a:t>Ideally, you should also have some form of automated network monitoring and</a:t>
            </a:r>
          </a:p>
          <a:p>
            <a:r>
              <a:rPr lang="en-US" dirty="0">
                <a:latin typeface="Arial" pitchFamily="1" charset="0"/>
                <a:ea typeface="ＭＳ Ｐゴシック" pitchFamily="1" charset="-128"/>
                <a:cs typeface="ＭＳ Ｐゴシック" pitchFamily="1" charset="-128"/>
              </a:rPr>
              <a:t>intrusion detection system running so personnel will be notified should abnormal</a:t>
            </a:r>
          </a:p>
          <a:p>
            <a:r>
              <a:rPr lang="en-US" dirty="0">
                <a:latin typeface="Arial" pitchFamily="1" charset="0"/>
                <a:ea typeface="ＭＳ Ｐゴシック" pitchFamily="1" charset="-128"/>
                <a:cs typeface="ＭＳ Ｐゴシック" pitchFamily="1" charset="-128"/>
              </a:rPr>
              <a:t>traffic be detected. We discuss such systems in Chapter 8. Research continues as</a:t>
            </a:r>
          </a:p>
          <a:p>
            <a:r>
              <a:rPr lang="en-US" dirty="0">
                <a:latin typeface="Arial" pitchFamily="1" charset="0"/>
                <a:ea typeface="ＭＳ Ｐゴシック" pitchFamily="1" charset="-128"/>
                <a:cs typeface="ＭＳ Ｐゴシック" pitchFamily="1" charset="-128"/>
              </a:rPr>
              <a:t>to how best identify abnormal traffic. It may be on the basis of changes in patterns</a:t>
            </a:r>
          </a:p>
          <a:p>
            <a:r>
              <a:rPr lang="en-US" dirty="0">
                <a:latin typeface="Arial" pitchFamily="1" charset="0"/>
                <a:ea typeface="ＭＳ Ｐゴシック" pitchFamily="1" charset="-128"/>
                <a:cs typeface="ＭＳ Ｐゴシック" pitchFamily="1" charset="-128"/>
              </a:rPr>
              <a:t>of flow information, source addresses, or other traffic characteristics, as [CARL06]</a:t>
            </a:r>
          </a:p>
          <a:p>
            <a:r>
              <a:rPr lang="en-US" dirty="0">
                <a:latin typeface="Arial" pitchFamily="1" charset="0"/>
                <a:ea typeface="ＭＳ Ｐゴシック" pitchFamily="1" charset="-128"/>
                <a:cs typeface="ＭＳ Ｐゴシック" pitchFamily="1" charset="-128"/>
              </a:rPr>
              <a:t>discuss. It is important that an organization knows its normal traffic patterns so it</a:t>
            </a:r>
          </a:p>
          <a:p>
            <a:r>
              <a:rPr lang="en-US" dirty="0">
                <a:latin typeface="Arial" pitchFamily="1" charset="0"/>
                <a:ea typeface="ＭＳ Ｐゴシック" pitchFamily="1" charset="-128"/>
                <a:cs typeface="ＭＳ Ｐゴシック" pitchFamily="1" charset="-128"/>
              </a:rPr>
              <a:t>has a baseline with which to compare abnormal traffic flows. Without such systems</a:t>
            </a:r>
          </a:p>
          <a:p>
            <a:r>
              <a:rPr lang="en-US" dirty="0">
                <a:latin typeface="Arial" pitchFamily="1" charset="0"/>
                <a:ea typeface="ＭＳ Ｐゴシック" pitchFamily="1" charset="-128"/>
                <a:cs typeface="ＭＳ Ｐゴシック" pitchFamily="1" charset="-128"/>
              </a:rPr>
              <a:t>and knowledge, the earliest indication is likely to be a report from users inside or</a:t>
            </a:r>
          </a:p>
          <a:p>
            <a:r>
              <a:rPr lang="en-US" dirty="0">
                <a:latin typeface="Arial" pitchFamily="1" charset="0"/>
                <a:ea typeface="ＭＳ Ｐゴシック" pitchFamily="1" charset="-128"/>
                <a:cs typeface="ＭＳ Ｐゴシック" pitchFamily="1" charset="-128"/>
              </a:rPr>
              <a:t>outside the organization that its network connection has failed. Identifying the reason</a:t>
            </a:r>
          </a:p>
          <a:p>
            <a:r>
              <a:rPr lang="en-US" dirty="0">
                <a:latin typeface="Arial" pitchFamily="1" charset="0"/>
                <a:ea typeface="ＭＳ Ｐゴシック" pitchFamily="1" charset="-128"/>
                <a:cs typeface="ＭＳ Ｐゴシック" pitchFamily="1" charset="-128"/>
              </a:rPr>
              <a:t>for this failure, whether attack, misconfiguration, or hardware or software failure,</a:t>
            </a:r>
          </a:p>
          <a:p>
            <a:r>
              <a:rPr lang="en-US" dirty="0">
                <a:latin typeface="Arial" pitchFamily="1" charset="0"/>
                <a:ea typeface="ＭＳ Ｐゴシック" pitchFamily="1" charset="-128"/>
                <a:cs typeface="ＭＳ Ｐゴシック" pitchFamily="1" charset="-128"/>
              </a:rPr>
              <a:t>can take valuable additional time to identify.</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22</a:t>
            </a:fld>
            <a:endParaRPr lang="en-US"/>
          </a:p>
        </p:txBody>
      </p:sp>
    </p:spTree>
    <p:extLst>
      <p:ext uri="{BB962C8B-B14F-4D97-AF65-F5344CB8AC3E}">
        <p14:creationId xmlns:p14="http://schemas.microsoft.com/office/powerpoint/2010/main" val="12755104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latin typeface="Arial" pitchFamily="1" charset="0"/>
                <a:ea typeface="ＭＳ Ｐゴシック" pitchFamily="1" charset="-128"/>
                <a:cs typeface="ＭＳ Ｐゴシック" pitchFamily="1" charset="-128"/>
              </a:rPr>
              <a:t>When a DoS attack is detected, the first step is to identify the type of attack</a:t>
            </a:r>
          </a:p>
          <a:p>
            <a:r>
              <a:rPr lang="en-US" dirty="0">
                <a:latin typeface="Arial" pitchFamily="1" charset="0"/>
                <a:ea typeface="ＭＳ Ｐゴシック" pitchFamily="1" charset="-128"/>
                <a:cs typeface="ＭＳ Ｐゴシック" pitchFamily="1" charset="-128"/>
              </a:rPr>
              <a:t>and hence the best approach to defend against it. Typically this involves capturing</a:t>
            </a:r>
          </a:p>
          <a:p>
            <a:r>
              <a:rPr lang="en-US" dirty="0">
                <a:latin typeface="Arial" pitchFamily="1" charset="0"/>
                <a:ea typeface="ＭＳ Ｐゴシック" pitchFamily="1" charset="-128"/>
                <a:cs typeface="ＭＳ Ｐゴシック" pitchFamily="1" charset="-128"/>
              </a:rPr>
              <a:t>packets flowing into the organization and analyzing them, looking for common</a:t>
            </a:r>
          </a:p>
          <a:p>
            <a:r>
              <a:rPr lang="en-US" dirty="0">
                <a:latin typeface="Arial" pitchFamily="1" charset="0"/>
                <a:ea typeface="ＭＳ Ｐゴシック" pitchFamily="1" charset="-128"/>
                <a:cs typeface="ＭＳ Ｐゴシック" pitchFamily="1" charset="-128"/>
              </a:rPr>
              <a:t>attack packet types. This may be done by organizational personnel using suitable</a:t>
            </a:r>
          </a:p>
          <a:p>
            <a:r>
              <a:rPr lang="en-US" dirty="0">
                <a:latin typeface="Arial" pitchFamily="1" charset="0"/>
                <a:ea typeface="ＭＳ Ｐゴシック" pitchFamily="1" charset="-128"/>
                <a:cs typeface="ＭＳ Ｐゴシック" pitchFamily="1" charset="-128"/>
              </a:rPr>
              <a:t>network analysis tools. If the organization lacks the resources and skill to</a:t>
            </a:r>
          </a:p>
          <a:p>
            <a:r>
              <a:rPr lang="en-US" dirty="0">
                <a:latin typeface="Arial" pitchFamily="1" charset="0"/>
                <a:ea typeface="ＭＳ Ｐゴシック" pitchFamily="1" charset="-128"/>
                <a:cs typeface="ＭＳ Ｐゴシック" pitchFamily="1" charset="-128"/>
              </a:rPr>
              <a:t>do this, it will need to have its ISP perform this capture and analysis. From this</a:t>
            </a:r>
          </a:p>
          <a:p>
            <a:r>
              <a:rPr lang="en-US" dirty="0">
                <a:latin typeface="Arial" pitchFamily="1" charset="0"/>
                <a:ea typeface="ＭＳ Ｐゴシック" pitchFamily="1" charset="-128"/>
                <a:cs typeface="ＭＳ Ｐゴシック" pitchFamily="1" charset="-128"/>
              </a:rPr>
              <a:t>analysis the type of attack is identified, and suitable filters are designed to block</a:t>
            </a:r>
          </a:p>
          <a:p>
            <a:r>
              <a:rPr lang="en-US" dirty="0">
                <a:latin typeface="Arial" pitchFamily="1" charset="0"/>
                <a:ea typeface="ＭＳ Ｐゴシック" pitchFamily="1" charset="-128"/>
                <a:cs typeface="ＭＳ Ｐゴシック" pitchFamily="1" charset="-128"/>
              </a:rPr>
              <a:t>the flow of attack packets. These have to be installed by the ISP on its routers. If</a:t>
            </a:r>
          </a:p>
          <a:p>
            <a:r>
              <a:rPr lang="en-US" dirty="0">
                <a:latin typeface="Arial" pitchFamily="1" charset="0"/>
                <a:ea typeface="ＭＳ Ｐゴシック" pitchFamily="1" charset="-128"/>
                <a:cs typeface="ＭＳ Ｐゴシック" pitchFamily="1" charset="-128"/>
              </a:rPr>
              <a:t>the attack targets a bug on a system or application, rather than high traffic volumes,</a:t>
            </a:r>
          </a:p>
          <a:p>
            <a:r>
              <a:rPr lang="en-US" dirty="0">
                <a:latin typeface="Arial" pitchFamily="1" charset="0"/>
                <a:ea typeface="ＭＳ Ｐゴシック" pitchFamily="1" charset="-128"/>
                <a:cs typeface="ＭＳ Ｐゴシック" pitchFamily="1" charset="-128"/>
              </a:rPr>
              <a:t>then this must be identified and steps taken to correct it and prevent future</a:t>
            </a:r>
          </a:p>
          <a:p>
            <a:r>
              <a:rPr lang="en-US" dirty="0">
                <a:latin typeface="Arial" pitchFamily="1" charset="0"/>
                <a:ea typeface="ＭＳ Ｐゴシック" pitchFamily="1" charset="-128"/>
                <a:cs typeface="ＭＳ Ｐゴシック" pitchFamily="1" charset="-128"/>
              </a:rPr>
              <a:t>attacks.</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The organization may also wish to ask its ISP to trace the flow of packets back</a:t>
            </a:r>
          </a:p>
          <a:p>
            <a:r>
              <a:rPr lang="en-US" dirty="0">
                <a:latin typeface="Arial" pitchFamily="1" charset="0"/>
                <a:ea typeface="ＭＳ Ｐゴシック" pitchFamily="1" charset="-128"/>
                <a:cs typeface="ＭＳ Ｐゴシック" pitchFamily="1" charset="-128"/>
              </a:rPr>
              <a:t>in an attempt to identify their source. However, if spoofed source addresses are</a:t>
            </a:r>
          </a:p>
          <a:p>
            <a:r>
              <a:rPr lang="en-US" dirty="0">
                <a:latin typeface="Arial" pitchFamily="1" charset="0"/>
                <a:ea typeface="ＭＳ Ｐゴシック" pitchFamily="1" charset="-128"/>
                <a:cs typeface="ＭＳ Ｐゴシック" pitchFamily="1" charset="-128"/>
              </a:rPr>
              <a:t>used, this can be difficult and time-consuming. Whether this is attempted may well</a:t>
            </a:r>
          </a:p>
          <a:p>
            <a:r>
              <a:rPr lang="en-US" dirty="0">
                <a:latin typeface="Arial" pitchFamily="1" charset="0"/>
                <a:ea typeface="ＭＳ Ｐゴシック" pitchFamily="1" charset="-128"/>
                <a:cs typeface="ＭＳ Ｐゴシック" pitchFamily="1" charset="-128"/>
              </a:rPr>
              <a:t>depend on whether the organization intends to report the attack to the relevant law</a:t>
            </a:r>
          </a:p>
          <a:p>
            <a:r>
              <a:rPr lang="en-US" dirty="0">
                <a:latin typeface="Arial" pitchFamily="1" charset="0"/>
                <a:ea typeface="ＭＳ Ｐゴシック" pitchFamily="1" charset="-128"/>
                <a:cs typeface="ＭＳ Ｐゴシック" pitchFamily="1" charset="-128"/>
              </a:rPr>
              <a:t>enforcement agencies. In such a case, additional evidence must be collected and</a:t>
            </a:r>
          </a:p>
          <a:p>
            <a:r>
              <a:rPr lang="en-US" dirty="0">
                <a:latin typeface="Arial" pitchFamily="1" charset="0"/>
                <a:ea typeface="ＭＳ Ｐゴシック" pitchFamily="1" charset="-128"/>
                <a:cs typeface="ＭＳ Ｐゴシック" pitchFamily="1" charset="-128"/>
              </a:rPr>
              <a:t>actions documented to support any subsequent legal action.</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In the case of an extended, concerted, flooding attack from a large number of</a:t>
            </a:r>
          </a:p>
          <a:p>
            <a:r>
              <a:rPr lang="en-US" dirty="0">
                <a:latin typeface="Arial" pitchFamily="1" charset="0"/>
                <a:ea typeface="ＭＳ Ｐゴシック" pitchFamily="1" charset="-128"/>
                <a:cs typeface="ＭＳ Ｐゴシック" pitchFamily="1" charset="-128"/>
              </a:rPr>
              <a:t>distributed or reflected systems, it may not be possible to successfully filter enough</a:t>
            </a:r>
          </a:p>
          <a:p>
            <a:r>
              <a:rPr lang="en-US" dirty="0">
                <a:latin typeface="Arial" pitchFamily="1" charset="0"/>
                <a:ea typeface="ＭＳ Ｐゴシック" pitchFamily="1" charset="-128"/>
                <a:cs typeface="ＭＳ Ｐゴシック" pitchFamily="1" charset="-128"/>
              </a:rPr>
              <a:t>of the attack packets to restore network connectivity. In such cases, the organization</a:t>
            </a:r>
          </a:p>
          <a:p>
            <a:r>
              <a:rPr lang="en-US" dirty="0">
                <a:latin typeface="Arial" pitchFamily="1" charset="0"/>
                <a:ea typeface="ＭＳ Ｐゴシック" pitchFamily="1" charset="-128"/>
                <a:cs typeface="ＭＳ Ｐゴシック" pitchFamily="1" charset="-128"/>
              </a:rPr>
              <a:t>needs a contingency strategy either to switch to alternate backup servers or to rapidly</a:t>
            </a:r>
          </a:p>
          <a:p>
            <a:r>
              <a:rPr lang="en-US" dirty="0">
                <a:latin typeface="Arial" pitchFamily="1" charset="0"/>
                <a:ea typeface="ＭＳ Ｐゴシック" pitchFamily="1" charset="-128"/>
                <a:cs typeface="ＭＳ Ｐゴシック" pitchFamily="1" charset="-128"/>
              </a:rPr>
              <a:t>commission new servers at a new site with new addresses, in order to restore</a:t>
            </a:r>
          </a:p>
          <a:p>
            <a:r>
              <a:rPr lang="en-US" dirty="0">
                <a:latin typeface="Arial" pitchFamily="1" charset="0"/>
                <a:ea typeface="ＭＳ Ｐゴシック" pitchFamily="1" charset="-128"/>
                <a:cs typeface="ＭＳ Ｐゴシック" pitchFamily="1" charset="-128"/>
              </a:rPr>
              <a:t>service. Without forward planning to achieve this, the consequence of such an attack</a:t>
            </a:r>
          </a:p>
          <a:p>
            <a:r>
              <a:rPr lang="en-US" dirty="0">
                <a:latin typeface="Arial" pitchFamily="1" charset="0"/>
                <a:ea typeface="ＭＳ Ｐゴシック" pitchFamily="1" charset="-128"/>
                <a:cs typeface="ＭＳ Ｐゴシック" pitchFamily="1" charset="-128"/>
              </a:rPr>
              <a:t>will be extended loss of network connectivity. If the organization depends on this</a:t>
            </a:r>
          </a:p>
          <a:p>
            <a:r>
              <a:rPr lang="en-US" dirty="0">
                <a:latin typeface="Arial" pitchFamily="1" charset="0"/>
                <a:ea typeface="ＭＳ Ｐゴシック" pitchFamily="1" charset="-128"/>
                <a:cs typeface="ＭＳ Ｐゴシック" pitchFamily="1" charset="-128"/>
              </a:rPr>
              <a:t>connection for its function, the consequences on it may be significant.</a:t>
            </a:r>
          </a:p>
          <a:p>
            <a:endParaRPr lang="en-US" dirty="0">
              <a:latin typeface="Arial" pitchFamily="1" charset="0"/>
              <a:ea typeface="ＭＳ Ｐゴシック" pitchFamily="1" charset="-128"/>
              <a:cs typeface="ＭＳ Ｐゴシック" pitchFamily="1" charset="-128"/>
            </a:endParaRPr>
          </a:p>
          <a:p>
            <a:r>
              <a:rPr lang="en-US" dirty="0">
                <a:latin typeface="Arial" pitchFamily="1" charset="0"/>
                <a:ea typeface="ＭＳ Ｐゴシック" pitchFamily="1" charset="-128"/>
                <a:cs typeface="ＭＳ Ｐゴシック" pitchFamily="1" charset="-128"/>
              </a:rPr>
              <a:t>Following the immediate response to this specific type of attack, the organization’s</a:t>
            </a:r>
          </a:p>
          <a:p>
            <a:r>
              <a:rPr lang="en-US" dirty="0">
                <a:latin typeface="Arial" pitchFamily="1" charset="0"/>
                <a:ea typeface="ＭＳ Ｐゴシック" pitchFamily="1" charset="-128"/>
                <a:cs typeface="ＭＳ Ｐゴシック" pitchFamily="1" charset="-128"/>
              </a:rPr>
              <a:t>incident response policy may specify further steps that are taken to respond</a:t>
            </a:r>
          </a:p>
          <a:p>
            <a:r>
              <a:rPr lang="en-US" dirty="0">
                <a:latin typeface="Arial" pitchFamily="1" charset="0"/>
                <a:ea typeface="ＭＳ Ｐゴシック" pitchFamily="1" charset="-128"/>
                <a:cs typeface="ＭＳ Ｐゴシック" pitchFamily="1" charset="-128"/>
              </a:rPr>
              <a:t>to contingencies like this. This should certainly include analyzing the attack and</a:t>
            </a:r>
          </a:p>
          <a:p>
            <a:r>
              <a:rPr lang="en-US" dirty="0">
                <a:latin typeface="Arial" pitchFamily="1" charset="0"/>
                <a:ea typeface="ＭＳ Ｐゴシック" pitchFamily="1" charset="-128"/>
                <a:cs typeface="ＭＳ Ｐゴシック" pitchFamily="1" charset="-128"/>
              </a:rPr>
              <a:t>response in order to gain benefit from the experience and to improve future handling.</a:t>
            </a:r>
          </a:p>
          <a:p>
            <a:r>
              <a:rPr lang="en-US" dirty="0">
                <a:latin typeface="Arial" pitchFamily="1" charset="0"/>
                <a:ea typeface="ＭＳ Ｐゴシック" pitchFamily="1" charset="-128"/>
                <a:cs typeface="ＭＳ Ｐゴシック" pitchFamily="1" charset="-128"/>
              </a:rPr>
              <a:t>Ideally the organization’s security can be improved as a result. We discuss all</a:t>
            </a:r>
          </a:p>
          <a:p>
            <a:r>
              <a:rPr lang="en-US" dirty="0">
                <a:latin typeface="Arial" pitchFamily="1" charset="0"/>
                <a:ea typeface="ＭＳ Ｐゴシック" pitchFamily="1" charset="-128"/>
                <a:cs typeface="ＭＳ Ｐゴシック" pitchFamily="1" charset="-128"/>
              </a:rPr>
              <a:t>these aspects of incident response further in Chapter 17 .</a:t>
            </a:r>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fld id="{715C8847-C870-FC49-BAC8-7739469A7F46}" type="slidenum">
              <a:rPr lang="en-US" smtClean="0"/>
              <a:t>23</a:t>
            </a:fld>
            <a:endParaRPr lang="en-US"/>
          </a:p>
        </p:txBody>
      </p:sp>
    </p:spTree>
    <p:extLst>
      <p:ext uri="{BB962C8B-B14F-4D97-AF65-F5344CB8AC3E}">
        <p14:creationId xmlns:p14="http://schemas.microsoft.com/office/powerpoint/2010/main" val="31327677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latin typeface="Times" pitchFamily="1" charset="0"/>
              <a:ea typeface="ＭＳ Ｐゴシック" pitchFamily="1" charset="-128"/>
              <a:cs typeface="ＭＳ Ｐゴシック" pitchFamily="1" charset="-128"/>
            </a:endParaRPr>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15C8847-C870-FC49-BAC8-7739469A7F46}"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40648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5" name="Picture 4" descr="A picture containing logo&#10;&#10;Description automatically generated">
            <a:extLst>
              <a:ext uri="{FF2B5EF4-FFF2-40B4-BE49-F238E27FC236}">
                <a16:creationId xmlns:a16="http://schemas.microsoft.com/office/drawing/2014/main" id="{D8DB9D91-12A9-6D85-5C4A-107079AA8707}"/>
              </a:ext>
            </a:extLst>
          </p:cNvPr>
          <p:cNvPicPr>
            <a:picLocks noChangeAspect="1"/>
          </p:cNvPicPr>
          <p:nvPr userDrawn="1"/>
        </p:nvPicPr>
        <p:blipFill>
          <a:blip r:embed="rId2"/>
          <a:stretch>
            <a:fillRect/>
          </a:stretch>
        </p:blipFill>
        <p:spPr>
          <a:xfrm>
            <a:off x="0" y="6683"/>
            <a:ext cx="12192000" cy="6844631"/>
          </a:xfrm>
          <a:prstGeom prst="rect">
            <a:avLst/>
          </a:prstGeom>
        </p:spPr>
      </p:pic>
      <p:sp>
        <p:nvSpPr>
          <p:cNvPr id="10" name="Text Placeholder 1">
            <a:extLst>
              <a:ext uri="{FF2B5EF4-FFF2-40B4-BE49-F238E27FC236}">
                <a16:creationId xmlns:a16="http://schemas.microsoft.com/office/drawing/2014/main" id="{BC0596B2-8BCF-CDB9-86A8-E5F1D3BA81E1}"/>
              </a:ext>
            </a:extLst>
          </p:cNvPr>
          <p:cNvSpPr>
            <a:spLocks noGrp="1"/>
          </p:cNvSpPr>
          <p:nvPr>
            <p:ph type="body" sz="quarter" idx="12" hasCustomPrompt="1"/>
          </p:nvPr>
        </p:nvSpPr>
        <p:spPr>
          <a:xfrm>
            <a:off x="2428461" y="4144617"/>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Title for Presentation</a:t>
            </a:r>
          </a:p>
          <a:p>
            <a:r>
              <a:rPr lang="en-US" sz="3600" dirty="0"/>
              <a:t>Line 2</a:t>
            </a:r>
          </a:p>
        </p:txBody>
      </p:sp>
      <p:sp>
        <p:nvSpPr>
          <p:cNvPr id="11" name="Text Placeholder 2">
            <a:extLst>
              <a:ext uri="{FF2B5EF4-FFF2-40B4-BE49-F238E27FC236}">
                <a16:creationId xmlns:a16="http://schemas.microsoft.com/office/drawing/2014/main" id="{B5FA1AF5-5DD9-B40B-465B-79A7653C5A5E}"/>
              </a:ext>
            </a:extLst>
          </p:cNvPr>
          <p:cNvSpPr>
            <a:spLocks noGrp="1"/>
          </p:cNvSpPr>
          <p:nvPr>
            <p:ph type="body" sz="quarter" idx="13" hasCustomPrompt="1"/>
          </p:nvPr>
        </p:nvSpPr>
        <p:spPr>
          <a:xfrm>
            <a:off x="3765550" y="5744152"/>
            <a:ext cx="4660900" cy="350227"/>
          </a:xfrm>
          <a:prstGeom prst="rect">
            <a:avLst/>
          </a:prstGeom>
        </p:spPr>
        <p:txBody>
          <a:bodyPr/>
          <a:lstStyle>
            <a:lvl1pPr marL="0" indent="0" algn="ctr">
              <a:buNone/>
              <a:defRPr b="0" i="0">
                <a:solidFill>
                  <a:srgbClr val="767171"/>
                </a:solidFill>
                <a:latin typeface="Arial" panose="020B0604020202020204" pitchFamily="34" charset="0"/>
                <a:cs typeface="Arial" panose="020B0604020202020204" pitchFamily="34" charset="0"/>
              </a:defRPr>
            </a:lvl1pPr>
          </a:lstStyle>
          <a:p>
            <a:r>
              <a:rPr lang="en-US" sz="2400" dirty="0"/>
              <a:t>Date xx, 202x</a:t>
            </a:r>
          </a:p>
        </p:txBody>
      </p:sp>
    </p:spTree>
    <p:extLst>
      <p:ext uri="{BB962C8B-B14F-4D97-AF65-F5344CB8AC3E}">
        <p14:creationId xmlns:p14="http://schemas.microsoft.com/office/powerpoint/2010/main" val="1216705844"/>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0" y="1600200"/>
            <a:ext cx="11277599"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3414612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16" name="Title 1">
            <a:extLst>
              <a:ext uri="{FF2B5EF4-FFF2-40B4-BE49-F238E27FC236}">
                <a16:creationId xmlns:a16="http://schemas.microsoft.com/office/drawing/2014/main" id="{653E720E-FE37-173B-65F6-62EFA236FB19}"/>
              </a:ext>
            </a:extLst>
          </p:cNvPr>
          <p:cNvSpPr>
            <a:spLocks noGrp="1"/>
          </p:cNvSpPr>
          <p:nvPr>
            <p:ph type="ctrTitle" hasCustomPrompt="1"/>
          </p:nvPr>
        </p:nvSpPr>
        <p:spPr>
          <a:xfrm>
            <a:off x="457200" y="571500"/>
            <a:ext cx="11277600" cy="736439"/>
          </a:xfrm>
          <a:prstGeom prst="rect">
            <a:avLst/>
          </a:prstGeom>
        </p:spPr>
        <p:txBody>
          <a:bodyPr anchor="t"/>
          <a:lstStyle>
            <a:lvl1pPr algn="l">
              <a:defRPr sz="3600" b="1" i="0">
                <a:solidFill>
                  <a:srgbClr val="767171"/>
                </a:solidFill>
                <a:latin typeface="Arial" panose="020B0604020202020204" pitchFamily="34" charset="0"/>
                <a:cs typeface="Arial" panose="020B0604020202020204" pitchFamily="34" charset="0"/>
              </a:defRPr>
            </a:lvl1pPr>
          </a:lstStyle>
          <a:p>
            <a:r>
              <a:rPr lang="en-US" dirty="0"/>
              <a:t>Title</a:t>
            </a:r>
            <a:endParaRPr lang="en-US" sz="7200" dirty="0">
              <a:solidFill>
                <a:srgbClr val="005A95"/>
              </a:solidFill>
            </a:endParaRPr>
          </a:p>
        </p:txBody>
      </p:sp>
      <p:sp>
        <p:nvSpPr>
          <p:cNvPr id="2" name="Content Placeholder 14">
            <a:extLst>
              <a:ext uri="{FF2B5EF4-FFF2-40B4-BE49-F238E27FC236}">
                <a16:creationId xmlns:a16="http://schemas.microsoft.com/office/drawing/2014/main" id="{77A9F672-EF72-2298-66D3-AB7575B19E3F}"/>
              </a:ext>
            </a:extLst>
          </p:cNvPr>
          <p:cNvSpPr>
            <a:spLocks noGrp="1"/>
          </p:cNvSpPr>
          <p:nvPr>
            <p:ph sz="quarter" idx="10"/>
          </p:nvPr>
        </p:nvSpPr>
        <p:spPr>
          <a:xfrm>
            <a:off x="457201" y="1600200"/>
            <a:ext cx="5638800" cy="3886200"/>
          </a:xfrm>
          <a:prstGeom prst="rect">
            <a:avLst/>
          </a:prstGeom>
        </p:spPr>
        <p:txBody>
          <a:bodyPr/>
          <a:lstStyle>
            <a:lvl1pPr>
              <a:buClr>
                <a:srgbClr val="006199"/>
              </a:buClr>
              <a:defRPr b="0" i="0">
                <a:solidFill>
                  <a:srgbClr val="767171"/>
                </a:solidFill>
                <a:latin typeface="Arial" panose="020B0604020202020204" pitchFamily="34" charset="0"/>
                <a:cs typeface="Arial" panose="020B0604020202020204" pitchFamily="34" charset="0"/>
              </a:defRPr>
            </a:lvl1pPr>
            <a:lvl2pPr>
              <a:buClr>
                <a:srgbClr val="006199"/>
              </a:buClr>
              <a:defRPr b="0" i="0">
                <a:solidFill>
                  <a:srgbClr val="767171"/>
                </a:solidFill>
                <a:latin typeface="Arial" panose="020B0604020202020204" pitchFamily="34" charset="0"/>
                <a:cs typeface="Arial" panose="020B0604020202020204" pitchFamily="34" charset="0"/>
              </a:defRPr>
            </a:lvl2pPr>
            <a:lvl3pPr>
              <a:buClr>
                <a:srgbClr val="006199"/>
              </a:buClr>
              <a:defRPr b="0" i="0">
                <a:solidFill>
                  <a:srgbClr val="767171"/>
                </a:solidFill>
                <a:latin typeface="Arial" panose="020B0604020202020204" pitchFamily="34" charset="0"/>
                <a:cs typeface="Arial" panose="020B0604020202020204" pitchFamily="34" charset="0"/>
              </a:defRPr>
            </a:lvl3pPr>
            <a:lvl4pPr>
              <a:buClr>
                <a:srgbClr val="006199"/>
              </a:buClr>
              <a:defRPr b="0" i="0">
                <a:solidFill>
                  <a:srgbClr val="767171"/>
                </a:solidFill>
                <a:latin typeface="Arial" panose="020B0604020202020204" pitchFamily="34" charset="0"/>
                <a:cs typeface="Arial" panose="020B0604020202020204" pitchFamily="34" charset="0"/>
              </a:defRPr>
            </a:lvl4pPr>
            <a:lvl5pPr>
              <a:buClr>
                <a:srgbClr val="006199"/>
              </a:buClr>
              <a:defRPr b="0" i="0">
                <a:solidFill>
                  <a:srgbClr val="767171"/>
                </a:solidFill>
                <a:latin typeface="Arial" panose="020B0604020202020204" pitchFamily="34" charset="0"/>
                <a:cs typeface="Arial" panose="020B060402020202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3" name="Picture Placeholder 21">
            <a:extLst>
              <a:ext uri="{FF2B5EF4-FFF2-40B4-BE49-F238E27FC236}">
                <a16:creationId xmlns:a16="http://schemas.microsoft.com/office/drawing/2014/main" id="{D8FF0C6D-7B44-4491-2943-59A5D94A7B3A}"/>
              </a:ext>
            </a:extLst>
          </p:cNvPr>
          <p:cNvSpPr>
            <a:spLocks noGrp="1"/>
          </p:cNvSpPr>
          <p:nvPr>
            <p:ph type="pic" sz="quarter" idx="13" hasCustomPrompt="1"/>
          </p:nvPr>
        </p:nvSpPr>
        <p:spPr>
          <a:xfrm>
            <a:off x="6799667" y="1593184"/>
            <a:ext cx="4935132" cy="3892550"/>
          </a:xfrm>
          <a:prstGeom prst="rect">
            <a:avLst/>
          </a:prstGeom>
        </p:spPr>
        <p:txBody>
          <a:bodyPr/>
          <a:lstStyle>
            <a:lvl1pPr marL="0" indent="0">
              <a:buNone/>
              <a:defRPr lang="en-US" sz="2800" b="0" i="0" kern="1200" dirty="0">
                <a:solidFill>
                  <a:srgbClr val="767171"/>
                </a:solidFill>
                <a:latin typeface="Arial" panose="020B0604020202020204" pitchFamily="34" charset="0"/>
                <a:ea typeface="+mn-ea"/>
                <a:cs typeface="Arial" panose="020B0604020202020204" pitchFamily="34" charset="0"/>
              </a:defRPr>
            </a:lvl1pPr>
          </a:lstStyle>
          <a:p>
            <a:r>
              <a:rPr lang="en-US" sz="2800" b="0" i="0" kern="1200" dirty="0">
                <a:solidFill>
                  <a:srgbClr val="767171"/>
                </a:solidFill>
                <a:latin typeface="Arial" panose="020B0604020202020204" pitchFamily="34" charset="0"/>
                <a:ea typeface="+mn-ea"/>
                <a:cs typeface="Arial" panose="020B0604020202020204" pitchFamily="34" charset="0"/>
              </a:rPr>
              <a:t>Picture</a:t>
            </a:r>
            <a:endParaRPr lang="en-US" dirty="0"/>
          </a:p>
        </p:txBody>
      </p:sp>
    </p:spTree>
    <p:extLst>
      <p:ext uri="{BB962C8B-B14F-4D97-AF65-F5344CB8AC3E}">
        <p14:creationId xmlns:p14="http://schemas.microsoft.com/office/powerpoint/2010/main" val="1126624539"/>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36BA7C3E-9407-286B-C955-92021F6E2054}"/>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Background pattern&#10;&#10;Description automatically generated">
            <a:extLst>
              <a:ext uri="{FF2B5EF4-FFF2-40B4-BE49-F238E27FC236}">
                <a16:creationId xmlns:a16="http://schemas.microsoft.com/office/drawing/2014/main" id="{DB1E25ED-196F-AD3E-730C-350C97EE93FD}"/>
              </a:ext>
            </a:extLst>
          </p:cNvPr>
          <p:cNvPicPr>
            <a:picLocks noChangeAspect="1"/>
          </p:cNvPicPr>
          <p:nvPr userDrawn="1"/>
        </p:nvPicPr>
        <p:blipFill rotWithShape="1">
          <a:blip r:embed="rId2"/>
          <a:srcRect r="50049"/>
          <a:stretch/>
        </p:blipFill>
        <p:spPr>
          <a:xfrm>
            <a:off x="0" y="6684"/>
            <a:ext cx="6096000" cy="6851316"/>
          </a:xfrm>
          <a:prstGeom prst="rect">
            <a:avLst/>
          </a:prstGeom>
        </p:spPr>
      </p:pic>
      <p:sp>
        <p:nvSpPr>
          <p:cNvPr id="10" name="Text Placeholder 12">
            <a:extLst>
              <a:ext uri="{FF2B5EF4-FFF2-40B4-BE49-F238E27FC236}">
                <a16:creationId xmlns:a16="http://schemas.microsoft.com/office/drawing/2014/main" id="{F3FDA9FC-5FAF-19E1-2999-FA81EB28D62B}"/>
              </a:ext>
            </a:extLst>
          </p:cNvPr>
          <p:cNvSpPr>
            <a:spLocks noGrp="1"/>
          </p:cNvSpPr>
          <p:nvPr>
            <p:ph type="body" sz="quarter" idx="10" hasCustomPrompt="1"/>
          </p:nvPr>
        </p:nvSpPr>
        <p:spPr>
          <a:xfrm>
            <a:off x="695833" y="2772348"/>
            <a:ext cx="4702175" cy="1846660"/>
          </a:xfrm>
          <a:prstGeom prst="rect">
            <a:avLst/>
          </a:prstGeom>
        </p:spPr>
        <p:txBody>
          <a:bodyPr/>
          <a:lstStyle>
            <a:lvl1pPr marL="0" indent="0" algn="ctr">
              <a:buNone/>
              <a:defRPr sz="3000" b="1" i="0">
                <a:solidFill>
                  <a:srgbClr val="767171"/>
                </a:solidFill>
                <a:latin typeface="Arial" panose="020B0604020202020204" pitchFamily="34" charset="0"/>
                <a:cs typeface="Arial" panose="020B0604020202020204" pitchFamily="34" charset="0"/>
              </a:defRPr>
            </a:lvl1pPr>
          </a:lstStyle>
          <a:p>
            <a:pPr lvl="0"/>
            <a:r>
              <a:rPr lang="en-US" dirty="0"/>
              <a:t>Long Title Goes Here</a:t>
            </a:r>
          </a:p>
          <a:p>
            <a:pPr lvl="0"/>
            <a:r>
              <a:rPr lang="en-US" dirty="0" err="1"/>
              <a:t>Xxxxxxx</a:t>
            </a:r>
            <a:endParaRPr lang="en-US" dirty="0"/>
          </a:p>
          <a:p>
            <a:pPr lvl="0"/>
            <a:r>
              <a:rPr lang="en-US" dirty="0" err="1"/>
              <a:t>Xxxxxxx</a:t>
            </a:r>
            <a:endParaRPr lang="en-US" dirty="0"/>
          </a:p>
        </p:txBody>
      </p:sp>
    </p:spTree>
    <p:extLst>
      <p:ext uri="{BB962C8B-B14F-4D97-AF65-F5344CB8AC3E}">
        <p14:creationId xmlns:p14="http://schemas.microsoft.com/office/powerpoint/2010/main" val="133164785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3" name="Rectangle 2">
            <a:extLst>
              <a:ext uri="{FF2B5EF4-FFF2-40B4-BE49-F238E27FC236}">
                <a16:creationId xmlns:a16="http://schemas.microsoft.com/office/drawing/2014/main" id="{EB4A8D20-7863-7BFB-62B7-82573F4C0688}"/>
              </a:ext>
            </a:extLst>
          </p:cNvPr>
          <p:cNvSpPr/>
          <p:nvPr userDrawn="1"/>
        </p:nvSpPr>
        <p:spPr>
          <a:xfrm>
            <a:off x="0" y="0"/>
            <a:ext cx="12192000" cy="5486400"/>
          </a:xfrm>
          <a:prstGeom prst="rect">
            <a:avLst/>
          </a:prstGeom>
          <a:solidFill>
            <a:srgbClr val="0061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
            <a:extLst>
              <a:ext uri="{FF2B5EF4-FFF2-40B4-BE49-F238E27FC236}">
                <a16:creationId xmlns:a16="http://schemas.microsoft.com/office/drawing/2014/main" id="{56D25ECA-C5BA-AE0A-264F-72583C103FA7}"/>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815154463"/>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A460F28B-6949-8A10-8B7C-D18BAEBDE5FC}"/>
              </a:ext>
            </a:extLst>
          </p:cNvPr>
          <p:cNvSpPr>
            <a:spLocks noGrp="1"/>
          </p:cNvSpPr>
          <p:nvPr>
            <p:ph type="sldNum" sz="quarter" idx="12"/>
          </p:nvPr>
        </p:nvSpPr>
        <p:spPr>
          <a:xfrm>
            <a:off x="9049987" y="6211957"/>
            <a:ext cx="2684813" cy="274623"/>
          </a:xfrm>
          <a:prstGeom prst="rect">
            <a:avLst/>
          </a:prstGeom>
        </p:spPr>
        <p:txBody>
          <a:bodyPr/>
          <a:lstStyle>
            <a:lvl1pPr algn="r">
              <a:defRPr sz="1200" b="0" i="0">
                <a:latin typeface="Arial" panose="020B0604020202020204" pitchFamily="34" charset="0"/>
                <a:cs typeface="Arial" panose="020B0604020202020204" pitchFamily="34" charset="0"/>
              </a:defRPr>
            </a:lvl1pPr>
          </a:lstStyle>
          <a:p>
            <a:fld id="{19A1A663-AB5A-1C46-BB3F-DC91B87E1671}" type="slidenum">
              <a:rPr lang="en-US" smtClean="0"/>
              <a:pPr/>
              <a:t>‹#›</a:t>
            </a:fld>
            <a:endParaRPr lang="en-US" dirty="0"/>
          </a:p>
        </p:txBody>
      </p:sp>
      <p:pic>
        <p:nvPicPr>
          <p:cNvPr id="7" name="Picture 6" descr="Logo, company name&#10;&#10;Description automatically generated">
            <a:extLst>
              <a:ext uri="{FF2B5EF4-FFF2-40B4-BE49-F238E27FC236}">
                <a16:creationId xmlns:a16="http://schemas.microsoft.com/office/drawing/2014/main" id="{45B7E347-82C1-5BCB-9E72-D9CF29D03237}"/>
              </a:ext>
            </a:extLst>
          </p:cNvPr>
          <p:cNvPicPr>
            <a:picLocks noChangeAspect="1"/>
          </p:cNvPicPr>
          <p:nvPr userDrawn="1"/>
        </p:nvPicPr>
        <p:blipFill>
          <a:blip r:embed="rId2"/>
          <a:stretch>
            <a:fillRect/>
          </a:stretch>
        </p:blipFill>
        <p:spPr>
          <a:xfrm>
            <a:off x="455580" y="5641720"/>
            <a:ext cx="1829546" cy="785485"/>
          </a:xfrm>
          <a:prstGeom prst="rect">
            <a:avLst/>
          </a:prstGeom>
        </p:spPr>
      </p:pic>
      <p:sp>
        <p:nvSpPr>
          <p:cNvPr id="2" name="Rectangle 1">
            <a:extLst>
              <a:ext uri="{FF2B5EF4-FFF2-40B4-BE49-F238E27FC236}">
                <a16:creationId xmlns:a16="http://schemas.microsoft.com/office/drawing/2014/main" id="{5BCF72C4-98D7-9FF3-70FE-096C982889BD}"/>
              </a:ext>
            </a:extLst>
          </p:cNvPr>
          <p:cNvSpPr/>
          <p:nvPr userDrawn="1"/>
        </p:nvSpPr>
        <p:spPr>
          <a:xfrm>
            <a:off x="0" y="0"/>
            <a:ext cx="12192000" cy="5486400"/>
          </a:xfrm>
          <a:prstGeom prst="rect">
            <a:avLst/>
          </a:prstGeom>
          <a:solidFill>
            <a:srgbClr val="BBBFB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highlight>
                <a:srgbClr val="00995E"/>
              </a:highlight>
            </a:endParaRPr>
          </a:p>
        </p:txBody>
      </p:sp>
      <p:sp>
        <p:nvSpPr>
          <p:cNvPr id="4" name="Text Placeholder 1">
            <a:extLst>
              <a:ext uri="{FF2B5EF4-FFF2-40B4-BE49-F238E27FC236}">
                <a16:creationId xmlns:a16="http://schemas.microsoft.com/office/drawing/2014/main" id="{B88E2CF5-F61B-C587-8CED-45B374FC4C54}"/>
              </a:ext>
            </a:extLst>
          </p:cNvPr>
          <p:cNvSpPr>
            <a:spLocks noGrp="1"/>
          </p:cNvSpPr>
          <p:nvPr>
            <p:ph type="body" sz="quarter" idx="13" hasCustomPrompt="1"/>
          </p:nvPr>
        </p:nvSpPr>
        <p:spPr>
          <a:xfrm>
            <a:off x="2428461" y="2286000"/>
            <a:ext cx="7335078" cy="1143000"/>
          </a:xfrm>
          <a:prstGeom prst="rect">
            <a:avLst/>
          </a:prstGeom>
        </p:spPr>
        <p:txBody>
          <a:bodyPr/>
          <a:lstStyle>
            <a:lvl1pPr marL="0" indent="0" algn="ctr">
              <a:buFontTx/>
              <a:buNone/>
              <a:defRPr sz="4000" b="1" i="0">
                <a:solidFill>
                  <a:schemeClr val="bg1"/>
                </a:solidFill>
                <a:latin typeface="Arial" panose="020B0604020202020204" pitchFamily="34" charset="0"/>
                <a:cs typeface="Arial" panose="020B0604020202020204" pitchFamily="34" charset="0"/>
              </a:defRPr>
            </a:lvl1pPr>
          </a:lstStyle>
          <a:p>
            <a:r>
              <a:rPr lang="en-US" sz="3600" dirty="0"/>
              <a:t>TITLE</a:t>
            </a:r>
          </a:p>
        </p:txBody>
      </p:sp>
    </p:spTree>
    <p:extLst>
      <p:ext uri="{BB962C8B-B14F-4D97-AF65-F5344CB8AC3E}">
        <p14:creationId xmlns:p14="http://schemas.microsoft.com/office/powerpoint/2010/main" val="2812381516"/>
      </p:ext>
    </p:extLst>
  </p:cSld>
  <p:clrMapOvr>
    <a:masterClrMapping/>
  </p:clrMapOvr>
  <p:extLst>
    <p:ext uri="{DCECCB84-F9BA-43D5-87BE-67443E8EF086}">
      <p15:sldGuideLst xmlns:p15="http://schemas.microsoft.com/office/powerpoint/2012/main">
        <p15:guide id="1" orient="horz" pos="2208" userDrawn="1">
          <p15:clr>
            <a:srgbClr val="FBAE40"/>
          </p15:clr>
        </p15:guide>
        <p15:guide id="2" pos="3840" userDrawn="1">
          <p15:clr>
            <a:srgbClr val="FBAE40"/>
          </p15:clr>
        </p15:guide>
        <p15:guide id="3" orient="horz" pos="3456" userDrawn="1">
          <p15:clr>
            <a:srgbClr val="FBAE40"/>
          </p15:clr>
        </p15:guide>
        <p15:guide id="4" orient="horz" pos="360" userDrawn="1">
          <p15:clr>
            <a:srgbClr val="FBAE40"/>
          </p15:clr>
        </p15:guide>
        <p15:guide id="5" orient="horz" pos="1008" userDrawn="1">
          <p15:clr>
            <a:srgbClr val="FBAE40"/>
          </p15:clr>
        </p15:guide>
        <p15:guide id="6" pos="288" userDrawn="1">
          <p15:clr>
            <a:srgbClr val="FBAE40"/>
          </p15:clr>
        </p15:guide>
        <p15:guide id="7" pos="7392"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Background pattern&#10;&#10;Description automatically generated">
            <a:extLst>
              <a:ext uri="{FF2B5EF4-FFF2-40B4-BE49-F238E27FC236}">
                <a16:creationId xmlns:a16="http://schemas.microsoft.com/office/drawing/2014/main" id="{84A3350B-D6F5-E020-D657-C3F27D9B1240}"/>
              </a:ext>
            </a:extLst>
          </p:cNvPr>
          <p:cNvPicPr>
            <a:picLocks noChangeAspect="1"/>
          </p:cNvPicPr>
          <p:nvPr userDrawn="1"/>
        </p:nvPicPr>
        <p:blipFill>
          <a:blip r:embed="rId2"/>
          <a:stretch>
            <a:fillRect/>
          </a:stretch>
        </p:blipFill>
        <p:spPr>
          <a:xfrm>
            <a:off x="0" y="6682"/>
            <a:ext cx="12199526" cy="6848856"/>
          </a:xfrm>
          <a:prstGeom prst="rect">
            <a:avLst/>
          </a:prstGeom>
        </p:spPr>
      </p:pic>
      <p:sp>
        <p:nvSpPr>
          <p:cNvPr id="10" name="Text Placeholder 1">
            <a:extLst>
              <a:ext uri="{FF2B5EF4-FFF2-40B4-BE49-F238E27FC236}">
                <a16:creationId xmlns:a16="http://schemas.microsoft.com/office/drawing/2014/main" id="{67772414-34C0-529E-33AE-2D9DF25D3188}"/>
              </a:ext>
            </a:extLst>
          </p:cNvPr>
          <p:cNvSpPr>
            <a:spLocks noGrp="1"/>
          </p:cNvSpPr>
          <p:nvPr>
            <p:ph type="body" sz="quarter" idx="12" hasCustomPrompt="1"/>
          </p:nvPr>
        </p:nvSpPr>
        <p:spPr>
          <a:xfrm>
            <a:off x="2428461" y="2863661"/>
            <a:ext cx="7335078" cy="1412031"/>
          </a:xfrm>
          <a:prstGeom prst="rect">
            <a:avLst/>
          </a:prstGeom>
        </p:spPr>
        <p:txBody>
          <a:bodyPr/>
          <a:lstStyle>
            <a:lvl1pPr marL="0" indent="0" algn="ctr">
              <a:buFontTx/>
              <a:buNone/>
              <a:defRPr sz="4000" b="1" i="0">
                <a:solidFill>
                  <a:srgbClr val="767171"/>
                </a:solidFill>
                <a:latin typeface="Arial" panose="020B0604020202020204" pitchFamily="34" charset="0"/>
                <a:cs typeface="Arial" panose="020B0604020202020204" pitchFamily="34" charset="0"/>
              </a:defRPr>
            </a:lvl1pPr>
          </a:lstStyle>
          <a:p>
            <a:r>
              <a:rPr lang="en-US" sz="3600" dirty="0"/>
              <a:t>Divider Title Slide</a:t>
            </a:r>
          </a:p>
          <a:p>
            <a:r>
              <a:rPr lang="en-US" sz="3600" dirty="0"/>
              <a:t>Line 2</a:t>
            </a:r>
          </a:p>
        </p:txBody>
      </p:sp>
      <p:sp>
        <p:nvSpPr>
          <p:cNvPr id="11" name="Rectangle 10">
            <a:extLst>
              <a:ext uri="{FF2B5EF4-FFF2-40B4-BE49-F238E27FC236}">
                <a16:creationId xmlns:a16="http://schemas.microsoft.com/office/drawing/2014/main" id="{AF865473-E2AD-6245-4447-BAEF54B15394}"/>
              </a:ext>
            </a:extLst>
          </p:cNvPr>
          <p:cNvSpPr/>
          <p:nvPr userDrawn="1"/>
        </p:nvSpPr>
        <p:spPr>
          <a:xfrm>
            <a:off x="2428461" y="4275692"/>
            <a:ext cx="7335078" cy="99085"/>
          </a:xfrm>
          <a:prstGeom prst="rect">
            <a:avLst/>
          </a:prstGeom>
          <a:solidFill>
            <a:srgbClr val="0061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48459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35827250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40942313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19101868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DA2846C-3DC3-2A4C-84E1-3E3C50231FF2}"/>
              </a:ext>
            </a:extLst>
          </p:cNvPr>
          <p:cNvSpPr>
            <a:spLocks noGrp="1"/>
          </p:cNvSpPr>
          <p:nvPr>
            <p:ph idx="1"/>
          </p:nvPr>
        </p:nvSpPr>
        <p:spPr>
          <a:xfrm>
            <a:off x="838200" y="1724027"/>
            <a:ext cx="10515600" cy="435133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itle 7">
            <a:extLst>
              <a:ext uri="{FF2B5EF4-FFF2-40B4-BE49-F238E27FC236}">
                <a16:creationId xmlns:a16="http://schemas.microsoft.com/office/drawing/2014/main" id="{F32235DD-B99A-7744-92BB-36CB49B43BEC}"/>
              </a:ext>
            </a:extLst>
          </p:cNvPr>
          <p:cNvSpPr>
            <a:spLocks noGrp="1"/>
          </p:cNvSpPr>
          <p:nvPr>
            <p:ph type="title"/>
          </p:nvPr>
        </p:nvSpPr>
        <p:spPr/>
        <p:txBody>
          <a:bodyPr>
            <a:normAutofit/>
          </a:bodyPr>
          <a:lstStyle>
            <a:lvl1pPr>
              <a:defRPr sz="4400">
                <a:latin typeface="+mj-lt"/>
              </a:defRPr>
            </a:lvl1pPr>
          </a:lstStyle>
          <a:p>
            <a:r>
              <a:rPr lang="en-US" dirty="0"/>
              <a:t>Click to edit Master title style</a:t>
            </a:r>
          </a:p>
        </p:txBody>
      </p:sp>
      <p:sp>
        <p:nvSpPr>
          <p:cNvPr id="10" name="Slide Number Placeholder 5">
            <a:extLst>
              <a:ext uri="{FF2B5EF4-FFF2-40B4-BE49-F238E27FC236}">
                <a16:creationId xmlns:a16="http://schemas.microsoft.com/office/drawing/2014/main" id="{41717D89-2D64-4E49-A8B8-D7B93266073C}"/>
              </a:ext>
            </a:extLst>
          </p:cNvPr>
          <p:cNvSpPr>
            <a:spLocks noGrp="1"/>
          </p:cNvSpPr>
          <p:nvPr>
            <p:ph type="sldNum" sz="quarter" idx="4"/>
          </p:nvPr>
        </p:nvSpPr>
        <p:spPr>
          <a:xfrm>
            <a:off x="9219616" y="6443089"/>
            <a:ext cx="2743200" cy="365125"/>
          </a:xfrm>
          <a:prstGeom prst="rect">
            <a:avLst/>
          </a:prstGeom>
        </p:spPr>
        <p:txBody>
          <a:bodyPr vert="horz" lIns="91440" tIns="45720" rIns="91440" bIns="45720" rtlCol="0" anchor="ctr"/>
          <a:lstStyle>
            <a:lvl1pPr algn="r">
              <a:defRPr sz="1100">
                <a:solidFill>
                  <a:schemeClr val="bg1">
                    <a:lumMod val="50000"/>
                  </a:schemeClr>
                </a:solidFill>
              </a:defRPr>
            </a:lvl1pPr>
          </a:lstStyle>
          <a:p>
            <a:r>
              <a:rPr lang="en-US" dirty="0"/>
              <a:t>Introduction: 1-</a:t>
            </a:r>
            <a:fld id="{C4204591-24BD-A542-B9D5-F8D8A88D2FEE}" type="slidenum">
              <a:rPr lang="en-US" smtClean="0"/>
              <a:pPr/>
              <a:t>‹#›</a:t>
            </a:fld>
            <a:endParaRPr lang="en-US" dirty="0"/>
          </a:p>
        </p:txBody>
      </p:sp>
    </p:spTree>
    <p:extLst>
      <p:ext uri="{BB962C8B-B14F-4D97-AF65-F5344CB8AC3E}">
        <p14:creationId xmlns:p14="http://schemas.microsoft.com/office/powerpoint/2010/main" val="5123574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91425" tIns="91425" rIns="91425" bIns="91425" anchor="ctr" anchorCtr="0">
            <a:noAutofit/>
          </a:bodyPr>
          <a:lstStyle/>
          <a:p>
            <a:fld id="{00000000-1234-1234-1234-123412341234}" type="slidenum">
              <a:rPr lang="en-GB" smtClean="0"/>
              <a:pPr/>
              <a:t>‹#›</a:t>
            </a:fld>
            <a:endParaRPr lang="en-GB"/>
          </a:p>
        </p:txBody>
      </p:sp>
    </p:spTree>
    <p:extLst>
      <p:ext uri="{BB962C8B-B14F-4D97-AF65-F5344CB8AC3E}">
        <p14:creationId xmlns:p14="http://schemas.microsoft.com/office/powerpoint/2010/main" val="31784525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6C28B-A937-8946-A8B8-E96C4D7F4A3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A89AB3BC-CF18-5B4B-9EDE-A1DEE9E687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693802E-DCBB-6942-892B-5E006FD43DA1}"/>
              </a:ext>
            </a:extLst>
          </p:cNvPr>
          <p:cNvSpPr>
            <a:spLocks noGrp="1"/>
          </p:cNvSpPr>
          <p:nvPr>
            <p:ph type="dt" sz="half" idx="10"/>
          </p:nvPr>
        </p:nvSpPr>
        <p:spPr/>
        <p:txBody>
          <a:bodyPr/>
          <a:lstStyle/>
          <a:p>
            <a:fld id="{F18ABAAA-56F6-2745-AE94-1EE02FE78392}" type="datetimeFigureOut">
              <a:rPr lang="en-US" smtClean="0"/>
              <a:t>2/3/2025</a:t>
            </a:fld>
            <a:endParaRPr lang="en-US"/>
          </a:p>
        </p:txBody>
      </p:sp>
      <p:sp>
        <p:nvSpPr>
          <p:cNvPr id="5" name="Footer Placeholder 4">
            <a:extLst>
              <a:ext uri="{FF2B5EF4-FFF2-40B4-BE49-F238E27FC236}">
                <a16:creationId xmlns:a16="http://schemas.microsoft.com/office/drawing/2014/main" id="{DCEC76A4-9D88-F940-8D92-FD0FBF30103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9DAAEC3-9D1A-CF41-9E08-BEB07758324D}"/>
              </a:ext>
            </a:extLst>
          </p:cNvPr>
          <p:cNvSpPr>
            <a:spLocks noGrp="1"/>
          </p:cNvSpPr>
          <p:nvPr>
            <p:ph type="sldNum" sz="quarter" idx="12"/>
          </p:nvPr>
        </p:nvSpPr>
        <p:spPr/>
        <p:txBody>
          <a:bodyPr/>
          <a:lstStyle/>
          <a:p>
            <a:fld id="{B3CB2281-298D-ED49-BD76-0C3B3524713C}" type="slidenum">
              <a:rPr lang="en-US" smtClean="0"/>
              <a:t>‹#›</a:t>
            </a:fld>
            <a:endParaRPr lang="en-US"/>
          </a:p>
        </p:txBody>
      </p:sp>
    </p:spTree>
    <p:extLst>
      <p:ext uri="{BB962C8B-B14F-4D97-AF65-F5344CB8AC3E}">
        <p14:creationId xmlns:p14="http://schemas.microsoft.com/office/powerpoint/2010/main" val="8653917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12593636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8"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9"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347171718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A136A3-E6B7-CC43-A8FA-0B94F0D35B4B}"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258605754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BA136A3-E6B7-CC43-A8FA-0B94F0D35B4B}"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42462783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BA136A3-E6B7-CC43-A8FA-0B94F0D35B4B}" type="datetimeFigureOut">
              <a:rPr lang="en-US" smtClean="0"/>
              <a:t>2/3/2025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94127085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9"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10"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11"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42732897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6"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7"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23236980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47592435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BA136A3-E6B7-CC43-A8FA-0B94F0D35B4B}" type="datetimeFigureOut">
              <a:rPr lang="en-US" smtClean="0"/>
              <a:t>2/3/2025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196770587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39890820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BA136A3-E6B7-CC43-A8FA-0B94F0D35B4B}" type="datetimeFigureOut">
              <a:rPr lang="en-US" smtClean="0"/>
              <a:t>2/3/2025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A0DFCB6-F3ED-DC4B-9103-56EDD9D71AD8}" type="slidenum">
              <a:rPr lang="en-US" smtClean="0"/>
              <a:t>‹#›</a:t>
            </a:fld>
            <a:endParaRPr lang="en-US"/>
          </a:p>
        </p:txBody>
      </p:sp>
    </p:spTree>
    <p:extLst>
      <p:ext uri="{BB962C8B-B14F-4D97-AF65-F5344CB8AC3E}">
        <p14:creationId xmlns:p14="http://schemas.microsoft.com/office/powerpoint/2010/main" val="21487309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15600" y="593367"/>
            <a:ext cx="11360800" cy="763600"/>
          </a:xfrm>
          <a:prstGeom prst="rect">
            <a:avLst/>
          </a:prstGeom>
        </p:spPr>
        <p:txBody>
          <a:bodyPr wrap="square" lIns="91425" tIns="91425" rIns="91425" bIns="91425" anchor="t" anchorCtr="0"/>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a:endParaRPr/>
          </a:p>
        </p:txBody>
      </p:sp>
      <p:sp>
        <p:nvSpPr>
          <p:cNvPr id="18" name="Shape 18"/>
          <p:cNvSpPr txBox="1">
            <a:spLocks noGrp="1"/>
          </p:cNvSpPr>
          <p:nvPr>
            <p:ph type="body" idx="1"/>
          </p:nvPr>
        </p:nvSpPr>
        <p:spPr>
          <a:xfrm>
            <a:off x="415600" y="1536633"/>
            <a:ext cx="11360800" cy="4555200"/>
          </a:xfrm>
          <a:prstGeom prst="rect">
            <a:avLst/>
          </a:prstGeom>
        </p:spPr>
        <p:txBody>
          <a:bodyPr wrap="square" lIns="91425" tIns="91425" rIns="91425" bIns="91425" anchor="t" anchorCtr="0"/>
          <a:lstStyle>
            <a:lvl1pPr lvl="0">
              <a:spcBef>
                <a:spcPts val="0"/>
              </a:spcBef>
              <a:buSzPts val="1800"/>
              <a:buChar char="●"/>
              <a:defRPr/>
            </a:lvl1pPr>
            <a:lvl2pPr lvl="1">
              <a:spcBef>
                <a:spcPts val="0"/>
              </a:spcBef>
              <a:buSzPts val="1400"/>
              <a:buChar char="○"/>
              <a:defRPr/>
            </a:lvl2pPr>
            <a:lvl3pPr lvl="2">
              <a:spcBef>
                <a:spcPts val="0"/>
              </a:spcBef>
              <a:buSzPts val="1400"/>
              <a:buChar char="■"/>
              <a:defRPr/>
            </a:lvl3pPr>
            <a:lvl4pPr lvl="3">
              <a:spcBef>
                <a:spcPts val="0"/>
              </a:spcBef>
              <a:buSzPts val="1400"/>
              <a:buChar char="●"/>
              <a:defRPr/>
            </a:lvl4pPr>
            <a:lvl5pPr lvl="4">
              <a:spcBef>
                <a:spcPts val="0"/>
              </a:spcBef>
              <a:buSzPts val="1400"/>
              <a:buChar char="○"/>
              <a:defRPr/>
            </a:lvl5pPr>
            <a:lvl6pPr lvl="5">
              <a:spcBef>
                <a:spcPts val="0"/>
              </a:spcBef>
              <a:buSzPts val="1400"/>
              <a:buChar char="■"/>
              <a:defRPr/>
            </a:lvl6pPr>
            <a:lvl7pPr lvl="6">
              <a:spcBef>
                <a:spcPts val="0"/>
              </a:spcBef>
              <a:buSzPts val="1400"/>
              <a:buChar char="●"/>
              <a:defRPr/>
            </a:lvl7pPr>
            <a:lvl8pPr lvl="7">
              <a:spcBef>
                <a:spcPts val="0"/>
              </a:spcBef>
              <a:buSzPts val="1400"/>
              <a:buChar char="○"/>
              <a:defRPr/>
            </a:lvl8pPr>
            <a:lvl9pPr lvl="8">
              <a:spcBef>
                <a:spcPts val="0"/>
              </a:spcBef>
              <a:buSzPts val="1400"/>
              <a:buChar char="■"/>
              <a:defRPr/>
            </a:lvl9pPr>
          </a:lstStyle>
          <a:p>
            <a:endParaRPr/>
          </a:p>
        </p:txBody>
      </p:sp>
      <p:sp>
        <p:nvSpPr>
          <p:cNvPr id="19" name="Shape 19"/>
          <p:cNvSpPr txBox="1">
            <a:spLocks noGrp="1"/>
          </p:cNvSpPr>
          <p:nvPr>
            <p:ph type="sldNum" idx="12"/>
          </p:nvPr>
        </p:nvSpPr>
        <p:spPr>
          <a:xfrm>
            <a:off x="11296611" y="6217623"/>
            <a:ext cx="731600" cy="524800"/>
          </a:xfrm>
          <a:prstGeom prst="rect">
            <a:avLst/>
          </a:prstGeom>
        </p:spPr>
        <p:txBody>
          <a:bodyPr wrap="square" lIns="91425" tIns="91425" rIns="91425" bIns="91425" anchor="ctr" anchorCtr="0">
            <a:noAutofit/>
          </a:bodyPr>
          <a:lstStyle/>
          <a:p>
            <a:fld id="{00000000-1234-1234-1234-123412341234}" type="slidenum">
              <a:rPr lang="en-GB" smtClean="0"/>
              <a:pPr/>
              <a:t>‹#›</a:t>
            </a:fld>
            <a:endParaRPr lang="en-GB"/>
          </a:p>
        </p:txBody>
      </p:sp>
    </p:spTree>
    <p:extLst>
      <p:ext uri="{BB962C8B-B14F-4D97-AF65-F5344CB8AC3E}">
        <p14:creationId xmlns:p14="http://schemas.microsoft.com/office/powerpoint/2010/main" val="29081348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7116942"/>
      </p:ext>
    </p:extLst>
  </p:cSld>
  <p:clrMap bg1="lt1" tx1="dk1" bg2="lt2" tx2="dk2" accent1="accent1" accent2="accent2" accent3="accent3" accent4="accent4" accent5="accent5" accent6="accent6" hlink="hlink" folHlink="folHlink"/>
  <p:sldLayoutIdLst>
    <p:sldLayoutId id="2147483652" r:id="rId1"/>
    <p:sldLayoutId id="2147483650" r:id="rId2"/>
    <p:sldLayoutId id="2147483659" r:id="rId3"/>
    <p:sldLayoutId id="2147483655" r:id="rId4"/>
    <p:sldLayoutId id="2147483658" r:id="rId5"/>
    <p:sldLayoutId id="2147483660" r:id="rId6"/>
    <p:sldLayoutId id="2147483649" r:id="rId7"/>
    <p:sldLayoutId id="2147483663" r:id="rId8"/>
    <p:sldLayoutId id="2147483664" r:id="rId9"/>
    <p:sldLayoutId id="2147483665" r:id="rId10"/>
    <p:sldLayoutId id="2147483666" r:id="rId11"/>
    <p:sldLayoutId id="2147483681" r:id="rId12"/>
    <p:sldLayoutId id="2147483682" r:id="rId1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49105" y="6583679"/>
            <a:ext cx="1574040" cy="137796"/>
          </a:xfrm>
          <a:prstGeom prst="rect">
            <a:avLst/>
          </a:prstGeom>
        </p:spPr>
        <p:txBody>
          <a:bodyPr vert="horz" lIns="91440" tIns="45720" rIns="91440" bIns="45720" rtlCol="0" anchor="ctr"/>
          <a:lstStyle>
            <a:lvl1pPr algn="l">
              <a:defRPr sz="1200">
                <a:solidFill>
                  <a:schemeClr val="tx1">
                    <a:tint val="75000"/>
                  </a:schemeClr>
                </a:solidFill>
                <a:latin typeface="Arial"/>
                <a:cs typeface="Arial"/>
              </a:defRPr>
            </a:lvl1pPr>
          </a:lstStyle>
          <a:p>
            <a:r>
              <a:rPr lang="en-US" dirty="0"/>
              <a:t>Fall 2013</a:t>
            </a:r>
          </a:p>
        </p:txBody>
      </p:sp>
      <p:sp>
        <p:nvSpPr>
          <p:cNvPr id="5" name="Footer Placeholder 4"/>
          <p:cNvSpPr>
            <a:spLocks noGrp="1"/>
          </p:cNvSpPr>
          <p:nvPr>
            <p:ph type="ftr" sz="quarter" idx="3"/>
          </p:nvPr>
        </p:nvSpPr>
        <p:spPr>
          <a:xfrm>
            <a:off x="4165600" y="6583679"/>
            <a:ext cx="3860800" cy="137796"/>
          </a:xfrm>
          <a:prstGeom prst="rect">
            <a:avLst/>
          </a:prstGeom>
        </p:spPr>
        <p:txBody>
          <a:bodyPr vert="horz" lIns="91440" tIns="45720" rIns="91440" bIns="45720" rtlCol="0" anchor="ctr"/>
          <a:lstStyle>
            <a:lvl1pPr algn="ctr">
              <a:defRPr sz="1200">
                <a:solidFill>
                  <a:schemeClr val="tx1">
                    <a:tint val="75000"/>
                  </a:schemeClr>
                </a:solidFill>
                <a:latin typeface="Arial"/>
                <a:cs typeface="Arial"/>
              </a:defRPr>
            </a:lvl1pPr>
          </a:lstStyle>
          <a:p>
            <a:r>
              <a:rPr lang="en-US" dirty="0"/>
              <a:t>MU CS 4001/7001 Cloud Computing</a:t>
            </a:r>
          </a:p>
        </p:txBody>
      </p:sp>
      <p:sp>
        <p:nvSpPr>
          <p:cNvPr id="6" name="Slide Number Placeholder 5"/>
          <p:cNvSpPr>
            <a:spLocks noGrp="1"/>
          </p:cNvSpPr>
          <p:nvPr>
            <p:ph type="sldNum" sz="quarter" idx="4"/>
          </p:nvPr>
        </p:nvSpPr>
        <p:spPr>
          <a:xfrm>
            <a:off x="11289576" y="6583679"/>
            <a:ext cx="827592" cy="137796"/>
          </a:xfrm>
          <a:prstGeom prst="rect">
            <a:avLst/>
          </a:prstGeom>
        </p:spPr>
        <p:txBody>
          <a:bodyPr vert="horz" lIns="91440" tIns="45720" rIns="91440" bIns="45720" rtlCol="0" anchor="ctr"/>
          <a:lstStyle>
            <a:lvl1pPr algn="r">
              <a:defRPr sz="1200">
                <a:solidFill>
                  <a:schemeClr val="tx1">
                    <a:tint val="75000"/>
                  </a:schemeClr>
                </a:solidFill>
                <a:latin typeface="Arial"/>
                <a:cs typeface="Arial"/>
              </a:defRPr>
            </a:lvl1pPr>
          </a:lstStyle>
          <a:p>
            <a:fld id="{2A0DFCB6-F3ED-DC4B-9103-56EDD9D71AD8}" type="slidenum">
              <a:rPr lang="en-US" smtClean="0"/>
              <a:pPr/>
              <a:t>‹#›</a:t>
            </a:fld>
            <a:endParaRPr lang="en-US" dirty="0"/>
          </a:p>
        </p:txBody>
      </p:sp>
    </p:spTree>
    <p:extLst>
      <p:ext uri="{BB962C8B-B14F-4D97-AF65-F5344CB8AC3E}">
        <p14:creationId xmlns:p14="http://schemas.microsoft.com/office/powerpoint/2010/main" val="3786389625"/>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 id="2147483693" r:id="rId10"/>
    <p:sldLayoutId id="2147483694" r:id="rId11"/>
    <p:sldLayoutId id="2147483695" r:id="rId12"/>
  </p:sldLayoutIdLst>
  <p:txStyles>
    <p:titleStyle>
      <a:lvl1pPr algn="ctr" defTabSz="457200" rtl="0" eaLnBrk="1" latinLnBrk="0" hangingPunct="1">
        <a:spcBef>
          <a:spcPct val="0"/>
        </a:spcBef>
        <a:buNone/>
        <a:defRPr sz="3400" kern="1200">
          <a:solidFill>
            <a:srgbClr val="0000FF"/>
          </a:solidFill>
          <a:latin typeface="Arial"/>
          <a:ea typeface="+mj-ea"/>
          <a:cs typeface="Arial"/>
        </a:defRPr>
      </a:lvl1pPr>
    </p:titleStyle>
    <p:bodyStyle>
      <a:lvl1pPr marL="342900" indent="-342900" algn="l" defTabSz="457200" rtl="0" eaLnBrk="1" latinLnBrk="0" hangingPunct="1">
        <a:spcBef>
          <a:spcPct val="20000"/>
        </a:spcBef>
        <a:buFont typeface="Arial"/>
        <a:buChar char="•"/>
        <a:defRPr sz="2200" kern="1200">
          <a:solidFill>
            <a:schemeClr val="tx1"/>
          </a:solidFill>
          <a:latin typeface="Arial"/>
          <a:ea typeface="+mn-ea"/>
          <a:cs typeface="Arial"/>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Arial"/>
        </a:defRPr>
      </a:lvl2pPr>
      <a:lvl3pPr marL="1143000" indent="-228600" algn="l" defTabSz="457200" rtl="0" eaLnBrk="1" latinLnBrk="0" hangingPunct="1">
        <a:spcBef>
          <a:spcPct val="20000"/>
        </a:spcBef>
        <a:buFont typeface="Arial"/>
        <a:buChar char="•"/>
        <a:defRPr sz="1800" kern="1200">
          <a:solidFill>
            <a:schemeClr val="tx1"/>
          </a:solidFill>
          <a:latin typeface="Arial"/>
          <a:ea typeface="+mn-ea"/>
          <a:cs typeface="Arial"/>
        </a:defRPr>
      </a:lvl3pPr>
      <a:lvl4pPr marL="1600200" indent="-228600" algn="l" defTabSz="457200" rtl="0" eaLnBrk="1" latinLnBrk="0" hangingPunct="1">
        <a:spcBef>
          <a:spcPct val="20000"/>
        </a:spcBef>
        <a:buFont typeface="Arial"/>
        <a:buChar char="–"/>
        <a:defRPr sz="1800" kern="1200">
          <a:solidFill>
            <a:schemeClr val="tx1"/>
          </a:solidFill>
          <a:latin typeface="Arial"/>
          <a:ea typeface="+mn-ea"/>
          <a:cs typeface="Arial"/>
        </a:defRPr>
      </a:lvl4pPr>
      <a:lvl5pPr marL="2057400" indent="-228600" algn="l" defTabSz="457200" rtl="0" eaLnBrk="1" latinLnBrk="0" hangingPunct="1">
        <a:spcBef>
          <a:spcPct val="20000"/>
        </a:spcBef>
        <a:buFont typeface="Arial"/>
        <a:buChar char="»"/>
        <a:defRPr sz="1600" kern="1200">
          <a:solidFill>
            <a:schemeClr val="tx1"/>
          </a:solidFill>
          <a:latin typeface="Arial"/>
          <a:ea typeface="+mn-ea"/>
          <a:cs typeface="Arial"/>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hyperlink" Target="https://siliconangle.com/2020/06/17/aws-mitigated-record-breaking-2-3-tbps-ddos-attack-february/" TargetMode="External"/><Relationship Id="rId2" Type="http://schemas.openxmlformats.org/officeDocument/2006/relationships/hyperlink" Target="https://cloud.google.com/blog/products/identity-security/google-cloud-mitigated-largest-ddos-attack-peaking-above-398-million-rps" TargetMode="External"/><Relationship Id="rId1" Type="http://schemas.openxmlformats.org/officeDocument/2006/relationships/slideLayout" Target="../slideLayouts/slideLayout12.xml"/><Relationship Id="rId5" Type="http://schemas.openxmlformats.org/officeDocument/2006/relationships/hyperlink" Target="https://www.cloudflare.com/learning/ddos/glossary/mirai-botnet/" TargetMode="External"/><Relationship Id="rId4" Type="http://schemas.openxmlformats.org/officeDocument/2006/relationships/hyperlink" Target="https://www.cloudflare.com/learning/ddos/memcached-ddos-attack/" TargetMode="Externa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5.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432AD01-B626-8541-DD34-941AFABB4017}"/>
              </a:ext>
            </a:extLst>
          </p:cNvPr>
          <p:cNvSpPr>
            <a:spLocks noGrp="1"/>
          </p:cNvSpPr>
          <p:nvPr>
            <p:ph type="body" sz="quarter" idx="12"/>
          </p:nvPr>
        </p:nvSpPr>
        <p:spPr>
          <a:xfrm>
            <a:off x="0" y="4161824"/>
            <a:ext cx="12192000" cy="650141"/>
          </a:xfrm>
        </p:spPr>
        <p:txBody>
          <a:bodyPr/>
          <a:lstStyle/>
          <a:p>
            <a:r>
              <a:rPr lang="en-US" sz="4800" dirty="0"/>
              <a:t>CEN 3078 Computer Security</a:t>
            </a:r>
            <a:endParaRPr lang="en-US" sz="2000" b="0" dirty="0"/>
          </a:p>
        </p:txBody>
      </p:sp>
      <p:sp>
        <p:nvSpPr>
          <p:cNvPr id="3" name="Text Placeholder 2">
            <a:extLst>
              <a:ext uri="{FF2B5EF4-FFF2-40B4-BE49-F238E27FC236}">
                <a16:creationId xmlns:a16="http://schemas.microsoft.com/office/drawing/2014/main" id="{C74AC5A7-CF21-681C-AD2A-CAFD76C83228}"/>
              </a:ext>
            </a:extLst>
          </p:cNvPr>
          <p:cNvSpPr>
            <a:spLocks noGrp="1"/>
          </p:cNvSpPr>
          <p:nvPr>
            <p:ph type="body" sz="quarter" idx="13"/>
          </p:nvPr>
        </p:nvSpPr>
        <p:spPr>
          <a:xfrm>
            <a:off x="2758705" y="5663508"/>
            <a:ext cx="6674590" cy="350227"/>
          </a:xfrm>
        </p:spPr>
        <p:txBody>
          <a:bodyPr/>
          <a:lstStyle/>
          <a:p>
            <a:r>
              <a:rPr lang="en-US" sz="2400" dirty="0"/>
              <a:t>Module 2 – Application and Network Attacks</a:t>
            </a:r>
          </a:p>
          <a:p>
            <a:endParaRPr lang="en-US" sz="2400" dirty="0"/>
          </a:p>
          <a:p>
            <a:endParaRPr lang="en-US" sz="2400" dirty="0"/>
          </a:p>
        </p:txBody>
      </p:sp>
    </p:spTree>
    <p:extLst>
      <p:ext uri="{BB962C8B-B14F-4D97-AF65-F5344CB8AC3E}">
        <p14:creationId xmlns:p14="http://schemas.microsoft.com/office/powerpoint/2010/main" val="553553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C28BA-9332-274D-CDEF-750DE93AA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B27E5-0ABB-04CE-FE78-A696DDC0AD4C}"/>
              </a:ext>
            </a:extLst>
          </p:cNvPr>
          <p:cNvSpPr>
            <a:spLocks noGrp="1"/>
          </p:cNvSpPr>
          <p:nvPr>
            <p:ph type="ctrTitle"/>
          </p:nvPr>
        </p:nvSpPr>
        <p:spPr>
          <a:xfrm>
            <a:off x="1252739" y="779064"/>
            <a:ext cx="9686522" cy="4512403"/>
          </a:xfrm>
        </p:spPr>
        <p:txBody>
          <a:bodyPr>
            <a:noAutofit/>
          </a:bodyPr>
          <a:lstStyle/>
          <a:p>
            <a:pPr>
              <a:lnSpc>
                <a:spcPct val="100000"/>
              </a:lnSpc>
            </a:pPr>
            <a:r>
              <a:rPr lang="en-US" sz="4400" b="1" dirty="0">
                <a:solidFill>
                  <a:schemeClr val="accent1"/>
                </a:solidFill>
                <a:latin typeface="Arial" panose="020B0604020202090204" pitchFamily="34" charset="0"/>
                <a:cs typeface="Arial" panose="020B0604020202090204" pitchFamily="34" charset="0"/>
              </a:rPr>
              <a:t>SEED Lab 2: TCP attacks Walkthrough</a:t>
            </a:r>
            <a:br>
              <a:rPr lang="en-US" sz="4400" dirty="0">
                <a:latin typeface="Arial" panose="020B0604020202090204" pitchFamily="34" charset="0"/>
                <a:cs typeface="Arial" panose="020B0604020202090204" pitchFamily="34" charset="0"/>
              </a:rPr>
            </a:br>
            <a:br>
              <a:rPr lang="en-US" sz="5400" dirty="0">
                <a:latin typeface="Arial" panose="020B0604020202090204" pitchFamily="34" charset="0"/>
                <a:cs typeface="Arial" panose="020B0604020202090204" pitchFamily="34" charset="0"/>
              </a:rPr>
            </a:br>
            <a:endParaRPr lang="en-US" sz="3600" dirty="0">
              <a:latin typeface="Arial" panose="020B0604020202090204" pitchFamily="34" charset="0"/>
              <a:cs typeface="Arial" panose="020B0604020202090204" pitchFamily="34" charset="0"/>
            </a:endParaRPr>
          </a:p>
        </p:txBody>
      </p:sp>
      <p:sp>
        <p:nvSpPr>
          <p:cNvPr id="3" name="Rectangle 2">
            <a:extLst>
              <a:ext uri="{FF2B5EF4-FFF2-40B4-BE49-F238E27FC236}">
                <a16:creationId xmlns:a16="http://schemas.microsoft.com/office/drawing/2014/main" id="{E1E30DD0-A84F-C4E4-9AE5-28BEB632C125}"/>
              </a:ext>
            </a:extLst>
          </p:cNvPr>
          <p:cNvSpPr/>
          <p:nvPr/>
        </p:nvSpPr>
        <p:spPr>
          <a:xfrm>
            <a:off x="4056550" y="5612750"/>
            <a:ext cx="4131259" cy="461665"/>
          </a:xfrm>
          <a:prstGeom prst="rect">
            <a:avLst/>
          </a:prstGeom>
        </p:spPr>
        <p:txBody>
          <a:bodyPr wrap="none">
            <a:spAutoFit/>
          </a:bodyPr>
          <a:lstStyle/>
          <a:p>
            <a:r>
              <a:rPr lang="en-US" sz="2400" b="1" dirty="0">
                <a:solidFill>
                  <a:srgbClr val="FF0000"/>
                </a:solidFill>
                <a:latin typeface="Arial" panose="020B0604020202020204" pitchFamily="34" charset="0"/>
                <a:cs typeface="Arial" panose="020B0604020202020204" pitchFamily="34" charset="0"/>
              </a:rPr>
              <a:t>Submission Due: </a:t>
            </a:r>
            <a:r>
              <a:rPr lang="en-US" altLang="zh-CN" sz="2400" b="1" dirty="0">
                <a:solidFill>
                  <a:srgbClr val="FF0000"/>
                </a:solidFill>
                <a:latin typeface="Arial" panose="020B0604020202020204" pitchFamily="34" charset="0"/>
                <a:cs typeface="Arial" panose="020B0604020202020204" pitchFamily="34" charset="0"/>
              </a:rPr>
              <a:t>Feb</a:t>
            </a:r>
            <a:r>
              <a:rPr lang="en-US" sz="2400" b="1" dirty="0">
                <a:solidFill>
                  <a:srgbClr val="FF0000"/>
                </a:solidFill>
                <a:latin typeface="Arial" panose="020B0604020202020204" pitchFamily="34" charset="0"/>
                <a:cs typeface="Arial" panose="020B0604020202020204" pitchFamily="34" charset="0"/>
              </a:rPr>
              <a:t>. 18th</a:t>
            </a:r>
          </a:p>
        </p:txBody>
      </p:sp>
    </p:spTree>
    <p:extLst>
      <p:ext uri="{BB962C8B-B14F-4D97-AF65-F5344CB8AC3E}">
        <p14:creationId xmlns:p14="http://schemas.microsoft.com/office/powerpoint/2010/main" val="26635222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47155FF-C31E-4AC6-BFFA-E46AF52F5684}"/>
              </a:ext>
            </a:extLst>
          </p:cNvPr>
          <p:cNvSpPr>
            <a:spLocks noGrp="1"/>
          </p:cNvSpPr>
          <p:nvPr>
            <p:ph type="sldNum" sz="quarter" idx="12"/>
          </p:nvPr>
        </p:nvSpPr>
        <p:spPr>
          <a:prstGeom prst="rect">
            <a:avLst/>
          </a:prstGeom>
        </p:spPr>
        <p:txBody>
          <a:bodyPr/>
          <a:lstStyle/>
          <a:p>
            <a:fld id="{19A1A663-AB5A-1C46-BB3F-DC91B87E1671}" type="slidenum">
              <a:rPr lang="en-US" smtClean="0"/>
              <a:pPr/>
              <a:t>3</a:t>
            </a:fld>
            <a:endParaRPr lang="en-US" dirty="0"/>
          </a:p>
        </p:txBody>
      </p:sp>
      <p:sp>
        <p:nvSpPr>
          <p:cNvPr id="7" name="Text Placeholder 6">
            <a:extLst>
              <a:ext uri="{FF2B5EF4-FFF2-40B4-BE49-F238E27FC236}">
                <a16:creationId xmlns:a16="http://schemas.microsoft.com/office/drawing/2014/main" id="{71758D06-223B-4ABB-B038-E5907DC0A6EF}"/>
              </a:ext>
            </a:extLst>
          </p:cNvPr>
          <p:cNvSpPr>
            <a:spLocks noGrp="1"/>
          </p:cNvSpPr>
          <p:nvPr>
            <p:ph type="body" sz="quarter" idx="10"/>
          </p:nvPr>
        </p:nvSpPr>
        <p:spPr/>
        <p:txBody>
          <a:bodyPr/>
          <a:lstStyle/>
          <a:p>
            <a:r>
              <a:rPr lang="en-US" dirty="0"/>
              <a:t>Module 2</a:t>
            </a:r>
          </a:p>
        </p:txBody>
      </p:sp>
      <p:sp>
        <p:nvSpPr>
          <p:cNvPr id="5" name="Rectangle 4">
            <a:extLst>
              <a:ext uri="{FF2B5EF4-FFF2-40B4-BE49-F238E27FC236}">
                <a16:creationId xmlns:a16="http://schemas.microsoft.com/office/drawing/2014/main" id="{9DA21398-CE95-4290-A860-E1477BCE3728}"/>
              </a:ext>
            </a:extLst>
          </p:cNvPr>
          <p:cNvSpPr/>
          <p:nvPr/>
        </p:nvSpPr>
        <p:spPr>
          <a:xfrm>
            <a:off x="6394581" y="835662"/>
            <a:ext cx="5081970" cy="5016758"/>
          </a:xfrm>
          <a:prstGeom prst="rect">
            <a:avLst/>
          </a:prstGeom>
        </p:spPr>
        <p:txBody>
          <a:bodyPr wrap="square">
            <a:spAutoFit/>
          </a:bodyPr>
          <a:lstStyle/>
          <a:p>
            <a:pPr marL="457200" indent="-457200">
              <a:buFont typeface="Arial" panose="020B0604020202020204" pitchFamily="34" charset="0"/>
              <a:buChar char="•"/>
            </a:pPr>
            <a:r>
              <a:rPr lang="en-US" sz="3200" dirty="0"/>
              <a:t>TCP fundamental</a:t>
            </a:r>
          </a:p>
          <a:p>
            <a:pPr marL="457200" indent="-457200">
              <a:buFont typeface="Arial" panose="020B0604020202020204" pitchFamily="34" charset="0"/>
              <a:buChar char="•"/>
            </a:pPr>
            <a:r>
              <a:rPr lang="en-US" sz="3200" dirty="0"/>
              <a:t>Attacks on the TCP protocol</a:t>
            </a:r>
          </a:p>
          <a:p>
            <a:pPr marL="457200" indent="-457200">
              <a:buFont typeface="Arial" panose="020B0604020202020204" pitchFamily="34" charset="0"/>
              <a:buChar char="•"/>
            </a:pPr>
            <a:r>
              <a:rPr lang="en-US" sz="3200" dirty="0">
                <a:solidFill>
                  <a:srgbClr val="FF0000"/>
                </a:solidFill>
              </a:rPr>
              <a:t>Denial-of-Service attack</a:t>
            </a:r>
          </a:p>
          <a:p>
            <a:pPr marL="457200" indent="-457200">
              <a:buFont typeface="Arial" panose="020B0604020202020204" pitchFamily="34" charset="0"/>
              <a:buChar char="•"/>
            </a:pPr>
            <a:r>
              <a:rPr lang="en-US" sz="3200" dirty="0"/>
              <a:t>SQL injection attack</a:t>
            </a:r>
          </a:p>
          <a:p>
            <a:pPr marL="457200" indent="-457200">
              <a:buFont typeface="Arial" panose="020B0604020202020204" pitchFamily="34" charset="0"/>
              <a:buChar char="•"/>
            </a:pPr>
            <a:r>
              <a:rPr lang="en-US" sz="3200" dirty="0"/>
              <a:t>Cross-side scripting attack</a:t>
            </a:r>
          </a:p>
          <a:p>
            <a:pPr marL="457200" indent="-457200">
              <a:buFont typeface="Arial" panose="020B0604020202020204" pitchFamily="34" charset="0"/>
              <a:buChar char="•"/>
            </a:pPr>
            <a:r>
              <a:rPr lang="en-US" sz="3200" dirty="0"/>
              <a:t>Miscellaneous: Heartbleed bug and attack, Ransomware, </a:t>
            </a:r>
            <a:r>
              <a:rPr lang="en-US" sz="3200" dirty="0" err="1"/>
              <a:t>Cryptojacking</a:t>
            </a:r>
            <a:r>
              <a:rPr lang="en-US" sz="3200" dirty="0"/>
              <a:t> </a:t>
            </a:r>
          </a:p>
        </p:txBody>
      </p:sp>
    </p:spTree>
    <p:extLst>
      <p:ext uri="{BB962C8B-B14F-4D97-AF65-F5344CB8AC3E}">
        <p14:creationId xmlns:p14="http://schemas.microsoft.com/office/powerpoint/2010/main" val="35073441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Denial-of-Service (DoS) Attack</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4</a:t>
            </a:fld>
            <a:endParaRPr lang="en-US" dirty="0"/>
          </a:p>
        </p:txBody>
      </p:sp>
      <p:sp>
        <p:nvSpPr>
          <p:cNvPr id="3" name="Text Placeholder 2"/>
          <p:cNvSpPr>
            <a:spLocks noGrp="1"/>
          </p:cNvSpPr>
          <p:nvPr>
            <p:ph type="body" idx="1"/>
          </p:nvPr>
        </p:nvSpPr>
        <p:spPr>
          <a:xfrm>
            <a:off x="1689786" y="1458993"/>
            <a:ext cx="8666515" cy="2352269"/>
          </a:xfrm>
        </p:spPr>
        <p:txBody>
          <a:bodyPr>
            <a:normAutofit/>
          </a:bodyPr>
          <a:lstStyle/>
          <a:p>
            <a:pPr marL="346075" indent="-346075">
              <a:spcAft>
                <a:spcPts val="600"/>
              </a:spcAft>
            </a:pPr>
            <a:r>
              <a:rPr lang="en-US" sz="2400" dirty="0"/>
              <a:t>A denial of service (DoS) is an action that prevents or impairs the authorized use of networks, systems, or applications by exhausting resources such as central processing units (CPU), memory, bandwidth, and disk space</a:t>
            </a:r>
          </a:p>
          <a:p>
            <a:pPr marL="746125" lvl="1" indent="-346075">
              <a:spcAft>
                <a:spcPts val="600"/>
              </a:spcAft>
            </a:pPr>
            <a:r>
              <a:rPr lang="en-US" sz="2200" dirty="0"/>
              <a:t>A form of attack on the availability of a service; focus is generally on network services that are attacked over their network connection</a:t>
            </a:r>
          </a:p>
          <a:p>
            <a:pPr marL="346075" indent="-346075">
              <a:spcAft>
                <a:spcPts val="600"/>
              </a:spcAft>
            </a:pPr>
            <a:endParaRPr lang="en-US" sz="2600" b="1" dirty="0"/>
          </a:p>
        </p:txBody>
      </p:sp>
      <p:pic>
        <p:nvPicPr>
          <p:cNvPr id="6" name="Picture 5">
            <a:extLst>
              <a:ext uri="{FF2B5EF4-FFF2-40B4-BE49-F238E27FC236}">
                <a16:creationId xmlns:a16="http://schemas.microsoft.com/office/drawing/2014/main" id="{B2C425FE-2B83-D34C-B4C2-C1DA27889D86}"/>
              </a:ext>
            </a:extLst>
          </p:cNvPr>
          <p:cNvPicPr>
            <a:picLocks noChangeAspect="1"/>
          </p:cNvPicPr>
          <p:nvPr/>
        </p:nvPicPr>
        <p:blipFill>
          <a:blip r:embed="rId2"/>
          <a:stretch>
            <a:fillRect/>
          </a:stretch>
        </p:blipFill>
        <p:spPr>
          <a:xfrm>
            <a:off x="2946400" y="3655281"/>
            <a:ext cx="6609080" cy="3046739"/>
          </a:xfrm>
          <a:prstGeom prst="rect">
            <a:avLst/>
          </a:prstGeom>
        </p:spPr>
      </p:pic>
    </p:spTree>
    <p:extLst>
      <p:ext uri="{BB962C8B-B14F-4D97-AF65-F5344CB8AC3E}">
        <p14:creationId xmlns:p14="http://schemas.microsoft.com/office/powerpoint/2010/main" val="40819428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74D88-3EEC-068F-BDCE-F1303DB16A08}"/>
              </a:ext>
            </a:extLst>
          </p:cNvPr>
          <p:cNvSpPr>
            <a:spLocks noGrp="1"/>
          </p:cNvSpPr>
          <p:nvPr>
            <p:ph type="title"/>
          </p:nvPr>
        </p:nvSpPr>
        <p:spPr/>
        <p:txBody>
          <a:bodyPr/>
          <a:lstStyle/>
          <a:p>
            <a:r>
              <a:rPr lang="en-US" dirty="0"/>
              <a:t>DoS Attack - Facts</a:t>
            </a:r>
          </a:p>
        </p:txBody>
      </p:sp>
      <p:sp>
        <p:nvSpPr>
          <p:cNvPr id="3" name="Text Placeholder 2">
            <a:extLst>
              <a:ext uri="{FF2B5EF4-FFF2-40B4-BE49-F238E27FC236}">
                <a16:creationId xmlns:a16="http://schemas.microsoft.com/office/drawing/2014/main" id="{583AE478-E229-78E2-E617-360E26894986}"/>
              </a:ext>
            </a:extLst>
          </p:cNvPr>
          <p:cNvSpPr>
            <a:spLocks noGrp="1"/>
          </p:cNvSpPr>
          <p:nvPr>
            <p:ph type="body" idx="1"/>
          </p:nvPr>
        </p:nvSpPr>
        <p:spPr/>
        <p:txBody>
          <a:bodyPr/>
          <a:lstStyle/>
          <a:p>
            <a:pPr marL="342900" marR="0" lvl="0" indent="-34290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Char char="n"/>
              <a:tabLst/>
              <a:defRPr/>
            </a:pPr>
            <a:r>
              <a:rPr kumimoji="0" lang="en-US" altLang="en-US" sz="2800" b="0" i="0" u="none" strike="noStrike" kern="0" cap="none" spc="0" normalizeH="0" baseline="0" noProof="0" dirty="0">
                <a:ln>
                  <a:noFill/>
                </a:ln>
                <a:solidFill>
                  <a:srgbClr val="3366CC"/>
                </a:solidFill>
                <a:effectLst/>
                <a:uLnTx/>
                <a:uFillTx/>
                <a:latin typeface="Arial"/>
                <a:ea typeface="+mn-ea"/>
                <a:cs typeface="+mn-cs"/>
              </a:rPr>
              <a:t>One of the most common types of attacks</a:t>
            </a:r>
          </a:p>
          <a:p>
            <a:pPr marL="342900" marR="0" lvl="0" indent="-34290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Char char="n"/>
              <a:tabLst/>
              <a:defRPr/>
            </a:pPr>
            <a:r>
              <a:rPr kumimoji="0" lang="en-US" altLang="en-US" sz="2800" b="0" i="0" u="none" strike="noStrike" kern="0" cap="none" spc="0" normalizeH="0" baseline="0" noProof="0" dirty="0">
                <a:ln>
                  <a:noFill/>
                </a:ln>
                <a:solidFill>
                  <a:srgbClr val="3366CC"/>
                </a:solidFill>
                <a:effectLst/>
                <a:uLnTx/>
                <a:uFillTx/>
                <a:latin typeface="Arial"/>
                <a:ea typeface="+mn-ea"/>
                <a:cs typeface="+mn-cs"/>
              </a:rPr>
              <a:t>Aims to prevent users from accessing system</a:t>
            </a:r>
          </a:p>
          <a:p>
            <a:pPr marL="342900" marR="0" lvl="0" indent="-34290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Char char="n"/>
              <a:tabLst/>
              <a:defRPr/>
            </a:pPr>
            <a:r>
              <a:rPr kumimoji="0" lang="en-US" altLang="en-US" sz="2800" b="0" i="0" u="none" strike="noStrike" kern="0" cap="none" spc="0" normalizeH="0" baseline="0" noProof="0" dirty="0">
                <a:ln>
                  <a:noFill/>
                </a:ln>
                <a:solidFill>
                  <a:srgbClr val="3366CC"/>
                </a:solidFill>
                <a:effectLst/>
                <a:uLnTx/>
                <a:uFillTx/>
                <a:latin typeface="Arial"/>
                <a:ea typeface="+mn-ea"/>
                <a:cs typeface="+mn-cs"/>
              </a:rPr>
              <a:t>Requires a minimum of technical skill</a:t>
            </a:r>
          </a:p>
          <a:p>
            <a:pPr marL="342900" marR="0" lvl="0" indent="-34290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Char char="n"/>
              <a:tabLst/>
              <a:defRPr/>
            </a:pPr>
            <a:r>
              <a:rPr kumimoji="0" lang="en-US" altLang="en-US" sz="2800" b="0" i="0" u="none" strike="noStrike" kern="0" cap="none" spc="0" normalizeH="0" baseline="0" noProof="0" dirty="0">
                <a:ln>
                  <a:noFill/>
                </a:ln>
                <a:solidFill>
                  <a:srgbClr val="3366CC"/>
                </a:solidFill>
                <a:effectLst/>
                <a:uLnTx/>
                <a:uFillTx/>
                <a:latin typeface="Arial"/>
                <a:ea typeface="+mn-ea"/>
                <a:cs typeface="+mn-cs"/>
              </a:rPr>
              <a:t>Effective because computers and other systems have physical limitations</a:t>
            </a:r>
          </a:p>
          <a:p>
            <a:pPr marL="669925" marR="0" lvl="1" indent="-325438"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3366CC"/>
                </a:solidFill>
                <a:effectLst/>
                <a:uLnTx/>
                <a:uFillTx/>
                <a:latin typeface="Arial"/>
              </a:rPr>
              <a:t>Number of simultaneous users</a:t>
            </a:r>
          </a:p>
          <a:p>
            <a:pPr marL="669925" marR="0" lvl="1" indent="-325438"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3366CC"/>
                </a:solidFill>
                <a:effectLst/>
                <a:uLnTx/>
                <a:uFillTx/>
                <a:latin typeface="Arial"/>
              </a:rPr>
              <a:t>Size of files</a:t>
            </a:r>
          </a:p>
          <a:p>
            <a:pPr marL="669925" marR="0" lvl="1" indent="-325438"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3366CC"/>
                </a:solidFill>
                <a:effectLst/>
                <a:uLnTx/>
                <a:uFillTx/>
                <a:latin typeface="Arial"/>
              </a:rPr>
              <a:t>Speed of data transmission</a:t>
            </a:r>
          </a:p>
          <a:p>
            <a:pPr marL="669925" marR="0" lvl="1" indent="-325438" algn="l" defTabSz="914400" rtl="0" eaLnBrk="1" fontAlgn="base" latinLnBrk="0" hangingPunct="1">
              <a:lnSpc>
                <a:spcPct val="100000"/>
              </a:lnSpc>
              <a:spcBef>
                <a:spcPct val="20000"/>
              </a:spcBef>
              <a:spcAft>
                <a:spcPct val="0"/>
              </a:spcAft>
              <a:buClr>
                <a:srgbClr val="3333CC"/>
              </a:buClr>
              <a:buSzPct val="60000"/>
              <a:buFont typeface="Wingdings" panose="05000000000000000000" pitchFamily="2" charset="2"/>
              <a:buChar char="q"/>
              <a:tabLst/>
              <a:defRPr/>
            </a:pPr>
            <a:r>
              <a:rPr kumimoji="0" lang="en-US" altLang="en-US" sz="2400" b="0" i="0" u="none" strike="noStrike" kern="0" cap="none" spc="0" normalizeH="0" baseline="0" noProof="0" dirty="0">
                <a:ln>
                  <a:noFill/>
                </a:ln>
                <a:solidFill>
                  <a:srgbClr val="3366CC"/>
                </a:solidFill>
                <a:effectLst/>
                <a:uLnTx/>
                <a:uFillTx/>
                <a:latin typeface="Arial"/>
              </a:rPr>
              <a:t>Amount of data stored</a:t>
            </a:r>
          </a:p>
          <a:p>
            <a:endParaRPr lang="en-US" dirty="0"/>
          </a:p>
        </p:txBody>
      </p:sp>
      <p:sp>
        <p:nvSpPr>
          <p:cNvPr id="4" name="Slide Number Placeholder 3">
            <a:extLst>
              <a:ext uri="{FF2B5EF4-FFF2-40B4-BE49-F238E27FC236}">
                <a16:creationId xmlns:a16="http://schemas.microsoft.com/office/drawing/2014/main" id="{9B6F0B8C-EAEE-8BA3-A6D2-6C563699292B}"/>
              </a:ext>
            </a:extLst>
          </p:cNvPr>
          <p:cNvSpPr>
            <a:spLocks noGrp="1"/>
          </p:cNvSpPr>
          <p:nvPr>
            <p:ph type="sldNum" idx="12"/>
          </p:nvPr>
        </p:nvSpPr>
        <p:spPr/>
        <p:txBody>
          <a:bodyPr/>
          <a:lstStyle/>
          <a:p>
            <a:fld id="{00000000-1234-1234-1234-123412341234}" type="slidenum">
              <a:rPr lang="en-GB" smtClean="0"/>
              <a:pPr/>
              <a:t>5</a:t>
            </a:fld>
            <a:endParaRPr lang="en-GB"/>
          </a:p>
        </p:txBody>
      </p:sp>
    </p:spTree>
    <p:extLst>
      <p:ext uri="{BB962C8B-B14F-4D97-AF65-F5344CB8AC3E}">
        <p14:creationId xmlns:p14="http://schemas.microsoft.com/office/powerpoint/2010/main" val="327016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A61D3-653E-A27F-B357-9D2EE1A5DF5B}"/>
              </a:ext>
            </a:extLst>
          </p:cNvPr>
          <p:cNvSpPr>
            <a:spLocks noGrp="1"/>
          </p:cNvSpPr>
          <p:nvPr>
            <p:ph type="title"/>
          </p:nvPr>
        </p:nvSpPr>
        <p:spPr/>
        <p:txBody>
          <a:bodyPr/>
          <a:lstStyle/>
          <a:p>
            <a:r>
              <a:rPr lang="en-US" altLang="en-US" dirty="0"/>
              <a:t>Common Tools Used for DoS Attacks</a:t>
            </a:r>
            <a:endParaRPr lang="en-US" dirty="0"/>
          </a:p>
        </p:txBody>
      </p:sp>
      <p:sp>
        <p:nvSpPr>
          <p:cNvPr id="4" name="Slide Number Placeholder 3">
            <a:extLst>
              <a:ext uri="{FF2B5EF4-FFF2-40B4-BE49-F238E27FC236}">
                <a16:creationId xmlns:a16="http://schemas.microsoft.com/office/drawing/2014/main" id="{5B67C5A2-325A-8CC9-3D86-C97EC6B3661C}"/>
              </a:ext>
            </a:extLst>
          </p:cNvPr>
          <p:cNvSpPr>
            <a:spLocks noGrp="1"/>
          </p:cNvSpPr>
          <p:nvPr>
            <p:ph type="sldNum" idx="12"/>
          </p:nvPr>
        </p:nvSpPr>
        <p:spPr/>
        <p:txBody>
          <a:bodyPr/>
          <a:lstStyle/>
          <a:p>
            <a:fld id="{00000000-1234-1234-1234-123412341234}" type="slidenum">
              <a:rPr lang="en-GB" smtClean="0"/>
              <a:pPr/>
              <a:t>6</a:t>
            </a:fld>
            <a:endParaRPr lang="en-GB"/>
          </a:p>
        </p:txBody>
      </p:sp>
      <p:sp>
        <p:nvSpPr>
          <p:cNvPr id="7" name="Rectangle 3">
            <a:extLst>
              <a:ext uri="{FF2B5EF4-FFF2-40B4-BE49-F238E27FC236}">
                <a16:creationId xmlns:a16="http://schemas.microsoft.com/office/drawing/2014/main" id="{E316107D-B15F-C985-D53D-7BD59E01028F}"/>
              </a:ext>
            </a:extLst>
          </p:cNvPr>
          <p:cNvSpPr txBox="1">
            <a:spLocks noChangeArrowheads="1"/>
          </p:cNvSpPr>
          <p:nvPr/>
        </p:nvSpPr>
        <p:spPr bwMode="auto">
          <a:xfrm>
            <a:off x="1732384" y="1629132"/>
            <a:ext cx="8229600" cy="471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accent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accent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accent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accent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None/>
              <a:tabLst/>
              <a:defRPr/>
            </a:pPr>
            <a:r>
              <a:rPr kumimoji="0" lang="en-US" altLang="en-US" sz="3000" b="0" i="0" u="none" strike="noStrike" kern="0" cap="none" spc="0" normalizeH="0" baseline="0" noProof="0" dirty="0">
                <a:ln>
                  <a:noFill/>
                </a:ln>
                <a:solidFill>
                  <a:srgbClr val="3366CC"/>
                </a:solidFill>
                <a:effectLst/>
                <a:uLnTx/>
                <a:uFillTx/>
                <a:latin typeface="Arial"/>
                <a:ea typeface="+mn-ea"/>
                <a:cs typeface="+mn-cs"/>
              </a:rPr>
              <a:t>Low Orbit Ion Cannon (LOIC)</a:t>
            </a:r>
          </a:p>
        </p:txBody>
      </p:sp>
      <p:pic>
        <p:nvPicPr>
          <p:cNvPr id="8" name="Picture 1">
            <a:extLst>
              <a:ext uri="{FF2B5EF4-FFF2-40B4-BE49-F238E27FC236}">
                <a16:creationId xmlns:a16="http://schemas.microsoft.com/office/drawing/2014/main" id="{059B2B41-6818-336D-644B-5CFF05215E5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451523" y="2570519"/>
            <a:ext cx="6791321" cy="346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972999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A61D3-653E-A27F-B357-9D2EE1A5DF5B}"/>
              </a:ext>
            </a:extLst>
          </p:cNvPr>
          <p:cNvSpPr>
            <a:spLocks noGrp="1"/>
          </p:cNvSpPr>
          <p:nvPr>
            <p:ph type="title"/>
          </p:nvPr>
        </p:nvSpPr>
        <p:spPr/>
        <p:txBody>
          <a:bodyPr/>
          <a:lstStyle/>
          <a:p>
            <a:r>
              <a:rPr lang="en-US" altLang="en-US" dirty="0"/>
              <a:t>Common Tools Used for DoS Attacks</a:t>
            </a:r>
            <a:endParaRPr lang="en-US" dirty="0"/>
          </a:p>
        </p:txBody>
      </p:sp>
      <p:sp>
        <p:nvSpPr>
          <p:cNvPr id="4" name="Slide Number Placeholder 3">
            <a:extLst>
              <a:ext uri="{FF2B5EF4-FFF2-40B4-BE49-F238E27FC236}">
                <a16:creationId xmlns:a16="http://schemas.microsoft.com/office/drawing/2014/main" id="{5B67C5A2-325A-8CC9-3D86-C97EC6B3661C}"/>
              </a:ext>
            </a:extLst>
          </p:cNvPr>
          <p:cNvSpPr>
            <a:spLocks noGrp="1"/>
          </p:cNvSpPr>
          <p:nvPr>
            <p:ph type="sldNum" idx="12"/>
          </p:nvPr>
        </p:nvSpPr>
        <p:spPr/>
        <p:txBody>
          <a:bodyPr/>
          <a:lstStyle/>
          <a:p>
            <a:fld id="{00000000-1234-1234-1234-123412341234}" type="slidenum">
              <a:rPr lang="en-GB" smtClean="0"/>
              <a:pPr/>
              <a:t>7</a:t>
            </a:fld>
            <a:endParaRPr lang="en-GB"/>
          </a:p>
        </p:txBody>
      </p:sp>
      <p:sp>
        <p:nvSpPr>
          <p:cNvPr id="7" name="Rectangle 3">
            <a:extLst>
              <a:ext uri="{FF2B5EF4-FFF2-40B4-BE49-F238E27FC236}">
                <a16:creationId xmlns:a16="http://schemas.microsoft.com/office/drawing/2014/main" id="{E316107D-B15F-C985-D53D-7BD59E01028F}"/>
              </a:ext>
            </a:extLst>
          </p:cNvPr>
          <p:cNvSpPr txBox="1">
            <a:spLocks noChangeArrowheads="1"/>
          </p:cNvSpPr>
          <p:nvPr/>
        </p:nvSpPr>
        <p:spPr bwMode="auto">
          <a:xfrm>
            <a:off x="1744825" y="1610471"/>
            <a:ext cx="8229600" cy="47132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lr>
                <a:schemeClr val="accent1"/>
              </a:buClr>
              <a:buSzPct val="65000"/>
              <a:buFont typeface="Wingdings" panose="05000000000000000000" pitchFamily="2" charset="2"/>
              <a:buChar char="n"/>
              <a:defRPr sz="3000">
                <a:solidFill>
                  <a:schemeClr val="accent1"/>
                </a:solidFill>
                <a:latin typeface="+mn-lt"/>
                <a:ea typeface="+mn-ea"/>
                <a:cs typeface="+mn-cs"/>
              </a:defRPr>
            </a:lvl1pPr>
            <a:lvl2pPr marL="669925" indent="-325438" algn="l" rtl="0" eaLnBrk="0" fontAlgn="base" hangingPunct="0">
              <a:spcBef>
                <a:spcPct val="20000"/>
              </a:spcBef>
              <a:spcAft>
                <a:spcPct val="0"/>
              </a:spcAft>
              <a:buClr>
                <a:schemeClr val="accent2"/>
              </a:buClr>
              <a:buSzPct val="60000"/>
              <a:buFont typeface="Wingdings" panose="05000000000000000000" pitchFamily="2" charset="2"/>
              <a:buChar char="q"/>
              <a:defRPr sz="2600">
                <a:solidFill>
                  <a:schemeClr val="accent1"/>
                </a:solidFill>
                <a:latin typeface="+mn-lt"/>
              </a:defRPr>
            </a:lvl2pPr>
            <a:lvl3pPr marL="1022350" indent="-350838" algn="l" rtl="0" eaLnBrk="0" fontAlgn="base" hangingPunct="0">
              <a:spcBef>
                <a:spcPct val="20000"/>
              </a:spcBef>
              <a:spcAft>
                <a:spcPct val="0"/>
              </a:spcAft>
              <a:buClr>
                <a:schemeClr val="accent1"/>
              </a:buClr>
              <a:buSzPct val="65000"/>
              <a:buFont typeface="Wingdings" panose="05000000000000000000" pitchFamily="2" charset="2"/>
              <a:buChar char="n"/>
              <a:defRPr sz="2200">
                <a:solidFill>
                  <a:schemeClr val="accent1"/>
                </a:solidFill>
                <a:latin typeface="+mn-lt"/>
              </a:defRPr>
            </a:lvl3pPr>
            <a:lvl4pPr marL="1339850" indent="-315913" algn="l" rtl="0" eaLnBrk="0" fontAlgn="base" hangingPunct="0">
              <a:spcBef>
                <a:spcPct val="20000"/>
              </a:spcBef>
              <a:spcAft>
                <a:spcPct val="0"/>
              </a:spcAft>
              <a:buClr>
                <a:schemeClr val="accent2"/>
              </a:buClr>
              <a:buSzPct val="70000"/>
              <a:buFont typeface="Wingdings" panose="05000000000000000000" pitchFamily="2" charset="2"/>
              <a:buChar char="q"/>
              <a:defRPr sz="2000">
                <a:solidFill>
                  <a:schemeClr val="accent1"/>
                </a:solidFill>
                <a:latin typeface="+mn-lt"/>
              </a:defRPr>
            </a:lvl4pPr>
            <a:lvl5pPr marL="1681163" indent="-339725" algn="l" rtl="0" eaLnBrk="0" fontAlgn="base" hangingPunct="0">
              <a:spcBef>
                <a:spcPct val="20000"/>
              </a:spcBef>
              <a:spcAft>
                <a:spcPct val="0"/>
              </a:spcAft>
              <a:buClr>
                <a:schemeClr val="accent1"/>
              </a:buClr>
              <a:buSzPct val="75000"/>
              <a:buFont typeface="Wingdings" panose="05000000000000000000" pitchFamily="2" charset="2"/>
              <a:buChar char="§"/>
              <a:defRPr sz="2000">
                <a:solidFill>
                  <a:schemeClr val="accent1"/>
                </a:solidFill>
                <a:latin typeface="+mn-lt"/>
              </a:defRPr>
            </a:lvl5pPr>
            <a:lvl6pPr marL="21383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6pPr>
            <a:lvl7pPr marL="25955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7pPr>
            <a:lvl8pPr marL="30527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8pPr>
            <a:lvl9pPr marL="3509963" indent="-339725" algn="l" rtl="0" fontAlgn="base">
              <a:spcBef>
                <a:spcPct val="20000"/>
              </a:spcBef>
              <a:spcAft>
                <a:spcPct val="0"/>
              </a:spcAft>
              <a:buClr>
                <a:schemeClr val="accent1"/>
              </a:buClr>
              <a:buSzPct val="75000"/>
              <a:buFont typeface="Wingdings" pitchFamily="2" charset="2"/>
              <a:buChar char="§"/>
              <a:defRPr sz="2000">
                <a:solidFill>
                  <a:schemeClr val="accent1"/>
                </a:solidFill>
                <a:latin typeface="+mn-lt"/>
              </a:defRPr>
            </a:lvl9pPr>
          </a:lstStyle>
          <a:p>
            <a:pPr marL="0" marR="0" lvl="0" indent="0" algn="l" defTabSz="914400" rtl="0" eaLnBrk="1" fontAlgn="base" latinLnBrk="0" hangingPunct="1">
              <a:lnSpc>
                <a:spcPct val="100000"/>
              </a:lnSpc>
              <a:spcBef>
                <a:spcPct val="20000"/>
              </a:spcBef>
              <a:spcAft>
                <a:spcPct val="0"/>
              </a:spcAft>
              <a:buClr>
                <a:srgbClr val="3366CC"/>
              </a:buClr>
              <a:buSzPct val="65000"/>
              <a:buFont typeface="Wingdings" panose="05000000000000000000" pitchFamily="2" charset="2"/>
              <a:buNone/>
              <a:tabLst/>
              <a:defRPr/>
            </a:pPr>
            <a:r>
              <a:rPr kumimoji="0" lang="en-US" altLang="en-US" sz="3000" b="0" i="0" u="none" strike="noStrike" kern="0" cap="none" spc="0" normalizeH="0" baseline="0" noProof="0" dirty="0">
                <a:ln>
                  <a:noFill/>
                </a:ln>
                <a:solidFill>
                  <a:srgbClr val="3366CC"/>
                </a:solidFill>
                <a:effectLst/>
                <a:uLnTx/>
                <a:uFillTx/>
                <a:latin typeface="Arial"/>
                <a:ea typeface="+mn-ea"/>
                <a:cs typeface="+mn-cs"/>
              </a:rPr>
              <a:t>High Orbit Ion </a:t>
            </a:r>
            <a:r>
              <a:rPr kumimoji="0" lang="en-US" altLang="en-US" sz="3000" b="0" i="0" u="none" strike="noStrike" kern="0" cap="none" spc="0" normalizeH="0" baseline="0" noProof="0">
                <a:ln>
                  <a:noFill/>
                </a:ln>
                <a:solidFill>
                  <a:srgbClr val="3366CC"/>
                </a:solidFill>
                <a:effectLst/>
                <a:uLnTx/>
                <a:uFillTx/>
                <a:latin typeface="Arial"/>
                <a:ea typeface="+mn-ea"/>
                <a:cs typeface="+mn-cs"/>
              </a:rPr>
              <a:t>Cannon (HOIC</a:t>
            </a:r>
            <a:r>
              <a:rPr kumimoji="0" lang="en-US" altLang="en-US" sz="3000" b="0" i="0" u="none" strike="noStrike" kern="0" cap="none" spc="0" normalizeH="0" baseline="0" noProof="0" dirty="0">
                <a:ln>
                  <a:noFill/>
                </a:ln>
                <a:solidFill>
                  <a:srgbClr val="3366CC"/>
                </a:solidFill>
                <a:effectLst/>
                <a:uLnTx/>
                <a:uFillTx/>
                <a:latin typeface="Arial"/>
                <a:ea typeface="+mn-ea"/>
                <a:cs typeface="+mn-cs"/>
              </a:rPr>
              <a:t>)</a:t>
            </a:r>
          </a:p>
        </p:txBody>
      </p:sp>
      <p:pic>
        <p:nvPicPr>
          <p:cNvPr id="1028" name="Picture 4" descr="What Is The High Orbit Ion Cannon (HOIC)? 🛠 Defend methods">
            <a:extLst>
              <a:ext uri="{FF2B5EF4-FFF2-40B4-BE49-F238E27FC236}">
                <a16:creationId xmlns:a16="http://schemas.microsoft.com/office/drawing/2014/main" id="{272D6529-D90C-DDA1-559F-D5E092C24A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49625" y="2170423"/>
            <a:ext cx="7620000"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09411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Denial-of-Service (DoS) Attack Categories</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8</a:t>
            </a:fld>
            <a:endParaRPr lang="en-US" dirty="0"/>
          </a:p>
        </p:txBody>
      </p:sp>
      <p:graphicFrame>
        <p:nvGraphicFramePr>
          <p:cNvPr id="8" name="Diagram 7">
            <a:extLst>
              <a:ext uri="{FF2B5EF4-FFF2-40B4-BE49-F238E27FC236}">
                <a16:creationId xmlns:a16="http://schemas.microsoft.com/office/drawing/2014/main" id="{6927896C-9620-084A-BD42-93821FB6B220}"/>
              </a:ext>
            </a:extLst>
          </p:cNvPr>
          <p:cNvGraphicFramePr/>
          <p:nvPr/>
        </p:nvGraphicFramePr>
        <p:xfrm>
          <a:off x="1747737" y="2503251"/>
          <a:ext cx="8774349" cy="31242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266121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Classic DoS Attacks</a:t>
            </a:r>
          </a:p>
        </p:txBody>
      </p:sp>
      <p:sp>
        <p:nvSpPr>
          <p:cNvPr id="3" name="Text Placeholder 2"/>
          <p:cNvSpPr>
            <a:spLocks noGrp="1"/>
          </p:cNvSpPr>
          <p:nvPr>
            <p:ph type="body" idx="1"/>
          </p:nvPr>
        </p:nvSpPr>
        <p:spPr>
          <a:xfrm>
            <a:off x="1835701" y="1418717"/>
            <a:ext cx="8520599" cy="3069063"/>
          </a:xfrm>
        </p:spPr>
        <p:txBody>
          <a:bodyPr>
            <a:normAutofit fontScale="92500" lnSpcReduction="20000"/>
          </a:bodyPr>
          <a:lstStyle/>
          <a:p>
            <a:pPr marL="346075" indent="-346075">
              <a:spcAft>
                <a:spcPts val="600"/>
              </a:spcAft>
            </a:pPr>
            <a:r>
              <a:rPr lang="en-US" sz="2400" dirty="0"/>
              <a:t>Flooding ping command</a:t>
            </a:r>
          </a:p>
          <a:p>
            <a:pPr marL="746125" lvl="1" indent="-346075">
              <a:spcAft>
                <a:spcPts val="600"/>
              </a:spcAft>
            </a:pPr>
            <a:r>
              <a:rPr lang="en-US" sz="2200" dirty="0"/>
              <a:t>Aim of this attack is to overwhelm the capacity of the network connection to the target organization</a:t>
            </a:r>
            <a:endParaRPr lang="en-US" dirty="0"/>
          </a:p>
          <a:p>
            <a:pPr marL="746125" lvl="1" indent="-346075">
              <a:spcAft>
                <a:spcPts val="600"/>
              </a:spcAft>
            </a:pPr>
            <a:r>
              <a:rPr lang="en-US" sz="2200" dirty="0"/>
              <a:t>Traffic can be handled by higher capacity links on the path, but packets are discarded as capacity decreases</a:t>
            </a:r>
            <a:endParaRPr lang="en-US" dirty="0"/>
          </a:p>
          <a:p>
            <a:pPr marL="746125" lvl="1" indent="-346075">
              <a:spcAft>
                <a:spcPts val="600"/>
              </a:spcAft>
            </a:pPr>
            <a:r>
              <a:rPr lang="en-US" sz="2200" dirty="0"/>
              <a:t>Source of the attack is clearly identified (e.g., in ICMP echo request) unless a spoofed address is used - attacker might use a large company’s Web server to target a medium-sized company with a lower-capacity network connection</a:t>
            </a:r>
            <a:endParaRPr lang="en-US" dirty="0"/>
          </a:p>
          <a:p>
            <a:pPr marL="746125" lvl="1" indent="-346075">
              <a:spcAft>
                <a:spcPts val="600"/>
              </a:spcAft>
            </a:pPr>
            <a:r>
              <a:rPr lang="en-US" sz="2200" dirty="0"/>
              <a:t>Network performance is noticeably affected</a:t>
            </a:r>
          </a:p>
          <a:p>
            <a:pPr marL="746125" lvl="1" indent="-346075">
              <a:spcAft>
                <a:spcPts val="600"/>
              </a:spcAft>
            </a:pPr>
            <a:r>
              <a:rPr lang="en-US" sz="2200" dirty="0"/>
              <a:t>Defense: Load balancers, firewalls</a:t>
            </a:r>
          </a:p>
          <a:p>
            <a:pPr marL="346075" indent="-346075">
              <a:spcAft>
                <a:spcPts val="600"/>
              </a:spcAft>
            </a:pPr>
            <a:endParaRPr lang="en-US" sz="2400" dirty="0"/>
          </a:p>
          <a:p>
            <a:pPr marL="346075" indent="-346075">
              <a:spcAft>
                <a:spcPts val="600"/>
              </a:spcAft>
            </a:pPr>
            <a:endParaRPr lang="en-US" sz="2600" b="1" dirty="0"/>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9</a:t>
            </a:fld>
            <a:endParaRPr lang="en-US" dirty="0"/>
          </a:p>
        </p:txBody>
      </p:sp>
      <p:pic>
        <p:nvPicPr>
          <p:cNvPr id="6" name="Picture 4">
            <a:extLst>
              <a:ext uri="{FF2B5EF4-FFF2-40B4-BE49-F238E27FC236}">
                <a16:creationId xmlns:a16="http://schemas.microsoft.com/office/drawing/2014/main" id="{ECF7FD57-405C-BF46-B02D-A7BC03DEAB37}"/>
              </a:ext>
            </a:extLst>
          </p:cNvPr>
          <p:cNvPicPr>
            <a:picLocks noChangeAspect="1"/>
          </p:cNvPicPr>
          <p:nvPr/>
        </p:nvPicPr>
        <p:blipFill rotWithShape="1">
          <a:blip r:embed="rId3">
            <a:extLst>
              <a:ext uri="{28A0092B-C50C-407E-A947-70E740481C1C}">
                <a14:useLocalDpi xmlns:a14="http://schemas.microsoft.com/office/drawing/2010/main" val="0"/>
              </a:ext>
            </a:extLst>
          </a:blip>
          <a:srcRect b="5150"/>
          <a:stretch/>
        </p:blipFill>
        <p:spPr bwMode="auto">
          <a:xfrm>
            <a:off x="5092148" y="4459120"/>
            <a:ext cx="3207424" cy="23988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891869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Flooding Attacks</a:t>
            </a:r>
          </a:p>
        </p:txBody>
      </p:sp>
      <p:sp>
        <p:nvSpPr>
          <p:cNvPr id="3" name="Text Placeholder 2"/>
          <p:cNvSpPr>
            <a:spLocks noGrp="1"/>
          </p:cNvSpPr>
          <p:nvPr>
            <p:ph type="body" idx="1"/>
          </p:nvPr>
        </p:nvSpPr>
        <p:spPr>
          <a:xfrm>
            <a:off x="1835701" y="1521198"/>
            <a:ext cx="8520599" cy="1343939"/>
          </a:xfrm>
        </p:spPr>
        <p:txBody>
          <a:bodyPr>
            <a:normAutofit fontScale="92500"/>
          </a:bodyPr>
          <a:lstStyle/>
          <a:p>
            <a:pPr marL="346075" indent="-346075">
              <a:spcAft>
                <a:spcPts val="600"/>
              </a:spcAft>
            </a:pPr>
            <a:r>
              <a:rPr lang="en-US" sz="2400" dirty="0"/>
              <a:t>Classified based on network protocol used</a:t>
            </a:r>
          </a:p>
          <a:p>
            <a:pPr marL="346075" indent="-346075">
              <a:spcAft>
                <a:spcPts val="600"/>
              </a:spcAft>
            </a:pPr>
            <a:r>
              <a:rPr lang="en-US" sz="2400" dirty="0"/>
              <a:t>Intent is to overload the network capacity on some link to a server</a:t>
            </a:r>
          </a:p>
          <a:p>
            <a:pPr marL="346075" indent="-346075">
              <a:spcAft>
                <a:spcPts val="600"/>
              </a:spcAft>
            </a:pPr>
            <a:r>
              <a:rPr lang="en-US" sz="2400" dirty="0"/>
              <a:t>Virtually any type of network packet can be used</a:t>
            </a:r>
          </a:p>
          <a:p>
            <a:pPr marL="346075" indent="-346075">
              <a:spcAft>
                <a:spcPts val="600"/>
              </a:spcAft>
            </a:pPr>
            <a:endParaRPr lang="en-US" sz="2400" dirty="0"/>
          </a:p>
          <a:p>
            <a:pPr marL="346075" indent="-346075">
              <a:spcAft>
                <a:spcPts val="600"/>
              </a:spcAft>
            </a:pPr>
            <a:endParaRPr lang="en-US" sz="2400" dirty="0"/>
          </a:p>
          <a:p>
            <a:pPr marL="346075" indent="-346075">
              <a:spcAft>
                <a:spcPts val="600"/>
              </a:spcAft>
            </a:pPr>
            <a:endParaRPr lang="en-US" sz="2600" b="1" dirty="0"/>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10</a:t>
            </a:fld>
            <a:endParaRPr lang="en-US" dirty="0"/>
          </a:p>
        </p:txBody>
      </p:sp>
      <p:graphicFrame>
        <p:nvGraphicFramePr>
          <p:cNvPr id="7" name="Diagram 6">
            <a:extLst>
              <a:ext uri="{FF2B5EF4-FFF2-40B4-BE49-F238E27FC236}">
                <a16:creationId xmlns:a16="http://schemas.microsoft.com/office/drawing/2014/main" id="{EDEDBD5B-E5FD-1D43-A8B2-80F68F60802F}"/>
              </a:ext>
            </a:extLst>
          </p:cNvPr>
          <p:cNvGraphicFramePr/>
          <p:nvPr/>
        </p:nvGraphicFramePr>
        <p:xfrm>
          <a:off x="2362200" y="3124201"/>
          <a:ext cx="7924800" cy="341206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73408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Distributed DoS (DDoS) Attacks</a:t>
            </a:r>
          </a:p>
        </p:txBody>
      </p:sp>
      <p:sp>
        <p:nvSpPr>
          <p:cNvPr id="3" name="Text Placeholder 2"/>
          <p:cNvSpPr>
            <a:spLocks noGrp="1"/>
          </p:cNvSpPr>
          <p:nvPr>
            <p:ph type="body" idx="1"/>
          </p:nvPr>
        </p:nvSpPr>
        <p:spPr>
          <a:xfrm>
            <a:off x="1835701" y="1418718"/>
            <a:ext cx="8520599" cy="1781683"/>
          </a:xfrm>
        </p:spPr>
        <p:txBody>
          <a:bodyPr>
            <a:normAutofit fontScale="92500" lnSpcReduction="10000"/>
          </a:bodyPr>
          <a:lstStyle/>
          <a:p>
            <a:pPr marL="346075" indent="-346075">
              <a:spcAft>
                <a:spcPts val="600"/>
              </a:spcAft>
            </a:pPr>
            <a:r>
              <a:rPr lang="en-US" sz="2400" dirty="0"/>
              <a:t>Use of multiple systems to generate flooding attacks</a:t>
            </a:r>
          </a:p>
          <a:p>
            <a:pPr marL="346075" indent="-346075">
              <a:spcAft>
                <a:spcPts val="600"/>
              </a:spcAft>
            </a:pPr>
            <a:r>
              <a:rPr lang="en-US" sz="2400" dirty="0"/>
              <a:t>Attacker uses a flaw in operating system or in a common application to gain access and installs their </a:t>
            </a:r>
            <a:r>
              <a:rPr lang="en-US" sz="2400" dirty="0">
                <a:solidFill>
                  <a:srgbClr val="FF0000"/>
                </a:solidFill>
              </a:rPr>
              <a:t>zombie</a:t>
            </a:r>
            <a:r>
              <a:rPr lang="en-US" sz="2400" dirty="0"/>
              <a:t> program on it </a:t>
            </a:r>
          </a:p>
          <a:p>
            <a:pPr marL="346075" indent="-346075">
              <a:spcAft>
                <a:spcPts val="600"/>
              </a:spcAft>
            </a:pPr>
            <a:r>
              <a:rPr lang="en-US" sz="2400" dirty="0"/>
              <a:t>Large collections of such systems under the control of one attacker’s control can be created, forming a botnet</a:t>
            </a:r>
          </a:p>
          <a:p>
            <a:pPr marL="346075" indent="-346075">
              <a:spcAft>
                <a:spcPts val="600"/>
              </a:spcAft>
            </a:pPr>
            <a:endParaRPr lang="en-US" sz="2400" dirty="0"/>
          </a:p>
          <a:p>
            <a:pPr marL="346075" indent="-346075">
              <a:spcAft>
                <a:spcPts val="600"/>
              </a:spcAft>
            </a:pPr>
            <a:endParaRPr lang="en-US" sz="2600" b="1" dirty="0"/>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11</a:t>
            </a:fld>
            <a:endParaRPr lang="en-US" dirty="0"/>
          </a:p>
        </p:txBody>
      </p:sp>
      <p:pic>
        <p:nvPicPr>
          <p:cNvPr id="5" name="Picture 4">
            <a:extLst>
              <a:ext uri="{FF2B5EF4-FFF2-40B4-BE49-F238E27FC236}">
                <a16:creationId xmlns:a16="http://schemas.microsoft.com/office/drawing/2014/main" id="{1891EB98-1A32-B543-A827-9521C65D55EA}"/>
              </a:ext>
            </a:extLst>
          </p:cNvPr>
          <p:cNvPicPr>
            <a:picLocks noChangeAspect="1"/>
          </p:cNvPicPr>
          <p:nvPr/>
        </p:nvPicPr>
        <p:blipFill rotWithShape="1">
          <a:blip r:embed="rId3"/>
          <a:srcRect l="9625"/>
          <a:stretch/>
        </p:blipFill>
        <p:spPr>
          <a:xfrm>
            <a:off x="3148520" y="2989984"/>
            <a:ext cx="6072504" cy="3784657"/>
          </a:xfrm>
          <a:prstGeom prst="rect">
            <a:avLst/>
          </a:prstGeom>
        </p:spPr>
      </p:pic>
    </p:spTree>
    <p:extLst>
      <p:ext uri="{BB962C8B-B14F-4D97-AF65-F5344CB8AC3E}">
        <p14:creationId xmlns:p14="http://schemas.microsoft.com/office/powerpoint/2010/main" val="21405722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Hypertext Transfer Protocol (HTTP) Based Attacks</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12</a:t>
            </a:fld>
            <a:endParaRPr lang="en-US" dirty="0"/>
          </a:p>
        </p:txBody>
      </p:sp>
      <p:sp>
        <p:nvSpPr>
          <p:cNvPr id="3" name="Text Placeholder 2"/>
          <p:cNvSpPr>
            <a:spLocks noGrp="1"/>
          </p:cNvSpPr>
          <p:nvPr>
            <p:ph type="body" idx="1"/>
          </p:nvPr>
        </p:nvSpPr>
        <p:spPr>
          <a:xfrm>
            <a:off x="1835701" y="1418717"/>
            <a:ext cx="8520599" cy="5283302"/>
          </a:xfrm>
        </p:spPr>
        <p:txBody>
          <a:bodyPr>
            <a:normAutofit fontScale="92500" lnSpcReduction="10000"/>
          </a:bodyPr>
          <a:lstStyle/>
          <a:p>
            <a:pPr marL="346075" indent="-346075">
              <a:spcAft>
                <a:spcPts val="600"/>
              </a:spcAft>
            </a:pPr>
            <a:r>
              <a:rPr lang="en-US" sz="2600" b="1" dirty="0"/>
              <a:t>HTTP flood attack</a:t>
            </a:r>
            <a:endParaRPr lang="en-US" sz="2600" dirty="0"/>
          </a:p>
          <a:p>
            <a:pPr marL="746125" lvl="1" indent="-346075">
              <a:spcAft>
                <a:spcPts val="600"/>
              </a:spcAft>
            </a:pPr>
            <a:r>
              <a:rPr lang="en-US" dirty="0"/>
              <a:t>Attack that bombards Web servers with HTTP requests</a:t>
            </a:r>
          </a:p>
          <a:p>
            <a:pPr marL="746125" lvl="1" indent="-346075">
              <a:spcAft>
                <a:spcPts val="600"/>
              </a:spcAft>
            </a:pPr>
            <a:r>
              <a:rPr lang="en-US" dirty="0"/>
              <a:t>Consumes considerable resources</a:t>
            </a:r>
          </a:p>
          <a:p>
            <a:pPr marL="746125" lvl="1" indent="-346075">
              <a:spcAft>
                <a:spcPts val="600"/>
              </a:spcAft>
            </a:pPr>
            <a:r>
              <a:rPr lang="en-US" dirty="0">
                <a:solidFill>
                  <a:srgbClr val="FF0000"/>
                </a:solidFill>
              </a:rPr>
              <a:t>Spidering</a:t>
            </a:r>
            <a:r>
              <a:rPr lang="en-US" dirty="0"/>
              <a:t> - Bots start from a given HTTP link and follow all links on the provided Web site in a recursive way </a:t>
            </a:r>
          </a:p>
          <a:p>
            <a:pPr marL="346075" indent="-346075">
              <a:spcAft>
                <a:spcPts val="600"/>
              </a:spcAft>
            </a:pPr>
            <a:r>
              <a:rPr lang="en-US" sz="2600" b="1" dirty="0" err="1"/>
              <a:t>Slowloris</a:t>
            </a:r>
            <a:r>
              <a:rPr lang="en-US" sz="2600" b="1" dirty="0"/>
              <a:t> attack</a:t>
            </a:r>
          </a:p>
          <a:p>
            <a:pPr marL="746125" lvl="1" indent="-346075">
              <a:spcAft>
                <a:spcPts val="600"/>
              </a:spcAft>
            </a:pPr>
            <a:r>
              <a:rPr lang="en-US" dirty="0"/>
              <a:t>Attempts to monopolize a server’s multi-threading by sending HTTP requests that never complete</a:t>
            </a:r>
          </a:p>
          <a:p>
            <a:pPr marL="746125" lvl="1" indent="-346075">
              <a:spcAft>
                <a:spcPts val="600"/>
              </a:spcAft>
            </a:pPr>
            <a:r>
              <a:rPr lang="en-US" dirty="0"/>
              <a:t>Eventually consumes Web server’s connection capacity</a:t>
            </a:r>
          </a:p>
          <a:p>
            <a:pPr marL="746125" lvl="1" indent="-346075">
              <a:spcAft>
                <a:spcPts val="600"/>
              </a:spcAft>
            </a:pPr>
            <a:r>
              <a:rPr lang="en-US" dirty="0"/>
              <a:t>Utilizes legitimate HTTP traffic</a:t>
            </a:r>
          </a:p>
          <a:p>
            <a:pPr marL="746125" lvl="1" indent="-346075">
              <a:spcAft>
                <a:spcPts val="600"/>
              </a:spcAft>
            </a:pPr>
            <a:r>
              <a:rPr lang="en-US" dirty="0"/>
              <a:t>Existing intrusion detection and prevention solutions that rely on signatures to detect attacks will generally not recognize </a:t>
            </a:r>
            <a:r>
              <a:rPr lang="en-US" dirty="0" err="1"/>
              <a:t>Slowloris</a:t>
            </a:r>
            <a:endParaRPr lang="en-US" dirty="0"/>
          </a:p>
          <a:p>
            <a:pPr marL="746125" lvl="1" indent="-346075">
              <a:spcAft>
                <a:spcPts val="600"/>
              </a:spcAft>
            </a:pPr>
            <a:r>
              <a:rPr lang="en-US" dirty="0"/>
              <a:t>Rate limiting number of host connections can help defend or delayed binding can be done by a load balancer to ensure web server or proxy will not see incomplete requests</a:t>
            </a:r>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spTree>
    <p:extLst>
      <p:ext uri="{BB962C8B-B14F-4D97-AF65-F5344CB8AC3E}">
        <p14:creationId xmlns:p14="http://schemas.microsoft.com/office/powerpoint/2010/main" val="2771919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2800" dirty="0"/>
              <a:t>DNS Reflection Attack</a:t>
            </a:r>
          </a:p>
        </p:txBody>
      </p:sp>
      <p:sp>
        <p:nvSpPr>
          <p:cNvPr id="3" name="Text Placeholder 2"/>
          <p:cNvSpPr>
            <a:spLocks noGrp="1"/>
          </p:cNvSpPr>
          <p:nvPr>
            <p:ph sz="quarter" idx="10"/>
          </p:nvPr>
        </p:nvSpPr>
        <p:spPr>
          <a:xfrm>
            <a:off x="457200" y="1259068"/>
            <a:ext cx="11277599" cy="3886200"/>
          </a:xfrm>
        </p:spPr>
        <p:txBody>
          <a:bodyPr>
            <a:normAutofit/>
          </a:bodyPr>
          <a:lstStyle/>
          <a:p>
            <a:r>
              <a:rPr lang="en-US" dirty="0">
                <a:latin typeface="Arial" pitchFamily="-110" charset="0"/>
                <a:ea typeface="ＭＳ Ｐゴシック" pitchFamily="-110" charset="-128"/>
                <a:cs typeface="ＭＳ Ｐゴシック" pitchFamily="-110" charset="-128"/>
              </a:rPr>
              <a:t>Reflector attack establishes a self-contained loop between the intermediary and the target system; Both systems act as reflectors</a:t>
            </a:r>
          </a:p>
          <a:p>
            <a:r>
              <a:rPr lang="en-US" dirty="0"/>
              <a:t>Most reflector attacks can be prevented through network-based and host-based firewall rulesets that reject suspicious combinations of source and destination ports</a:t>
            </a:r>
          </a:p>
          <a:p>
            <a:endParaRPr lang="en-US" b="1" dirty="0"/>
          </a:p>
          <a:p>
            <a:endParaRPr lang="en-US" b="1" dirty="0"/>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13</a:t>
            </a:fld>
            <a:endParaRPr lang="en-US" dirty="0"/>
          </a:p>
        </p:txBody>
      </p:sp>
      <p:pic>
        <p:nvPicPr>
          <p:cNvPr id="5" name="Picture 4">
            <a:extLst>
              <a:ext uri="{FF2B5EF4-FFF2-40B4-BE49-F238E27FC236}">
                <a16:creationId xmlns:a16="http://schemas.microsoft.com/office/drawing/2014/main" id="{0CC46B82-7758-EF41-A4ED-12D15D9D4B51}"/>
              </a:ext>
            </a:extLst>
          </p:cNvPr>
          <p:cNvPicPr>
            <a:picLocks noChangeAspect="1"/>
          </p:cNvPicPr>
          <p:nvPr/>
        </p:nvPicPr>
        <p:blipFill>
          <a:blip r:embed="rId3"/>
          <a:stretch>
            <a:fillRect/>
          </a:stretch>
        </p:blipFill>
        <p:spPr>
          <a:xfrm>
            <a:off x="3634098" y="3574520"/>
            <a:ext cx="6157609" cy="3141495"/>
          </a:xfrm>
          <a:prstGeom prst="rect">
            <a:avLst/>
          </a:prstGeom>
        </p:spPr>
      </p:pic>
      <p:sp>
        <p:nvSpPr>
          <p:cNvPr id="6" name="TextBox 5">
            <a:extLst>
              <a:ext uri="{FF2B5EF4-FFF2-40B4-BE49-F238E27FC236}">
                <a16:creationId xmlns:a16="http://schemas.microsoft.com/office/drawing/2014/main" id="{9E37B252-CFC7-F148-882A-13ADB9AA6C98}"/>
              </a:ext>
            </a:extLst>
          </p:cNvPr>
          <p:cNvSpPr txBox="1"/>
          <p:nvPr/>
        </p:nvSpPr>
        <p:spPr>
          <a:xfrm>
            <a:off x="2113958" y="4224110"/>
            <a:ext cx="1806472" cy="646331"/>
          </a:xfrm>
          <a:prstGeom prst="rect">
            <a:avLst/>
          </a:prstGeom>
          <a:noFill/>
        </p:spPr>
        <p:txBody>
          <a:bodyPr wrap="square" rtlCol="0">
            <a:spAutoFit/>
          </a:bodyPr>
          <a:lstStyle/>
          <a:p>
            <a:r>
              <a:rPr lang="en-US" b="1" dirty="0">
                <a:solidFill>
                  <a:srgbClr val="0432FF"/>
                </a:solidFill>
                <a:latin typeface="Arial" panose="020B0604020202020204" pitchFamily="34" charset="0"/>
                <a:cs typeface="Arial" panose="020B0604020202020204" pitchFamily="34" charset="0"/>
              </a:rPr>
              <a:t>Normal DNS Operation</a:t>
            </a:r>
          </a:p>
        </p:txBody>
      </p:sp>
      <p:sp>
        <p:nvSpPr>
          <p:cNvPr id="7" name="TextBox 6">
            <a:extLst>
              <a:ext uri="{FF2B5EF4-FFF2-40B4-BE49-F238E27FC236}">
                <a16:creationId xmlns:a16="http://schemas.microsoft.com/office/drawing/2014/main" id="{6E5BA340-E074-0642-898A-08CF1DD2D49F}"/>
              </a:ext>
            </a:extLst>
          </p:cNvPr>
          <p:cNvSpPr txBox="1"/>
          <p:nvPr/>
        </p:nvSpPr>
        <p:spPr>
          <a:xfrm>
            <a:off x="9394841" y="5007311"/>
            <a:ext cx="1806472" cy="923330"/>
          </a:xfrm>
          <a:prstGeom prst="rect">
            <a:avLst/>
          </a:prstGeom>
          <a:noFill/>
        </p:spPr>
        <p:txBody>
          <a:bodyPr wrap="square" rtlCol="0">
            <a:spAutoFit/>
          </a:bodyPr>
          <a:lstStyle/>
          <a:p>
            <a:r>
              <a:rPr lang="en-US" b="1" dirty="0">
                <a:solidFill>
                  <a:srgbClr val="0432FF"/>
                </a:solidFill>
                <a:latin typeface="Arial" panose="020B0604020202020204" pitchFamily="34" charset="0"/>
                <a:cs typeface="Arial" panose="020B0604020202020204" pitchFamily="34" charset="0"/>
              </a:rPr>
              <a:t>DNS Operation under Attack</a:t>
            </a:r>
          </a:p>
        </p:txBody>
      </p:sp>
      <p:sp>
        <p:nvSpPr>
          <p:cNvPr id="8" name="Rectangle 7">
            <a:extLst>
              <a:ext uri="{FF2B5EF4-FFF2-40B4-BE49-F238E27FC236}">
                <a16:creationId xmlns:a16="http://schemas.microsoft.com/office/drawing/2014/main" id="{3DD17798-FABC-DF4C-B840-B6DC87E4F649}"/>
              </a:ext>
            </a:extLst>
          </p:cNvPr>
          <p:cNvSpPr/>
          <p:nvPr/>
        </p:nvSpPr>
        <p:spPr>
          <a:xfrm>
            <a:off x="2200817" y="5534026"/>
            <a:ext cx="2802823" cy="1200329"/>
          </a:xfrm>
          <a:prstGeom prst="rect">
            <a:avLst/>
          </a:prstGeom>
        </p:spPr>
        <p:txBody>
          <a:bodyPr wrap="square">
            <a:spAutoFit/>
          </a:bodyPr>
          <a:lstStyle/>
          <a:p>
            <a:r>
              <a:rPr lang="en-US" sz="1200" dirty="0">
                <a:latin typeface="Arial" pitchFamily="-110" charset="0"/>
                <a:ea typeface="ＭＳ Ｐゴシック" pitchFamily="-110" charset="-128"/>
                <a:cs typeface="ＭＳ Ｐゴシック" pitchFamily="-110" charset="-128"/>
              </a:rPr>
              <a:t>The DNS client sends a query from its UDP port 1792 to the server’s DNS port 53 to obtain the IP address of a domain name. The DNS server sends a UDP response packet including the IP address. </a:t>
            </a:r>
            <a:endParaRPr lang="en-US" sz="1200" dirty="0"/>
          </a:p>
        </p:txBody>
      </p:sp>
      <p:sp>
        <p:nvSpPr>
          <p:cNvPr id="9" name="Rectangle 8">
            <a:extLst>
              <a:ext uri="{FF2B5EF4-FFF2-40B4-BE49-F238E27FC236}">
                <a16:creationId xmlns:a16="http://schemas.microsoft.com/office/drawing/2014/main" id="{F0669F60-FBA1-EC4E-88D4-FFB03CD60703}"/>
              </a:ext>
            </a:extLst>
          </p:cNvPr>
          <p:cNvSpPr/>
          <p:nvPr/>
        </p:nvSpPr>
        <p:spPr>
          <a:xfrm>
            <a:off x="7509621" y="2936194"/>
            <a:ext cx="4272220" cy="1754326"/>
          </a:xfrm>
          <a:prstGeom prst="rect">
            <a:avLst/>
          </a:prstGeom>
        </p:spPr>
        <p:txBody>
          <a:bodyPr wrap="square">
            <a:spAutoFit/>
          </a:bodyPr>
          <a:lstStyle/>
          <a:p>
            <a:r>
              <a:rPr lang="en-US" sz="1200" dirty="0">
                <a:latin typeface="Arial" pitchFamily="-110" charset="0"/>
                <a:ea typeface="ＭＳ Ｐゴシック" pitchFamily="-110" charset="-128"/>
                <a:cs typeface="ＭＳ Ｐゴシック" pitchFamily="-110" charset="-128"/>
              </a:rPr>
              <a:t>The attacker sends a query to the DNS server with a spoofed IP source address of </a:t>
            </a:r>
            <a:r>
              <a:rPr lang="en-US" sz="1200" dirty="0" err="1">
                <a:latin typeface="Arial" pitchFamily="-110" charset="0"/>
                <a:ea typeface="ＭＳ Ｐゴシック" pitchFamily="-110" charset="-128"/>
                <a:cs typeface="ＭＳ Ｐゴシック" pitchFamily="-110" charset="-128"/>
              </a:rPr>
              <a:t>j.k.l.m</a:t>
            </a:r>
            <a:r>
              <a:rPr lang="en-US" sz="1200" dirty="0">
                <a:latin typeface="Arial" pitchFamily="-110" charset="0"/>
                <a:ea typeface="ＭＳ Ｐゴシック" pitchFamily="-110" charset="-128"/>
                <a:cs typeface="ＭＳ Ｐゴシック" pitchFamily="-110" charset="-128"/>
              </a:rPr>
              <a:t>; this is the IP address of the target. The attacker uses port 7, which is usually associated with echo, a reflector service. The DNS server then sends a response to the victim of the attack, </a:t>
            </a:r>
            <a:r>
              <a:rPr lang="en-US" sz="1200" dirty="0" err="1">
                <a:latin typeface="Arial" pitchFamily="-110" charset="0"/>
                <a:ea typeface="ＭＳ Ｐゴシック" pitchFamily="-110" charset="-128"/>
                <a:cs typeface="ＭＳ Ｐゴシック" pitchFamily="-110" charset="-128"/>
              </a:rPr>
              <a:t>j.k.l.m</a:t>
            </a:r>
            <a:r>
              <a:rPr lang="en-US" sz="1200" dirty="0">
                <a:latin typeface="Arial" pitchFamily="-110" charset="0"/>
                <a:ea typeface="ＭＳ Ｐゴシック" pitchFamily="-110" charset="-128"/>
                <a:cs typeface="ＭＳ Ｐゴシック" pitchFamily="-110" charset="-128"/>
              </a:rPr>
              <a:t>, addressed to port 7. If the victim is offering the echo service, it may create a packet that echoes the received data back to the DNS server. This can cause a loop between the DNS server and the victim.</a:t>
            </a:r>
            <a:endParaRPr lang="en-US" sz="1200" dirty="0"/>
          </a:p>
        </p:txBody>
      </p:sp>
    </p:spTree>
    <p:extLst>
      <p:ext uri="{BB962C8B-B14F-4D97-AF65-F5344CB8AC3E}">
        <p14:creationId xmlns:p14="http://schemas.microsoft.com/office/powerpoint/2010/main" val="26104476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Amplification Attacks</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14</a:t>
            </a:fld>
            <a:endParaRPr lang="en-US" dirty="0"/>
          </a:p>
        </p:txBody>
      </p:sp>
      <p:sp>
        <p:nvSpPr>
          <p:cNvPr id="3" name="Text Placeholder 2"/>
          <p:cNvSpPr>
            <a:spLocks noGrp="1"/>
          </p:cNvSpPr>
          <p:nvPr>
            <p:ph type="body" idx="1"/>
          </p:nvPr>
        </p:nvSpPr>
        <p:spPr>
          <a:xfrm>
            <a:off x="1835699" y="1232299"/>
            <a:ext cx="8520599" cy="2904833"/>
          </a:xfrm>
        </p:spPr>
        <p:txBody>
          <a:bodyPr>
            <a:normAutofit fontScale="77500" lnSpcReduction="20000"/>
          </a:bodyPr>
          <a:lstStyle/>
          <a:p>
            <a:pPr marL="346075" indent="-346075">
              <a:spcAft>
                <a:spcPts val="600"/>
              </a:spcAft>
            </a:pPr>
            <a:r>
              <a:rPr lang="en-US" sz="2400" dirty="0"/>
              <a:t>They are a variant of reflector attacks and also involve sending a packet with a spoofed source address for the target system to intermediaries</a:t>
            </a:r>
          </a:p>
          <a:p>
            <a:pPr marL="346075" indent="-346075">
              <a:spcAft>
                <a:spcPts val="600"/>
              </a:spcAft>
            </a:pPr>
            <a:r>
              <a:rPr lang="en-US" sz="2400" dirty="0"/>
              <a:t>They differ in generating multiple response packets for each original packet sent; this can be achieved by </a:t>
            </a:r>
            <a:r>
              <a:rPr lang="en-US" sz="2400" b="1" dirty="0"/>
              <a:t>directing the original request to the broadcast address for some network</a:t>
            </a:r>
            <a:r>
              <a:rPr lang="en-US" sz="2400" dirty="0"/>
              <a:t>; as a result, all hosts on that network can potentially respond to the request, generating a flood of responses to a victim (spoofed) IP address</a:t>
            </a:r>
          </a:p>
          <a:p>
            <a:pPr marL="346075" indent="-346075">
              <a:spcAft>
                <a:spcPts val="600"/>
              </a:spcAft>
            </a:pPr>
            <a:r>
              <a:rPr lang="en-US" sz="2400" dirty="0"/>
              <a:t>It is only necessary to use a service handled by large numbers of hosts on the intermediate network; the well-known </a:t>
            </a:r>
            <a:r>
              <a:rPr lang="en-US" sz="2400" dirty="0">
                <a:solidFill>
                  <a:srgbClr val="FF0000"/>
                </a:solidFill>
              </a:rPr>
              <a:t>Smurf DoS program </a:t>
            </a:r>
            <a:r>
              <a:rPr lang="en-US" sz="2400" dirty="0"/>
              <a:t>used ping flood mechanism using ICMP echo request packets</a:t>
            </a:r>
          </a:p>
          <a:p>
            <a:r>
              <a:rPr lang="en-US" sz="2400" dirty="0">
                <a:latin typeface="Arial" pitchFamily="1" charset="0"/>
                <a:ea typeface="ＭＳ Ｐゴシック" pitchFamily="1" charset="-128"/>
                <a:cs typeface="ＭＳ Ｐゴシック" pitchFamily="1" charset="-128"/>
              </a:rPr>
              <a:t>The best additional defense against this form of attack is to not allow directed broadcasts to be routed into a network from outside</a:t>
            </a:r>
            <a:endParaRPr lang="en-US" sz="2400" dirty="0"/>
          </a:p>
          <a:p>
            <a:pPr marL="746125" lvl="1" indent="-346075">
              <a:spcAft>
                <a:spcPts val="600"/>
              </a:spcAft>
            </a:pPr>
            <a:endParaRPr lang="en-US" sz="2200" dirty="0"/>
          </a:p>
          <a:p>
            <a:pPr marL="346075" indent="-346075">
              <a:spcAft>
                <a:spcPts val="600"/>
              </a:spcAft>
            </a:pPr>
            <a:endParaRPr lang="en-US" sz="2600" b="1" dirty="0"/>
          </a:p>
        </p:txBody>
      </p:sp>
      <p:pic>
        <p:nvPicPr>
          <p:cNvPr id="6" name="Picture 5">
            <a:extLst>
              <a:ext uri="{FF2B5EF4-FFF2-40B4-BE49-F238E27FC236}">
                <a16:creationId xmlns:a16="http://schemas.microsoft.com/office/drawing/2014/main" id="{E4F5FF16-6599-8347-BC77-80DB5F4734CB}"/>
              </a:ext>
            </a:extLst>
          </p:cNvPr>
          <p:cNvPicPr>
            <a:picLocks noChangeAspect="1"/>
          </p:cNvPicPr>
          <p:nvPr/>
        </p:nvPicPr>
        <p:blipFill>
          <a:blip r:embed="rId3"/>
          <a:stretch>
            <a:fillRect/>
          </a:stretch>
        </p:blipFill>
        <p:spPr>
          <a:xfrm>
            <a:off x="2559447" y="3904398"/>
            <a:ext cx="7073101" cy="2953602"/>
          </a:xfrm>
          <a:prstGeom prst="rect">
            <a:avLst/>
          </a:prstGeom>
        </p:spPr>
      </p:pic>
    </p:spTree>
    <p:extLst>
      <p:ext uri="{BB962C8B-B14F-4D97-AF65-F5344CB8AC3E}">
        <p14:creationId xmlns:p14="http://schemas.microsoft.com/office/powerpoint/2010/main" val="155469930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Amplification Attacks cont.</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15</a:t>
            </a:fld>
            <a:endParaRPr lang="en-US" dirty="0"/>
          </a:p>
        </p:txBody>
      </p:sp>
      <p:pic>
        <p:nvPicPr>
          <p:cNvPr id="8" name="Picture 7">
            <a:extLst>
              <a:ext uri="{FF2B5EF4-FFF2-40B4-BE49-F238E27FC236}">
                <a16:creationId xmlns:a16="http://schemas.microsoft.com/office/drawing/2014/main" id="{96A77B63-486E-6AD5-35AE-6738D63F4AC1}"/>
              </a:ext>
            </a:extLst>
          </p:cNvPr>
          <p:cNvPicPr>
            <a:picLocks noChangeAspect="1"/>
          </p:cNvPicPr>
          <p:nvPr/>
        </p:nvPicPr>
        <p:blipFill>
          <a:blip r:embed="rId3"/>
          <a:stretch>
            <a:fillRect/>
          </a:stretch>
        </p:blipFill>
        <p:spPr>
          <a:xfrm>
            <a:off x="4627984" y="1429094"/>
            <a:ext cx="4419600" cy="4706498"/>
          </a:xfrm>
          <a:prstGeom prst="rect">
            <a:avLst/>
          </a:prstGeom>
        </p:spPr>
      </p:pic>
      <p:sp>
        <p:nvSpPr>
          <p:cNvPr id="10" name="TextBox 9">
            <a:extLst>
              <a:ext uri="{FF2B5EF4-FFF2-40B4-BE49-F238E27FC236}">
                <a16:creationId xmlns:a16="http://schemas.microsoft.com/office/drawing/2014/main" id="{C00FDADC-1003-66E0-E130-9B6E5DC636D6}"/>
              </a:ext>
            </a:extLst>
          </p:cNvPr>
          <p:cNvSpPr txBox="1"/>
          <p:nvPr/>
        </p:nvSpPr>
        <p:spPr>
          <a:xfrm>
            <a:off x="1978090" y="4483751"/>
            <a:ext cx="6096000" cy="646331"/>
          </a:xfrm>
          <a:prstGeom prst="rect">
            <a:avLst/>
          </a:prstGeom>
          <a:noFill/>
        </p:spPr>
        <p:txBody>
          <a:bodyPr wrap="square">
            <a:spAutoFit/>
          </a:bodyPr>
          <a:lstStyle/>
          <a:p>
            <a:pPr marL="0" indent="0" eaLnBrk="1" hangingPunct="1">
              <a:buNone/>
            </a:pPr>
            <a:r>
              <a:rPr lang="en-US" altLang="en-US" sz="3600" dirty="0">
                <a:solidFill>
                  <a:srgbClr val="FF0000"/>
                </a:solidFill>
              </a:rPr>
              <a:t>Smurf Attack</a:t>
            </a:r>
          </a:p>
        </p:txBody>
      </p:sp>
    </p:spTree>
    <p:extLst>
      <p:ext uri="{BB962C8B-B14F-4D97-AF65-F5344CB8AC3E}">
        <p14:creationId xmlns:p14="http://schemas.microsoft.com/office/powerpoint/2010/main" val="22885920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DNS Amplification Attack</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16</a:t>
            </a:fld>
            <a:endParaRPr lang="en-US" dirty="0"/>
          </a:p>
        </p:txBody>
      </p:sp>
      <p:sp>
        <p:nvSpPr>
          <p:cNvPr id="3" name="Text Placeholder 2"/>
          <p:cNvSpPr>
            <a:spLocks noGrp="1"/>
          </p:cNvSpPr>
          <p:nvPr>
            <p:ph type="body" idx="1"/>
          </p:nvPr>
        </p:nvSpPr>
        <p:spPr>
          <a:xfrm>
            <a:off x="1835699" y="1232300"/>
            <a:ext cx="8520599" cy="5119862"/>
          </a:xfrm>
        </p:spPr>
        <p:txBody>
          <a:bodyPr>
            <a:normAutofit lnSpcReduction="10000"/>
          </a:bodyPr>
          <a:lstStyle/>
          <a:p>
            <a:pPr marL="346075" indent="-346075">
              <a:spcAft>
                <a:spcPts val="600"/>
              </a:spcAft>
            </a:pPr>
            <a:r>
              <a:rPr lang="en-US" sz="2400" dirty="0"/>
              <a:t>Use packets directed at a legitimate DNS server as the intermediary system</a:t>
            </a:r>
          </a:p>
          <a:p>
            <a:pPr marL="346075" indent="-346075">
              <a:spcAft>
                <a:spcPts val="600"/>
              </a:spcAft>
            </a:pPr>
            <a:endParaRPr lang="en-US" sz="2400" dirty="0"/>
          </a:p>
          <a:p>
            <a:pPr marL="346075" indent="-346075">
              <a:spcAft>
                <a:spcPts val="600"/>
              </a:spcAft>
            </a:pPr>
            <a:r>
              <a:rPr lang="en-US" sz="2400" dirty="0"/>
              <a:t>Attacker creates a series of DNS requests containing the spoofed source address of the target system</a:t>
            </a:r>
          </a:p>
          <a:p>
            <a:pPr marL="346075" indent="-346075">
              <a:spcAft>
                <a:spcPts val="600"/>
              </a:spcAft>
            </a:pPr>
            <a:endParaRPr lang="en-US" sz="2400" dirty="0"/>
          </a:p>
          <a:p>
            <a:pPr marL="346075" indent="-346075">
              <a:spcAft>
                <a:spcPts val="600"/>
              </a:spcAft>
            </a:pPr>
            <a:r>
              <a:rPr lang="en-US" sz="2400" dirty="0"/>
              <a:t>Exploit DNS behavior to convert a small request to a much larger response (amplification)</a:t>
            </a:r>
          </a:p>
          <a:p>
            <a:pPr marL="346075" indent="-346075">
              <a:spcAft>
                <a:spcPts val="600"/>
              </a:spcAft>
            </a:pPr>
            <a:endParaRPr lang="en-US" sz="2400" dirty="0"/>
          </a:p>
          <a:p>
            <a:pPr marL="346075" indent="-346075">
              <a:spcAft>
                <a:spcPts val="600"/>
              </a:spcAft>
            </a:pPr>
            <a:r>
              <a:rPr lang="en-US" sz="2400" dirty="0"/>
              <a:t>Target is flooded with responses</a:t>
            </a:r>
          </a:p>
          <a:p>
            <a:pPr marL="346075" indent="-346075">
              <a:spcAft>
                <a:spcPts val="600"/>
              </a:spcAft>
            </a:pPr>
            <a:endParaRPr lang="en-US" sz="2400" dirty="0"/>
          </a:p>
          <a:p>
            <a:pPr marL="346075" indent="-346075">
              <a:spcAft>
                <a:spcPts val="600"/>
              </a:spcAft>
            </a:pPr>
            <a:r>
              <a:rPr lang="en-US" sz="2400" dirty="0"/>
              <a:t>Basic defense against this attack is to prevent the use of spoofed source addresses</a:t>
            </a:r>
          </a:p>
          <a:p>
            <a:pPr marL="346075" indent="-346075">
              <a:spcAft>
                <a:spcPts val="600"/>
              </a:spcAft>
            </a:pPr>
            <a:endParaRPr lang="en-US" sz="2400" dirty="0"/>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spTree>
    <p:extLst>
      <p:ext uri="{BB962C8B-B14F-4D97-AF65-F5344CB8AC3E}">
        <p14:creationId xmlns:p14="http://schemas.microsoft.com/office/powerpoint/2010/main" val="42612927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B2C24-433A-1522-6542-08806AD05634}"/>
              </a:ext>
            </a:extLst>
          </p:cNvPr>
          <p:cNvSpPr>
            <a:spLocks noGrp="1"/>
          </p:cNvSpPr>
          <p:nvPr>
            <p:ph type="title"/>
          </p:nvPr>
        </p:nvSpPr>
        <p:spPr/>
        <p:txBody>
          <a:bodyPr/>
          <a:lstStyle/>
          <a:p>
            <a:r>
              <a:rPr lang="en-US" dirty="0"/>
              <a:t>Another way to category DDoS</a:t>
            </a:r>
          </a:p>
        </p:txBody>
      </p:sp>
      <p:sp>
        <p:nvSpPr>
          <p:cNvPr id="3" name="Text Placeholder 2">
            <a:extLst>
              <a:ext uri="{FF2B5EF4-FFF2-40B4-BE49-F238E27FC236}">
                <a16:creationId xmlns:a16="http://schemas.microsoft.com/office/drawing/2014/main" id="{315B3FCE-8047-F364-1237-E2C5CC4CF7CF}"/>
              </a:ext>
            </a:extLst>
          </p:cNvPr>
          <p:cNvSpPr>
            <a:spLocks noGrp="1"/>
          </p:cNvSpPr>
          <p:nvPr>
            <p:ph type="body" idx="1"/>
          </p:nvPr>
        </p:nvSpPr>
        <p:spPr/>
        <p:txBody>
          <a:bodyPr/>
          <a:lstStyle/>
          <a:p>
            <a:pPr algn="l"/>
            <a:r>
              <a:rPr lang="en-US" sz="2400" b="1" i="0" dirty="0">
                <a:effectLst/>
                <a:latin typeface="Inter"/>
              </a:rPr>
              <a:t>Volume Based Attacks</a:t>
            </a:r>
            <a:br>
              <a:rPr lang="en-US" sz="2400" b="0" i="0" dirty="0">
                <a:effectLst/>
                <a:latin typeface="Inter"/>
              </a:rPr>
            </a:br>
            <a:r>
              <a:rPr lang="en-US" sz="2400" b="0" i="0" dirty="0">
                <a:effectLst/>
                <a:latin typeface="Inter"/>
              </a:rPr>
              <a:t>Includes UDP floods, ICMP floods, and other spoofed-packet floods. The attack’s goal is to saturate the bandwidth of the attacked site, and magnitude is measured in bits per second (</a:t>
            </a:r>
            <a:r>
              <a:rPr lang="en-US" sz="2400" b="1" i="0" dirty="0">
                <a:effectLst/>
                <a:latin typeface="Inter"/>
              </a:rPr>
              <a:t>Bps</a:t>
            </a:r>
            <a:r>
              <a:rPr lang="en-US" sz="2400" b="0" i="0" dirty="0">
                <a:effectLst/>
                <a:latin typeface="Inter"/>
              </a:rPr>
              <a:t>).</a:t>
            </a:r>
          </a:p>
          <a:p>
            <a:pPr algn="l"/>
            <a:r>
              <a:rPr lang="en-US" sz="2400" b="1" i="0" dirty="0">
                <a:effectLst/>
                <a:latin typeface="Inter"/>
              </a:rPr>
              <a:t>Protocol Attacks </a:t>
            </a:r>
            <a:br>
              <a:rPr lang="en-US" sz="2400" b="0" i="0" dirty="0">
                <a:effectLst/>
                <a:latin typeface="Inter"/>
              </a:rPr>
            </a:br>
            <a:r>
              <a:rPr lang="en-US" sz="2400" b="0" i="0" dirty="0">
                <a:effectLst/>
                <a:latin typeface="Inter"/>
              </a:rPr>
              <a:t>Includes SYN floods, fragmented packet attacks, Ping of Death, Smurf DDoS, and more. This type of attack consumes actual server resources, or those of intermediate communication equipment, such as firewalls and </a:t>
            </a:r>
            <a:r>
              <a:rPr lang="en-US" sz="2400" b="0" i="0" u="none" strike="noStrike" dirty="0">
                <a:effectLst/>
                <a:latin typeface="Inter"/>
              </a:rPr>
              <a:t>load balancers</a:t>
            </a:r>
            <a:r>
              <a:rPr lang="en-US" sz="2400" b="0" i="0" dirty="0">
                <a:effectLst/>
                <a:latin typeface="Inter"/>
              </a:rPr>
              <a:t>, and is measured in packets per second (</a:t>
            </a:r>
            <a:r>
              <a:rPr lang="en-US" sz="2400" b="1" i="0" dirty="0" err="1">
                <a:effectLst/>
                <a:latin typeface="Inter"/>
              </a:rPr>
              <a:t>Pps</a:t>
            </a:r>
            <a:r>
              <a:rPr lang="en-US" sz="2400" b="0" i="0" dirty="0">
                <a:effectLst/>
                <a:latin typeface="Inter"/>
              </a:rPr>
              <a:t>).</a:t>
            </a:r>
          </a:p>
          <a:p>
            <a:pPr algn="l"/>
            <a:r>
              <a:rPr lang="en-US" sz="2400" b="1" i="0" dirty="0">
                <a:effectLst/>
                <a:latin typeface="Inter"/>
              </a:rPr>
              <a:t>Application Layer Attacks </a:t>
            </a:r>
            <a:br>
              <a:rPr lang="en-US" sz="2400" b="0" i="0" dirty="0">
                <a:effectLst/>
                <a:latin typeface="Inter"/>
              </a:rPr>
            </a:br>
            <a:r>
              <a:rPr lang="en-US" sz="2400" b="0" i="0" dirty="0">
                <a:effectLst/>
                <a:latin typeface="Inter"/>
              </a:rPr>
              <a:t>Includes </a:t>
            </a:r>
            <a:r>
              <a:rPr lang="en-US" sz="2400" dirty="0"/>
              <a:t>HTTP Based Attacks</a:t>
            </a:r>
            <a:r>
              <a:rPr lang="en-US" sz="2400" b="0" i="0" dirty="0">
                <a:effectLst/>
                <a:latin typeface="Inter"/>
              </a:rPr>
              <a:t>, attacks that target Apache, Windows, or OpenBSD vulnerabilities, and more. Comprised of seemingly legitimate and innocent requests, these attacks aim to crash the web server, and the magnitude is measured in Requests per second (</a:t>
            </a:r>
            <a:r>
              <a:rPr lang="en-US" sz="2400" b="1" i="0" dirty="0" err="1">
                <a:effectLst/>
                <a:latin typeface="Inter"/>
              </a:rPr>
              <a:t>Rps</a:t>
            </a:r>
            <a:r>
              <a:rPr lang="en-US" sz="2400" b="0" i="0" dirty="0">
                <a:effectLst/>
                <a:latin typeface="Inter"/>
              </a:rPr>
              <a:t>).</a:t>
            </a:r>
          </a:p>
          <a:p>
            <a:endParaRPr lang="en-US" sz="2400" dirty="0"/>
          </a:p>
        </p:txBody>
      </p:sp>
      <p:sp>
        <p:nvSpPr>
          <p:cNvPr id="4" name="Slide Number Placeholder 3">
            <a:extLst>
              <a:ext uri="{FF2B5EF4-FFF2-40B4-BE49-F238E27FC236}">
                <a16:creationId xmlns:a16="http://schemas.microsoft.com/office/drawing/2014/main" id="{A972F3B4-4FCA-D1E6-B572-4DEF547053AF}"/>
              </a:ext>
            </a:extLst>
          </p:cNvPr>
          <p:cNvSpPr>
            <a:spLocks noGrp="1"/>
          </p:cNvSpPr>
          <p:nvPr>
            <p:ph type="sldNum" idx="12"/>
          </p:nvPr>
        </p:nvSpPr>
        <p:spPr/>
        <p:txBody>
          <a:bodyPr/>
          <a:lstStyle/>
          <a:p>
            <a:fld id="{00000000-1234-1234-1234-123412341234}" type="slidenum">
              <a:rPr lang="en-GB" smtClean="0"/>
              <a:pPr/>
              <a:t>17</a:t>
            </a:fld>
            <a:endParaRPr lang="en-GB"/>
          </a:p>
        </p:txBody>
      </p:sp>
    </p:spTree>
    <p:extLst>
      <p:ext uri="{BB962C8B-B14F-4D97-AF65-F5344CB8AC3E}">
        <p14:creationId xmlns:p14="http://schemas.microsoft.com/office/powerpoint/2010/main" val="56616224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54B2F6-621D-7692-B933-D00A11A697A6}"/>
              </a:ext>
            </a:extLst>
          </p:cNvPr>
          <p:cNvSpPr>
            <a:spLocks noGrp="1"/>
          </p:cNvSpPr>
          <p:nvPr>
            <p:ph type="title"/>
          </p:nvPr>
        </p:nvSpPr>
        <p:spPr/>
        <p:txBody>
          <a:bodyPr/>
          <a:lstStyle/>
          <a:p>
            <a:r>
              <a:rPr lang="en-US" altLang="en-US" dirty="0"/>
              <a:t>Real-World Examples of DoS Attacks</a:t>
            </a:r>
            <a:endParaRPr lang="en-US" dirty="0"/>
          </a:p>
        </p:txBody>
      </p:sp>
      <p:sp>
        <p:nvSpPr>
          <p:cNvPr id="3" name="Text Placeholder 2">
            <a:extLst>
              <a:ext uri="{FF2B5EF4-FFF2-40B4-BE49-F238E27FC236}">
                <a16:creationId xmlns:a16="http://schemas.microsoft.com/office/drawing/2014/main" id="{43CAB13C-2FB3-3855-F862-88186CE1F6E1}"/>
              </a:ext>
            </a:extLst>
          </p:cNvPr>
          <p:cNvSpPr>
            <a:spLocks noGrp="1"/>
          </p:cNvSpPr>
          <p:nvPr>
            <p:ph type="body" idx="1"/>
          </p:nvPr>
        </p:nvSpPr>
        <p:spPr/>
        <p:txBody>
          <a:bodyPr/>
          <a:lstStyle/>
          <a:p>
            <a:pPr eaLnBrk="1" hangingPunct="1">
              <a:lnSpc>
                <a:spcPct val="150000"/>
              </a:lnSpc>
            </a:pPr>
            <a:r>
              <a:rPr lang="en-US" altLang="en-US" dirty="0">
                <a:hlinkClick r:id="rId2"/>
              </a:rPr>
              <a:t>Google Attack</a:t>
            </a:r>
            <a:endParaRPr lang="en-US" altLang="en-US" dirty="0"/>
          </a:p>
          <a:p>
            <a:pPr eaLnBrk="1" hangingPunct="1">
              <a:lnSpc>
                <a:spcPct val="150000"/>
              </a:lnSpc>
            </a:pPr>
            <a:r>
              <a:rPr lang="en-US" altLang="en-US" dirty="0">
                <a:hlinkClick r:id="rId3"/>
              </a:rPr>
              <a:t>AWS (Amazon Web Services) Attack</a:t>
            </a:r>
            <a:endParaRPr lang="en-US" altLang="en-US" dirty="0"/>
          </a:p>
          <a:p>
            <a:pPr eaLnBrk="1" hangingPunct="1">
              <a:lnSpc>
                <a:spcPct val="150000"/>
              </a:lnSpc>
            </a:pPr>
            <a:r>
              <a:rPr lang="en-US" altLang="en-US" dirty="0" err="1">
                <a:hlinkClick r:id="rId4"/>
              </a:rPr>
              <a:t>Memcache</a:t>
            </a:r>
            <a:r>
              <a:rPr lang="en-US" altLang="en-US" dirty="0">
                <a:hlinkClick r:id="rId4"/>
              </a:rPr>
              <a:t> Attacks</a:t>
            </a:r>
            <a:endParaRPr lang="en-US" altLang="en-US" dirty="0"/>
          </a:p>
          <a:p>
            <a:pPr eaLnBrk="1" hangingPunct="1">
              <a:lnSpc>
                <a:spcPct val="150000"/>
              </a:lnSpc>
            </a:pPr>
            <a:r>
              <a:rPr lang="en-US" altLang="en-US" dirty="0">
                <a:hlinkClick r:id="rId5"/>
              </a:rPr>
              <a:t>Mirai</a:t>
            </a:r>
            <a:endParaRPr lang="en-US" altLang="en-US" dirty="0"/>
          </a:p>
          <a:p>
            <a:endParaRPr lang="en-US" dirty="0"/>
          </a:p>
        </p:txBody>
      </p:sp>
      <p:sp>
        <p:nvSpPr>
          <p:cNvPr id="4" name="Slide Number Placeholder 3">
            <a:extLst>
              <a:ext uri="{FF2B5EF4-FFF2-40B4-BE49-F238E27FC236}">
                <a16:creationId xmlns:a16="http://schemas.microsoft.com/office/drawing/2014/main" id="{E761CC34-826E-20F4-0C36-444998A277AF}"/>
              </a:ext>
            </a:extLst>
          </p:cNvPr>
          <p:cNvSpPr>
            <a:spLocks noGrp="1"/>
          </p:cNvSpPr>
          <p:nvPr>
            <p:ph type="sldNum" idx="12"/>
          </p:nvPr>
        </p:nvSpPr>
        <p:spPr/>
        <p:txBody>
          <a:bodyPr/>
          <a:lstStyle/>
          <a:p>
            <a:fld id="{00000000-1234-1234-1234-123412341234}" type="slidenum">
              <a:rPr lang="en-GB" smtClean="0"/>
              <a:pPr/>
              <a:t>18</a:t>
            </a:fld>
            <a:endParaRPr lang="en-GB"/>
          </a:p>
        </p:txBody>
      </p:sp>
    </p:spTree>
    <p:extLst>
      <p:ext uri="{BB962C8B-B14F-4D97-AF65-F5344CB8AC3E}">
        <p14:creationId xmlns:p14="http://schemas.microsoft.com/office/powerpoint/2010/main" val="284345097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Four lines of DDoS Attack Defense</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19</a:t>
            </a:fld>
            <a:endParaRPr lang="en-US" dirty="0"/>
          </a:p>
        </p:txBody>
      </p:sp>
      <p:graphicFrame>
        <p:nvGraphicFramePr>
          <p:cNvPr id="7" name="Diagram 6">
            <a:extLst>
              <a:ext uri="{FF2B5EF4-FFF2-40B4-BE49-F238E27FC236}">
                <a16:creationId xmlns:a16="http://schemas.microsoft.com/office/drawing/2014/main" id="{547A7A9A-5D90-A241-A1CF-03CC22EF7ED5}"/>
              </a:ext>
            </a:extLst>
          </p:cNvPr>
          <p:cNvGraphicFramePr/>
          <p:nvPr/>
        </p:nvGraphicFramePr>
        <p:xfrm>
          <a:off x="3440349" y="1463971"/>
          <a:ext cx="5638800" cy="4419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60575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DDoS Attack Prevention</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20</a:t>
            </a:fld>
            <a:endParaRPr lang="en-US" dirty="0"/>
          </a:p>
        </p:txBody>
      </p:sp>
      <p:sp>
        <p:nvSpPr>
          <p:cNvPr id="3" name="Text Placeholder 2"/>
          <p:cNvSpPr>
            <a:spLocks noGrp="1"/>
          </p:cNvSpPr>
          <p:nvPr>
            <p:ph type="body" idx="1"/>
          </p:nvPr>
        </p:nvSpPr>
        <p:spPr>
          <a:xfrm>
            <a:off x="1835699" y="1232300"/>
            <a:ext cx="8520599" cy="5119862"/>
          </a:xfrm>
        </p:spPr>
        <p:txBody>
          <a:bodyPr>
            <a:normAutofit/>
          </a:bodyPr>
          <a:lstStyle/>
          <a:p>
            <a:pPr marL="346075" indent="-346075">
              <a:spcAft>
                <a:spcPts val="600"/>
              </a:spcAft>
            </a:pPr>
            <a:r>
              <a:rPr lang="en-US" sz="2400" dirty="0"/>
              <a:t>Block spoofed source addresses</a:t>
            </a:r>
          </a:p>
          <a:p>
            <a:pPr marL="746125" lvl="1" indent="-346075">
              <a:spcAft>
                <a:spcPts val="600"/>
              </a:spcAft>
            </a:pPr>
            <a:r>
              <a:rPr lang="en-US" sz="2200" dirty="0">
                <a:solidFill>
                  <a:srgbClr val="C00000"/>
                </a:solidFill>
              </a:rPr>
              <a:t>On routers as close to source as possible</a:t>
            </a:r>
          </a:p>
          <a:p>
            <a:pPr marL="346075" indent="-346075">
              <a:spcAft>
                <a:spcPts val="600"/>
              </a:spcAft>
            </a:pPr>
            <a:r>
              <a:rPr lang="en-US" sz="2400" dirty="0"/>
              <a:t>Filters may be used to ensure path back to the claimed source address is the one being used by the current packet</a:t>
            </a:r>
          </a:p>
          <a:p>
            <a:pPr marL="746125" lvl="1" indent="-346075">
              <a:spcAft>
                <a:spcPts val="600"/>
              </a:spcAft>
            </a:pPr>
            <a:r>
              <a:rPr lang="en-US" sz="2200" dirty="0">
                <a:solidFill>
                  <a:srgbClr val="C00000"/>
                </a:solidFill>
              </a:rPr>
              <a:t>Filters must be applied to traffic before it leaves the ISP’s network </a:t>
            </a:r>
            <a:r>
              <a:rPr lang="en-US" sz="2200" dirty="0"/>
              <a:t>or at the point of entry to their network</a:t>
            </a:r>
            <a:endParaRPr lang="en-US" dirty="0"/>
          </a:p>
          <a:p>
            <a:pPr marL="346075" indent="-346075">
              <a:spcAft>
                <a:spcPts val="600"/>
              </a:spcAft>
            </a:pPr>
            <a:r>
              <a:rPr lang="en-US" sz="2400" dirty="0"/>
              <a:t>Use modified TCP connection handling code</a:t>
            </a:r>
          </a:p>
          <a:p>
            <a:pPr marL="746125" lvl="1" indent="-346075">
              <a:spcAft>
                <a:spcPts val="600"/>
              </a:spcAft>
            </a:pPr>
            <a:r>
              <a:rPr lang="en-US" sz="2200" dirty="0">
                <a:solidFill>
                  <a:srgbClr val="C00000"/>
                </a:solidFill>
              </a:rPr>
              <a:t>Cryptographically encode critical information in a cookie </a:t>
            </a:r>
            <a:r>
              <a:rPr lang="en-US" sz="2200" dirty="0"/>
              <a:t>that is sent as the server’s initial sequence number</a:t>
            </a:r>
            <a:endParaRPr lang="en-US" dirty="0"/>
          </a:p>
          <a:p>
            <a:pPr marL="1146175" lvl="2" indent="-346075">
              <a:spcAft>
                <a:spcPts val="600"/>
              </a:spcAft>
            </a:pPr>
            <a:r>
              <a:rPr lang="en-US" dirty="0"/>
              <a:t>Legitimate client responds with an ACK packet containing the incremented sequence number cookie</a:t>
            </a:r>
            <a:endParaRPr lang="en-US" sz="2400" dirty="0"/>
          </a:p>
          <a:p>
            <a:pPr marL="746125" lvl="1" indent="-346075">
              <a:spcAft>
                <a:spcPts val="600"/>
              </a:spcAft>
            </a:pPr>
            <a:r>
              <a:rPr lang="en-US" sz="2200" dirty="0">
                <a:solidFill>
                  <a:srgbClr val="C00000"/>
                </a:solidFill>
              </a:rPr>
              <a:t>Drop an entry for an incomplete connection </a:t>
            </a:r>
            <a:r>
              <a:rPr lang="en-US" sz="2200" dirty="0"/>
              <a:t>from the TCP connections table when it overflows</a:t>
            </a:r>
          </a:p>
          <a:p>
            <a:pPr marL="346075" indent="-346075">
              <a:spcAft>
                <a:spcPts val="600"/>
              </a:spcAft>
            </a:pPr>
            <a:endParaRPr lang="en-US" sz="2400" dirty="0"/>
          </a:p>
          <a:p>
            <a:pPr marL="346075" indent="-346075">
              <a:spcAft>
                <a:spcPts val="600"/>
              </a:spcAft>
            </a:pPr>
            <a:endParaRPr lang="en-US" sz="2400" dirty="0"/>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spTree>
    <p:extLst>
      <p:ext uri="{BB962C8B-B14F-4D97-AF65-F5344CB8AC3E}">
        <p14:creationId xmlns:p14="http://schemas.microsoft.com/office/powerpoint/2010/main" val="2042401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DDoS Attack Prevention (2)</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21</a:t>
            </a:fld>
            <a:endParaRPr lang="en-US" dirty="0"/>
          </a:p>
        </p:txBody>
      </p:sp>
      <p:sp>
        <p:nvSpPr>
          <p:cNvPr id="3" name="Text Placeholder 2"/>
          <p:cNvSpPr>
            <a:spLocks noGrp="1"/>
          </p:cNvSpPr>
          <p:nvPr>
            <p:ph type="body" idx="1"/>
          </p:nvPr>
        </p:nvSpPr>
        <p:spPr>
          <a:xfrm>
            <a:off x="1835699" y="1232300"/>
            <a:ext cx="8520599" cy="5119862"/>
          </a:xfrm>
        </p:spPr>
        <p:txBody>
          <a:bodyPr>
            <a:normAutofit/>
          </a:bodyPr>
          <a:lstStyle/>
          <a:p>
            <a:pPr marL="346075" indent="-346075">
              <a:spcAft>
                <a:spcPts val="600"/>
              </a:spcAft>
            </a:pPr>
            <a:r>
              <a:rPr lang="en-US" sz="2400" dirty="0"/>
              <a:t>Block IP directed broadcasts</a:t>
            </a:r>
          </a:p>
          <a:p>
            <a:pPr marL="346075" indent="-346075">
              <a:spcAft>
                <a:spcPts val="600"/>
              </a:spcAft>
            </a:pPr>
            <a:endParaRPr lang="en-US" sz="2400" dirty="0"/>
          </a:p>
          <a:p>
            <a:pPr marL="346075" indent="-346075">
              <a:spcAft>
                <a:spcPts val="600"/>
              </a:spcAft>
            </a:pPr>
            <a:r>
              <a:rPr lang="en-US" sz="2400" dirty="0"/>
              <a:t>Block suspicious services and combinations</a:t>
            </a:r>
          </a:p>
          <a:p>
            <a:pPr marL="346075" indent="-346075">
              <a:spcAft>
                <a:spcPts val="600"/>
              </a:spcAft>
            </a:pPr>
            <a:endParaRPr lang="en-US" sz="2400" dirty="0"/>
          </a:p>
          <a:p>
            <a:pPr marL="346075" indent="-346075">
              <a:spcAft>
                <a:spcPts val="600"/>
              </a:spcAft>
            </a:pPr>
            <a:r>
              <a:rPr lang="en-US" sz="2400" dirty="0"/>
              <a:t>Manage application attacks with a form of graphical puzzle (captcha) to distinguish legitimate human requests</a:t>
            </a:r>
          </a:p>
          <a:p>
            <a:pPr marL="346075" indent="-346075">
              <a:spcAft>
                <a:spcPts val="600"/>
              </a:spcAft>
            </a:pPr>
            <a:endParaRPr lang="en-US" sz="2400" dirty="0"/>
          </a:p>
          <a:p>
            <a:pPr marL="346075" indent="-346075">
              <a:spcAft>
                <a:spcPts val="600"/>
              </a:spcAft>
            </a:pPr>
            <a:r>
              <a:rPr lang="en-US" sz="2400" dirty="0"/>
              <a:t>Good general system security practices</a:t>
            </a:r>
          </a:p>
          <a:p>
            <a:pPr marL="346075" indent="-346075">
              <a:spcAft>
                <a:spcPts val="600"/>
              </a:spcAft>
            </a:pPr>
            <a:endParaRPr lang="en-US" sz="2400" dirty="0"/>
          </a:p>
          <a:p>
            <a:pPr marL="346075" indent="-346075">
              <a:spcAft>
                <a:spcPts val="600"/>
              </a:spcAft>
            </a:pPr>
            <a:r>
              <a:rPr lang="en-US" sz="2400" dirty="0"/>
              <a:t>Use mirrored and replicated servers when high-performance and reliability is required</a:t>
            </a:r>
          </a:p>
          <a:p>
            <a:pPr marL="346075" indent="-346075">
              <a:spcAft>
                <a:spcPts val="600"/>
              </a:spcAft>
            </a:pPr>
            <a:endParaRPr lang="en-US" sz="2400" dirty="0"/>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spTree>
    <p:extLst>
      <p:ext uri="{BB962C8B-B14F-4D97-AF65-F5344CB8AC3E}">
        <p14:creationId xmlns:p14="http://schemas.microsoft.com/office/powerpoint/2010/main" val="312338044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Responding to DoS Attacks</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22</a:t>
            </a:fld>
            <a:endParaRPr lang="en-US" dirty="0"/>
          </a:p>
        </p:txBody>
      </p:sp>
      <p:sp>
        <p:nvSpPr>
          <p:cNvPr id="3" name="Text Placeholder 2"/>
          <p:cNvSpPr>
            <a:spLocks noGrp="1"/>
          </p:cNvSpPr>
          <p:nvPr>
            <p:ph type="body" idx="1"/>
          </p:nvPr>
        </p:nvSpPr>
        <p:spPr>
          <a:xfrm>
            <a:off x="1835699" y="1232300"/>
            <a:ext cx="8520599" cy="5119862"/>
          </a:xfrm>
        </p:spPr>
        <p:txBody>
          <a:bodyPr>
            <a:normAutofit/>
          </a:bodyPr>
          <a:lstStyle/>
          <a:p>
            <a:pPr marL="346075" indent="-346075">
              <a:spcAft>
                <a:spcPts val="600"/>
              </a:spcAft>
            </a:pPr>
            <a:r>
              <a:rPr lang="en-US" sz="2400" dirty="0" err="1"/>
              <a:t>Antispoofing</a:t>
            </a:r>
            <a:r>
              <a:rPr lang="en-US" sz="2400" dirty="0"/>
              <a:t>, directed broadcast, and rate limiting filters should have been implemented </a:t>
            </a:r>
          </a:p>
          <a:p>
            <a:pPr marL="346075" indent="-346075">
              <a:spcAft>
                <a:spcPts val="600"/>
              </a:spcAft>
            </a:pPr>
            <a:endParaRPr lang="en-US" sz="2400" dirty="0"/>
          </a:p>
          <a:p>
            <a:pPr marL="346075" indent="-346075">
              <a:spcAft>
                <a:spcPts val="600"/>
              </a:spcAft>
            </a:pPr>
            <a:r>
              <a:rPr lang="en-US" sz="2400" dirty="0"/>
              <a:t>Ideally have network monitors and IDS to detect and notify abnormal traffic patterns</a:t>
            </a:r>
          </a:p>
          <a:p>
            <a:pPr marL="346075" indent="-346075">
              <a:spcAft>
                <a:spcPts val="600"/>
              </a:spcAft>
            </a:pPr>
            <a:endParaRPr lang="en-US" sz="2400" dirty="0"/>
          </a:p>
          <a:p>
            <a:pPr marL="346075" indent="-346075">
              <a:spcAft>
                <a:spcPts val="600"/>
              </a:spcAft>
            </a:pPr>
            <a:endParaRPr lang="en-US" sz="2400" dirty="0"/>
          </a:p>
          <a:p>
            <a:pPr marL="346075" indent="-346075">
              <a:spcAft>
                <a:spcPts val="600"/>
              </a:spcAft>
            </a:pPr>
            <a:endParaRPr lang="en-US" sz="2400" dirty="0"/>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graphicFrame>
        <p:nvGraphicFramePr>
          <p:cNvPr id="5" name="Diagram 4">
            <a:extLst>
              <a:ext uri="{FF2B5EF4-FFF2-40B4-BE49-F238E27FC236}">
                <a16:creationId xmlns:a16="http://schemas.microsoft.com/office/drawing/2014/main" id="{B054108C-75CA-074B-98A1-39ACC7F64D75}"/>
              </a:ext>
            </a:extLst>
          </p:cNvPr>
          <p:cNvGraphicFramePr/>
          <p:nvPr/>
        </p:nvGraphicFramePr>
        <p:xfrm>
          <a:off x="2819400" y="4108316"/>
          <a:ext cx="6908800" cy="20489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906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t>Responding to DoS Attacks</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pPr/>
              <a:t>23</a:t>
            </a:fld>
            <a:endParaRPr lang="en-US" dirty="0"/>
          </a:p>
        </p:txBody>
      </p:sp>
      <p:sp>
        <p:nvSpPr>
          <p:cNvPr id="3" name="Text Placeholder 2"/>
          <p:cNvSpPr>
            <a:spLocks noGrp="1"/>
          </p:cNvSpPr>
          <p:nvPr>
            <p:ph type="body" idx="1"/>
          </p:nvPr>
        </p:nvSpPr>
        <p:spPr>
          <a:xfrm>
            <a:off x="1835699" y="1488332"/>
            <a:ext cx="8520599" cy="4972627"/>
          </a:xfrm>
        </p:spPr>
        <p:txBody>
          <a:bodyPr>
            <a:normAutofit/>
          </a:bodyPr>
          <a:lstStyle/>
          <a:p>
            <a:pPr marL="346075" indent="-346075">
              <a:spcAft>
                <a:spcPts val="600"/>
              </a:spcAft>
            </a:pPr>
            <a:r>
              <a:rPr lang="en-US" dirty="0"/>
              <a:t>Identify type of attack</a:t>
            </a:r>
          </a:p>
          <a:p>
            <a:pPr marL="746125" lvl="1" indent="-346075">
              <a:spcAft>
                <a:spcPts val="600"/>
              </a:spcAft>
            </a:pPr>
            <a:r>
              <a:rPr lang="en-US" sz="1800" dirty="0"/>
              <a:t>Capture and analyze packets </a:t>
            </a:r>
          </a:p>
          <a:p>
            <a:pPr marL="746125" lvl="1" indent="-346075">
              <a:spcAft>
                <a:spcPts val="600"/>
              </a:spcAft>
            </a:pPr>
            <a:r>
              <a:rPr lang="en-US" sz="1800" dirty="0"/>
              <a:t>Design filters to block attack traffic upstream</a:t>
            </a:r>
          </a:p>
          <a:p>
            <a:pPr marL="746125" lvl="1" indent="-346075">
              <a:spcAft>
                <a:spcPts val="600"/>
              </a:spcAft>
            </a:pPr>
            <a:r>
              <a:rPr lang="en-US" sz="1800" dirty="0"/>
              <a:t>Or identify and correct system/application bug</a:t>
            </a:r>
          </a:p>
          <a:p>
            <a:pPr marL="346075" indent="-346075">
              <a:spcAft>
                <a:spcPts val="600"/>
              </a:spcAft>
            </a:pPr>
            <a:r>
              <a:rPr lang="en-US" dirty="0"/>
              <a:t>Have ISP trace packet flow back to source</a:t>
            </a:r>
          </a:p>
          <a:p>
            <a:pPr marL="746125" lvl="1" indent="-346075">
              <a:spcAft>
                <a:spcPts val="600"/>
              </a:spcAft>
            </a:pPr>
            <a:r>
              <a:rPr lang="en-US" sz="1800" dirty="0"/>
              <a:t>May be difficult and time consuming</a:t>
            </a:r>
          </a:p>
          <a:p>
            <a:pPr marL="746125" lvl="1" indent="-346075">
              <a:spcAft>
                <a:spcPts val="600"/>
              </a:spcAft>
            </a:pPr>
            <a:r>
              <a:rPr lang="en-US" sz="1800" dirty="0"/>
              <a:t>Necessary if planning legal action</a:t>
            </a:r>
          </a:p>
          <a:p>
            <a:pPr marL="346075" indent="-346075">
              <a:spcAft>
                <a:spcPts val="600"/>
              </a:spcAft>
            </a:pPr>
            <a:r>
              <a:rPr lang="en-US" dirty="0"/>
              <a:t>Implement contingency plan</a:t>
            </a:r>
          </a:p>
          <a:p>
            <a:pPr marL="746125" lvl="1" indent="-346075">
              <a:spcAft>
                <a:spcPts val="600"/>
              </a:spcAft>
            </a:pPr>
            <a:r>
              <a:rPr lang="en-US" sz="1800" dirty="0"/>
              <a:t>Switch to alternate backup servers</a:t>
            </a:r>
          </a:p>
          <a:p>
            <a:pPr marL="746125" lvl="1" indent="-346075">
              <a:spcAft>
                <a:spcPts val="600"/>
              </a:spcAft>
            </a:pPr>
            <a:r>
              <a:rPr lang="en-US" sz="1800" dirty="0"/>
              <a:t>Commission new servers at a new site with new addresses</a:t>
            </a:r>
          </a:p>
          <a:p>
            <a:pPr marL="346075" indent="-346075">
              <a:spcAft>
                <a:spcPts val="600"/>
              </a:spcAft>
            </a:pPr>
            <a:r>
              <a:rPr lang="en-US" dirty="0"/>
              <a:t>Update incident response plan</a:t>
            </a:r>
          </a:p>
          <a:p>
            <a:pPr marL="746125" lvl="1" indent="-346075">
              <a:spcAft>
                <a:spcPts val="600"/>
              </a:spcAft>
            </a:pPr>
            <a:r>
              <a:rPr lang="en-US" sz="1800" dirty="0"/>
              <a:t>Analyze the attack and the response for future handling</a:t>
            </a:r>
            <a:endParaRPr lang="en-US" dirty="0"/>
          </a:p>
          <a:p>
            <a:pPr marL="346075" indent="-346075">
              <a:spcAft>
                <a:spcPts val="600"/>
              </a:spcAft>
            </a:pPr>
            <a:endParaRPr lang="en-US" sz="2400" dirty="0"/>
          </a:p>
          <a:p>
            <a:pPr marL="746125" lvl="1" indent="-346075">
              <a:spcAft>
                <a:spcPts val="600"/>
              </a:spcAft>
            </a:pPr>
            <a:endParaRPr lang="en-US"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spTree>
    <p:extLst>
      <p:ext uri="{BB962C8B-B14F-4D97-AF65-F5344CB8AC3E}">
        <p14:creationId xmlns:p14="http://schemas.microsoft.com/office/powerpoint/2010/main" val="101433564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dirty="0"/>
              <a:t>Moving Target Defense</a:t>
            </a:r>
          </a:p>
        </p:txBody>
      </p:sp>
      <p:sp>
        <p:nvSpPr>
          <p:cNvPr id="4" name="Slide Number Placeholder 5">
            <a:extLst>
              <a:ext uri="{FF2B5EF4-FFF2-40B4-BE49-F238E27FC236}">
                <a16:creationId xmlns:a16="http://schemas.microsoft.com/office/drawing/2014/main" id="{A066BB38-9FEA-5043-9676-123793784305}"/>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24</a:t>
            </a:fld>
            <a:endParaRPr lang="en-US" dirty="0">
              <a:solidFill>
                <a:prstClr val="black">
                  <a:tint val="75000"/>
                </a:prstClr>
              </a:solidFill>
            </a:endParaRPr>
          </a:p>
        </p:txBody>
      </p:sp>
      <p:sp>
        <p:nvSpPr>
          <p:cNvPr id="3" name="Text Placeholder 2"/>
          <p:cNvSpPr>
            <a:spLocks noGrp="1"/>
          </p:cNvSpPr>
          <p:nvPr>
            <p:ph type="body" idx="1"/>
          </p:nvPr>
        </p:nvSpPr>
        <p:spPr>
          <a:xfrm>
            <a:off x="1835699" y="1488332"/>
            <a:ext cx="8520599" cy="1940668"/>
          </a:xfrm>
        </p:spPr>
        <p:txBody>
          <a:bodyPr>
            <a:normAutofit fontScale="92500"/>
          </a:bodyPr>
          <a:lstStyle/>
          <a:p>
            <a:pPr marL="346075" indent="-346075">
              <a:spcAft>
                <a:spcPts val="600"/>
              </a:spcAft>
            </a:pPr>
            <a:r>
              <a:rPr lang="en-US" dirty="0"/>
              <a:t>Moving target defense (MTD) is the concept of controlling change across multiple systems by moving around VMs hosting services </a:t>
            </a:r>
          </a:p>
          <a:p>
            <a:pPr marL="346075" indent="-346075">
              <a:spcAft>
                <a:spcPts val="600"/>
              </a:spcAft>
            </a:pPr>
            <a:r>
              <a:rPr lang="en-US" dirty="0"/>
              <a:t>MTD focuses on enabling safe operation in a compromised environment, rather than trying to create a perfectly secure environment</a:t>
            </a:r>
          </a:p>
          <a:p>
            <a:pPr marL="346075" indent="-346075">
              <a:spcAft>
                <a:spcPts val="600"/>
              </a:spcAft>
            </a:pPr>
            <a:endParaRPr lang="en-US" dirty="0"/>
          </a:p>
          <a:p>
            <a:pPr marL="346075" indent="-346075">
              <a:spcAft>
                <a:spcPts val="600"/>
              </a:spcAft>
            </a:pPr>
            <a:endParaRPr lang="en-US" sz="2400" dirty="0"/>
          </a:p>
          <a:p>
            <a:pPr marL="346075" indent="-346075">
              <a:spcAft>
                <a:spcPts val="600"/>
              </a:spcAft>
            </a:pPr>
            <a:endParaRPr lang="en-US" sz="2400" dirty="0"/>
          </a:p>
          <a:p>
            <a:pPr marL="746125" lvl="1" indent="-346075">
              <a:spcAft>
                <a:spcPts val="600"/>
              </a:spcAft>
            </a:pPr>
            <a:endParaRPr lang="en-US" sz="2400" dirty="0"/>
          </a:p>
          <a:p>
            <a:pPr marL="346075" indent="-346075">
              <a:spcAft>
                <a:spcPts val="600"/>
              </a:spcAft>
            </a:pPr>
            <a:endParaRPr lang="en-US" sz="2400" dirty="0"/>
          </a:p>
          <a:p>
            <a:pPr marL="746125" lvl="1" indent="-346075">
              <a:spcAft>
                <a:spcPts val="600"/>
              </a:spcAft>
            </a:pPr>
            <a:endParaRPr lang="en-US" sz="2200" dirty="0"/>
          </a:p>
          <a:p>
            <a:pPr marL="346075" indent="-346075">
              <a:spcAft>
                <a:spcPts val="600"/>
              </a:spcAft>
            </a:pPr>
            <a:endParaRPr lang="en-US" sz="2600" b="1" dirty="0"/>
          </a:p>
        </p:txBody>
      </p:sp>
      <p:pic>
        <p:nvPicPr>
          <p:cNvPr id="5" name="Picture 4">
            <a:extLst>
              <a:ext uri="{FF2B5EF4-FFF2-40B4-BE49-F238E27FC236}">
                <a16:creationId xmlns:a16="http://schemas.microsoft.com/office/drawing/2014/main" id="{23FB8833-ED99-3744-A290-C5824837E19C}"/>
              </a:ext>
            </a:extLst>
          </p:cNvPr>
          <p:cNvPicPr>
            <a:picLocks noChangeAspect="1"/>
          </p:cNvPicPr>
          <p:nvPr/>
        </p:nvPicPr>
        <p:blipFill>
          <a:blip r:embed="rId3"/>
          <a:stretch>
            <a:fillRect/>
          </a:stretch>
        </p:blipFill>
        <p:spPr>
          <a:xfrm>
            <a:off x="2827506" y="3488025"/>
            <a:ext cx="7091191" cy="3145096"/>
          </a:xfrm>
          <a:prstGeom prst="rect">
            <a:avLst/>
          </a:prstGeom>
        </p:spPr>
      </p:pic>
    </p:spTree>
    <p:extLst>
      <p:ext uri="{BB962C8B-B14F-4D97-AF65-F5344CB8AC3E}">
        <p14:creationId xmlns:p14="http://schemas.microsoft.com/office/powerpoint/2010/main" val="13320236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cs typeface="Calibri"/>
              </a:rPr>
              <a:t>MTD System Model</a:t>
            </a:r>
            <a:endParaRPr lang="en-US" sz="1600" dirty="0">
              <a:latin typeface="Calibri"/>
              <a:cs typeface="Calibri"/>
            </a:endParaRPr>
          </a:p>
        </p:txBody>
      </p:sp>
      <p:sp>
        <p:nvSpPr>
          <p:cNvPr id="3" name="Content Placeholder 2"/>
          <p:cNvSpPr>
            <a:spLocks noGrp="1"/>
          </p:cNvSpPr>
          <p:nvPr>
            <p:ph idx="1"/>
          </p:nvPr>
        </p:nvSpPr>
        <p:spPr>
          <a:xfrm>
            <a:off x="1981200" y="1524000"/>
            <a:ext cx="8229600" cy="1828800"/>
          </a:xfrm>
        </p:spPr>
        <p:txBody>
          <a:bodyPr>
            <a:normAutofit fontScale="92500" lnSpcReduction="20000"/>
          </a:bodyPr>
          <a:lstStyle/>
          <a:p>
            <a:r>
              <a:rPr lang="en-US" dirty="0"/>
              <a:t>Malicious and regular users accessing the services hosted by a target VM</a:t>
            </a:r>
          </a:p>
          <a:p>
            <a:r>
              <a:rPr lang="en-US" dirty="0"/>
              <a:t>Authentication server to direct users to entitled services in VMs</a:t>
            </a:r>
          </a:p>
          <a:p>
            <a:r>
              <a:rPr lang="en-US" dirty="0"/>
              <a:t>Open flow controller to detect attack, run MTD logic, and perform migration</a:t>
            </a:r>
          </a:p>
          <a:p>
            <a:pPr lvl="1"/>
            <a:r>
              <a:rPr lang="en-US" dirty="0"/>
              <a:t>Only regular users redirected to new VM</a:t>
            </a:r>
          </a:p>
          <a:p>
            <a:endParaRPr lang="en-US" dirty="0"/>
          </a:p>
        </p:txBody>
      </p:sp>
      <p:sp>
        <p:nvSpPr>
          <p:cNvPr id="5" name="Slide Number Placeholder 5">
            <a:extLst>
              <a:ext uri="{FF2B5EF4-FFF2-40B4-BE49-F238E27FC236}">
                <a16:creationId xmlns:a16="http://schemas.microsoft.com/office/drawing/2014/main" id="{74C514A8-DC38-9D48-B816-0A333EE9C690}"/>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25</a:t>
            </a:fld>
            <a:endParaRPr lang="en-US" dirty="0">
              <a:solidFill>
                <a:prstClr val="black">
                  <a:tint val="75000"/>
                </a:prstClr>
              </a:solidFill>
            </a:endParaRPr>
          </a:p>
        </p:txBody>
      </p:sp>
      <p:pic>
        <p:nvPicPr>
          <p:cNvPr id="6" name="Picture 5">
            <a:extLst>
              <a:ext uri="{FF2B5EF4-FFF2-40B4-BE49-F238E27FC236}">
                <a16:creationId xmlns:a16="http://schemas.microsoft.com/office/drawing/2014/main" id="{67170146-AB17-C04D-B953-05894CB4A8C8}"/>
              </a:ext>
            </a:extLst>
          </p:cNvPr>
          <p:cNvPicPr>
            <a:picLocks noChangeAspect="1"/>
          </p:cNvPicPr>
          <p:nvPr/>
        </p:nvPicPr>
        <p:blipFill>
          <a:blip r:embed="rId2"/>
          <a:stretch>
            <a:fillRect/>
          </a:stretch>
        </p:blipFill>
        <p:spPr>
          <a:xfrm>
            <a:off x="3581401" y="3352800"/>
            <a:ext cx="5086855" cy="3352800"/>
          </a:xfrm>
          <a:prstGeom prst="rect">
            <a:avLst/>
          </a:prstGeom>
        </p:spPr>
      </p:pic>
    </p:spTree>
    <p:extLst>
      <p:ext uri="{BB962C8B-B14F-4D97-AF65-F5344CB8AC3E}">
        <p14:creationId xmlns:p14="http://schemas.microsoft.com/office/powerpoint/2010/main" val="37374612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cs typeface="Calibri"/>
              </a:rPr>
              <a:t>MTD Controller Architecture</a:t>
            </a:r>
            <a:endParaRPr lang="en-US" sz="1600" dirty="0">
              <a:latin typeface="Calibri"/>
              <a:cs typeface="Calibri"/>
            </a:endParaRPr>
          </a:p>
        </p:txBody>
      </p:sp>
      <p:sp>
        <p:nvSpPr>
          <p:cNvPr id="5" name="Slide Number Placeholder 5">
            <a:extLst>
              <a:ext uri="{FF2B5EF4-FFF2-40B4-BE49-F238E27FC236}">
                <a16:creationId xmlns:a16="http://schemas.microsoft.com/office/drawing/2014/main" id="{74C514A8-DC38-9D48-B816-0A333EE9C690}"/>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26</a:t>
            </a:fld>
            <a:endParaRPr lang="en-US" dirty="0">
              <a:solidFill>
                <a:prstClr val="black">
                  <a:tint val="75000"/>
                </a:prstClr>
              </a:solidFill>
            </a:endParaRPr>
          </a:p>
        </p:txBody>
      </p:sp>
      <p:pic>
        <p:nvPicPr>
          <p:cNvPr id="8" name="Content Placeholder 6" descr="software_arch.png">
            <a:extLst>
              <a:ext uri="{FF2B5EF4-FFF2-40B4-BE49-F238E27FC236}">
                <a16:creationId xmlns:a16="http://schemas.microsoft.com/office/drawing/2014/main" id="{C043B845-FC11-AC4F-B5EA-105820E08111}"/>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t="-5516" b="-5516"/>
          <a:stretch>
            <a:fillRect/>
          </a:stretch>
        </p:blipFill>
        <p:spPr>
          <a:xfrm>
            <a:off x="1981200" y="1548320"/>
            <a:ext cx="8229600" cy="4625609"/>
          </a:xfrm>
        </p:spPr>
      </p:pic>
    </p:spTree>
    <p:extLst>
      <p:ext uri="{BB962C8B-B14F-4D97-AF65-F5344CB8AC3E}">
        <p14:creationId xmlns:p14="http://schemas.microsoft.com/office/powerpoint/2010/main" val="234720557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62606" y="228600"/>
            <a:ext cx="8229600" cy="1143000"/>
          </a:xfrm>
        </p:spPr>
        <p:txBody>
          <a:bodyPr>
            <a:normAutofit/>
          </a:bodyPr>
          <a:lstStyle/>
          <a:p>
            <a:r>
              <a:rPr lang="en-US" sz="3200" dirty="0"/>
              <a:t>Three Big Questions</a:t>
            </a:r>
          </a:p>
        </p:txBody>
      </p:sp>
      <p:sp>
        <p:nvSpPr>
          <p:cNvPr id="13" name="Content Placeholder 2"/>
          <p:cNvSpPr>
            <a:spLocks noGrp="1"/>
          </p:cNvSpPr>
          <p:nvPr>
            <p:ph idx="1"/>
          </p:nvPr>
        </p:nvSpPr>
        <p:spPr>
          <a:xfrm>
            <a:off x="1981200" y="1371600"/>
            <a:ext cx="8382000" cy="5105400"/>
          </a:xfrm>
        </p:spPr>
        <p:txBody>
          <a:bodyPr>
            <a:normAutofit lnSpcReduction="10000"/>
          </a:bodyPr>
          <a:lstStyle/>
          <a:p>
            <a:r>
              <a:rPr lang="en-US" b="1" dirty="0">
                <a:solidFill>
                  <a:srgbClr val="000000"/>
                </a:solidFill>
              </a:rPr>
              <a:t>Where to move?</a:t>
            </a:r>
          </a:p>
          <a:p>
            <a:pPr lvl="1"/>
            <a:r>
              <a:rPr lang="en-US" dirty="0">
                <a:solidFill>
                  <a:srgbClr val="000000"/>
                </a:solidFill>
              </a:rPr>
              <a:t>Finding the optimal candidate VM to migrate</a:t>
            </a:r>
          </a:p>
          <a:p>
            <a:pPr lvl="1"/>
            <a:r>
              <a:rPr lang="en-US" dirty="0">
                <a:solidFill>
                  <a:srgbClr val="000000"/>
                </a:solidFill>
              </a:rPr>
              <a:t>Identifying the most pertinent VM selection factors and their relative importance to create migration logic</a:t>
            </a:r>
          </a:p>
          <a:p>
            <a:pPr lvl="1"/>
            <a:r>
              <a:rPr lang="en-US" dirty="0">
                <a:solidFill>
                  <a:srgbClr val="000000"/>
                </a:solidFill>
              </a:rPr>
              <a:t>Periodic/on-demand information collection</a:t>
            </a:r>
          </a:p>
          <a:p>
            <a:r>
              <a:rPr lang="en-US" b="1" dirty="0">
                <a:solidFill>
                  <a:srgbClr val="000000"/>
                </a:solidFill>
              </a:rPr>
              <a:t>When to move?</a:t>
            </a:r>
          </a:p>
          <a:p>
            <a:pPr lvl="1"/>
            <a:r>
              <a:rPr lang="en-US" dirty="0">
                <a:solidFill>
                  <a:srgbClr val="000000"/>
                </a:solidFill>
              </a:rPr>
              <a:t>Finding the optimal frequency of movement</a:t>
            </a:r>
          </a:p>
          <a:p>
            <a:pPr lvl="1"/>
            <a:r>
              <a:rPr lang="en-US" dirty="0">
                <a:solidFill>
                  <a:srgbClr val="000000"/>
                </a:solidFill>
              </a:rPr>
              <a:t>Not too frequent as migration incurs cost, and not too seldom as increases probability of getting attacked</a:t>
            </a:r>
          </a:p>
          <a:p>
            <a:r>
              <a:rPr lang="en-US" b="1" dirty="0">
                <a:solidFill>
                  <a:srgbClr val="000000"/>
                </a:solidFill>
              </a:rPr>
              <a:t>How to move?</a:t>
            </a:r>
          </a:p>
          <a:p>
            <a:pPr lvl="1"/>
            <a:r>
              <a:rPr lang="en-US" dirty="0">
                <a:solidFill>
                  <a:srgbClr val="000000"/>
                </a:solidFill>
              </a:rPr>
              <a:t>Mostly pertains to implementation issues</a:t>
            </a:r>
          </a:p>
          <a:p>
            <a:pPr lvl="1"/>
            <a:r>
              <a:rPr lang="en-US" dirty="0">
                <a:solidFill>
                  <a:srgbClr val="000000"/>
                </a:solidFill>
              </a:rPr>
              <a:t>Proactive/reactive migration execution</a:t>
            </a:r>
          </a:p>
          <a:p>
            <a:pPr lvl="1"/>
            <a:r>
              <a:rPr lang="en-US" dirty="0">
                <a:solidFill>
                  <a:srgbClr val="000000"/>
                </a:solidFill>
              </a:rPr>
              <a:t>Runtime migration or file copy</a:t>
            </a:r>
          </a:p>
          <a:p>
            <a:pPr lvl="1"/>
            <a:r>
              <a:rPr lang="en-US" dirty="0">
                <a:solidFill>
                  <a:srgbClr val="000000"/>
                </a:solidFill>
              </a:rPr>
              <a:t>Redirection of regular users</a:t>
            </a:r>
          </a:p>
        </p:txBody>
      </p:sp>
      <p:sp>
        <p:nvSpPr>
          <p:cNvPr id="5" name="Slide Number Placeholder 5">
            <a:extLst>
              <a:ext uri="{FF2B5EF4-FFF2-40B4-BE49-F238E27FC236}">
                <a16:creationId xmlns:a16="http://schemas.microsoft.com/office/drawing/2014/main" id="{F97CE35A-72C6-BD47-AE9E-02414E630966}"/>
              </a:ext>
            </a:extLst>
          </p:cNvPr>
          <p:cNvSpPr txBox="1">
            <a:spLocks/>
          </p:cNvSpPr>
          <p:nvPr/>
        </p:nvSpPr>
        <p:spPr>
          <a:xfrm>
            <a:off x="9991182" y="6564223"/>
            <a:ext cx="620694" cy="137796"/>
          </a:xfrm>
          <a:prstGeom prst="rect">
            <a:avLst/>
          </a:prstGeom>
        </p:spPr>
        <p:txBody>
          <a:bodyPr vert="horz" lIns="91440" tIns="45720" rIns="91440" bIns="45720" rtlCol="0" anchor="ctr"/>
          <a:lstStyle>
            <a:defPPr>
              <a:defRPr lang="en-US"/>
            </a:defPPr>
            <a:lvl1pPr marL="0" algn="r" defTabSz="457200" rtl="0" eaLnBrk="1" latinLnBrk="0" hangingPunct="1">
              <a:defRPr sz="1200" kern="1200">
                <a:solidFill>
                  <a:schemeClr val="tx1">
                    <a:tint val="75000"/>
                  </a:schemeClr>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fld id="{2A0DFCB6-F3ED-DC4B-9103-56EDD9D71AD8}" type="slidenum">
              <a:rPr lang="en-US">
                <a:solidFill>
                  <a:prstClr val="black">
                    <a:tint val="75000"/>
                  </a:prstClr>
                </a:solidFill>
              </a:rPr>
              <a:pPr/>
              <a:t>27</a:t>
            </a:fld>
            <a:endParaRPr lang="en-US" dirty="0">
              <a:solidFill>
                <a:prstClr val="black">
                  <a:tint val="75000"/>
                </a:prstClr>
              </a:solidFill>
            </a:endParaRPr>
          </a:p>
        </p:txBody>
      </p:sp>
    </p:spTree>
    <p:extLst>
      <p:ext uri="{BB962C8B-B14F-4D97-AF65-F5344CB8AC3E}">
        <p14:creationId xmlns:p14="http://schemas.microsoft.com/office/powerpoint/2010/main" val="3092287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DA6C7-C8A2-3976-2C19-6E61B65CB541}"/>
              </a:ext>
            </a:extLst>
          </p:cNvPr>
          <p:cNvSpPr>
            <a:spLocks noGrp="1"/>
          </p:cNvSpPr>
          <p:nvPr>
            <p:ph type="title"/>
          </p:nvPr>
        </p:nvSpPr>
        <p:spPr/>
        <p:txBody>
          <a:bodyPr/>
          <a:lstStyle/>
          <a:p>
            <a:r>
              <a:rPr lang="en-US" altLang="en-US" sz="3600" dirty="0"/>
              <a:t>How to Defend Against DoS Attacks – On your own?</a:t>
            </a:r>
            <a:endParaRPr lang="en-US" dirty="0"/>
          </a:p>
        </p:txBody>
      </p:sp>
      <p:sp>
        <p:nvSpPr>
          <p:cNvPr id="3" name="Content Placeholder 2">
            <a:extLst>
              <a:ext uri="{FF2B5EF4-FFF2-40B4-BE49-F238E27FC236}">
                <a16:creationId xmlns:a16="http://schemas.microsoft.com/office/drawing/2014/main" id="{1E8164C8-40B2-FA77-992B-7304577E3BAC}"/>
              </a:ext>
            </a:extLst>
          </p:cNvPr>
          <p:cNvSpPr>
            <a:spLocks noGrp="1"/>
          </p:cNvSpPr>
          <p:nvPr>
            <p:ph idx="1"/>
          </p:nvPr>
        </p:nvSpPr>
        <p:spPr/>
        <p:txBody>
          <a:bodyPr/>
          <a:lstStyle/>
          <a:p>
            <a:pPr marL="0" indent="0" eaLnBrk="1" hangingPunct="1">
              <a:buNone/>
            </a:pPr>
            <a:r>
              <a:rPr lang="en-US" altLang="en-US" sz="2800" dirty="0"/>
              <a:t>In addition to previously mentioned methods…</a:t>
            </a:r>
          </a:p>
          <a:p>
            <a:pPr lvl="1" eaLnBrk="1" hangingPunct="1"/>
            <a:r>
              <a:rPr lang="en-US" altLang="en-US" sz="2400" dirty="0"/>
              <a:t>Configure your firewall to </a:t>
            </a:r>
          </a:p>
          <a:p>
            <a:pPr lvl="2" eaLnBrk="1" hangingPunct="1"/>
            <a:r>
              <a:rPr lang="en-US" altLang="en-US" sz="2000" dirty="0"/>
              <a:t>Filter out incoming ICMP packets</a:t>
            </a:r>
          </a:p>
          <a:p>
            <a:pPr lvl="2" eaLnBrk="1" hangingPunct="1"/>
            <a:r>
              <a:rPr lang="en-US" altLang="en-US" sz="2000" dirty="0"/>
              <a:t>Disallow any incoming traffic</a:t>
            </a:r>
          </a:p>
          <a:p>
            <a:pPr lvl="1" eaLnBrk="1" hangingPunct="1"/>
            <a:r>
              <a:rPr lang="en-US" altLang="en-US" sz="2400" dirty="0"/>
              <a:t>Use tools such as </a:t>
            </a:r>
            <a:r>
              <a:rPr lang="en-US" altLang="en-US" sz="2400" dirty="0" err="1"/>
              <a:t>NetStat</a:t>
            </a:r>
            <a:r>
              <a:rPr lang="en-US" altLang="en-US" sz="2400" dirty="0"/>
              <a:t> and others</a:t>
            </a:r>
          </a:p>
          <a:p>
            <a:pPr lvl="1" eaLnBrk="1" hangingPunct="1"/>
            <a:r>
              <a:rPr lang="en-US" altLang="en-US" sz="2400" dirty="0"/>
              <a:t>Disallow traffic not originating within the network</a:t>
            </a:r>
          </a:p>
          <a:p>
            <a:pPr lvl="1" eaLnBrk="1" hangingPunct="1"/>
            <a:r>
              <a:rPr lang="en-US" altLang="en-US" sz="2400" dirty="0"/>
              <a:t>Disable all IP broadcasts</a:t>
            </a:r>
          </a:p>
          <a:p>
            <a:pPr lvl="1" eaLnBrk="1" hangingPunct="1"/>
            <a:r>
              <a:rPr lang="en-US" altLang="en-US" sz="2400" dirty="0"/>
              <a:t>Filter for external and internal IP addresses</a:t>
            </a:r>
          </a:p>
          <a:p>
            <a:pPr lvl="1" eaLnBrk="1" hangingPunct="1"/>
            <a:r>
              <a:rPr lang="en-US" altLang="en-US" sz="2400" dirty="0"/>
              <a:t>Keep AV signatures, OS, and software patches current</a:t>
            </a:r>
          </a:p>
          <a:p>
            <a:pPr lvl="1" eaLnBrk="1" hangingPunct="1"/>
            <a:r>
              <a:rPr lang="en-US" altLang="en-US" sz="2400" dirty="0"/>
              <a:t>Have an Acceptable Use Policy</a:t>
            </a:r>
          </a:p>
          <a:p>
            <a:pPr lvl="1" eaLnBrk="1" hangingPunct="1"/>
            <a:endParaRPr lang="en-US" altLang="en-US" sz="2400" dirty="0"/>
          </a:p>
          <a:p>
            <a:pPr eaLnBrk="1" hangingPunct="1">
              <a:buFont typeface="Wingdings" panose="05000000000000000000" pitchFamily="2" charset="2"/>
              <a:buNone/>
            </a:pPr>
            <a:endParaRPr lang="en-US" altLang="en-US" sz="2400" dirty="0"/>
          </a:p>
          <a:p>
            <a:endParaRPr lang="en-US" dirty="0"/>
          </a:p>
        </p:txBody>
      </p:sp>
    </p:spTree>
    <p:extLst>
      <p:ext uri="{BB962C8B-B14F-4D97-AF65-F5344CB8AC3E}">
        <p14:creationId xmlns:p14="http://schemas.microsoft.com/office/powerpoint/2010/main" val="6057286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9AB026-BD63-3249-363B-1EE5585D5810}"/>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8F22CC4C-9236-491F-9375-1822AB01E294}"/>
              </a:ext>
            </a:extLst>
          </p:cNvPr>
          <p:cNvSpPr>
            <a:spLocks noGrp="1"/>
          </p:cNvSpPr>
          <p:nvPr>
            <p:ph idx="1"/>
          </p:nvPr>
        </p:nvSpPr>
        <p:spPr/>
        <p:txBody>
          <a:bodyPr/>
          <a:lstStyle/>
          <a:p>
            <a:pPr>
              <a:lnSpc>
                <a:spcPct val="200000"/>
              </a:lnSpc>
            </a:pPr>
            <a:r>
              <a:rPr lang="en-US" altLang="en-US" dirty="0"/>
              <a:t>DoS attacks are among the most common attacks on the Internet</a:t>
            </a:r>
          </a:p>
          <a:p>
            <a:pPr>
              <a:lnSpc>
                <a:spcPct val="200000"/>
              </a:lnSpc>
            </a:pPr>
            <a:r>
              <a:rPr lang="en-US" altLang="en-US" dirty="0"/>
              <a:t>DoS attacks are unsophisticated</a:t>
            </a:r>
          </a:p>
          <a:p>
            <a:pPr>
              <a:lnSpc>
                <a:spcPct val="200000"/>
              </a:lnSpc>
            </a:pPr>
            <a:r>
              <a:rPr lang="en-US" altLang="en-US" dirty="0"/>
              <a:t>DoS attacks can have devastating effects</a:t>
            </a:r>
          </a:p>
          <a:p>
            <a:pPr>
              <a:lnSpc>
                <a:spcPct val="200000"/>
              </a:lnSpc>
            </a:pPr>
            <a:r>
              <a:rPr lang="en-US" altLang="en-US" dirty="0"/>
              <a:t>Your task is constant vigilance and protection strategy</a:t>
            </a:r>
            <a:endParaRPr lang="en-US" altLang="en-US" dirty="0">
              <a:cs typeface="Arial"/>
            </a:endParaRPr>
          </a:p>
          <a:p>
            <a:endParaRPr lang="en-US" dirty="0"/>
          </a:p>
        </p:txBody>
      </p:sp>
    </p:spTree>
    <p:extLst>
      <p:ext uri="{BB962C8B-B14F-4D97-AF65-F5344CB8AC3E}">
        <p14:creationId xmlns:p14="http://schemas.microsoft.com/office/powerpoint/2010/main" val="2574300258"/>
      </p:ext>
    </p:extLst>
  </p:cSld>
  <p:clrMapOvr>
    <a:masterClrMapping/>
  </p:clrMapOvr>
</p:sld>
</file>

<file path=ppt/theme/theme1.xml><?xml version="1.0" encoding="utf-8"?>
<a:theme xmlns:a="http://schemas.openxmlformats.org/drawingml/2006/main" name="Office Theme">
  <a:themeElements>
    <a:clrScheme name="FGCU BLU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2272</TotalTime>
  <Words>9552</Words>
  <Application>Microsoft Office PowerPoint</Application>
  <PresentationFormat>Widescreen</PresentationFormat>
  <Paragraphs>878</Paragraphs>
  <Slides>29</Slides>
  <Notes>16</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29</vt:i4>
      </vt:variant>
    </vt:vector>
  </HeadingPairs>
  <TitlesOfParts>
    <vt:vector size="36" baseType="lpstr">
      <vt:lpstr>Inter</vt:lpstr>
      <vt:lpstr>Arial</vt:lpstr>
      <vt:lpstr>Calibri</vt:lpstr>
      <vt:lpstr>Times</vt:lpstr>
      <vt:lpstr>Wingdings</vt:lpstr>
      <vt:lpstr>Office Theme</vt:lpstr>
      <vt:lpstr>1_Office Theme</vt:lpstr>
      <vt:lpstr>PowerPoint Presentation</vt:lpstr>
      <vt:lpstr>SEED Lab 2: TCP attacks Walkthrough  </vt:lpstr>
      <vt:lpstr>PowerPoint Presentation</vt:lpstr>
      <vt:lpstr>Denial-of-Service (DoS) Attack</vt:lpstr>
      <vt:lpstr>DoS Attack - Facts</vt:lpstr>
      <vt:lpstr>Common Tools Used for DoS Attacks</vt:lpstr>
      <vt:lpstr>Common Tools Used for DoS Attacks</vt:lpstr>
      <vt:lpstr>Denial-of-Service (DoS) Attack Categories</vt:lpstr>
      <vt:lpstr>Classic DoS Attacks</vt:lpstr>
      <vt:lpstr>Flooding Attacks</vt:lpstr>
      <vt:lpstr>Distributed DoS (DDoS) Attacks</vt:lpstr>
      <vt:lpstr>Hypertext Transfer Protocol (HTTP) Based Attacks</vt:lpstr>
      <vt:lpstr>DNS Reflection Attack</vt:lpstr>
      <vt:lpstr>Amplification Attacks</vt:lpstr>
      <vt:lpstr>Amplification Attacks cont.</vt:lpstr>
      <vt:lpstr>DNS Amplification Attack</vt:lpstr>
      <vt:lpstr>Another way to category DDoS</vt:lpstr>
      <vt:lpstr>Real-World Examples of DoS Attacks</vt:lpstr>
      <vt:lpstr>Four lines of DDoS Attack Defense</vt:lpstr>
      <vt:lpstr>DDoS Attack Prevention</vt:lpstr>
      <vt:lpstr>DDoS Attack Prevention (2)</vt:lpstr>
      <vt:lpstr>Responding to DoS Attacks</vt:lpstr>
      <vt:lpstr>Responding to DoS Attacks</vt:lpstr>
      <vt:lpstr>Moving Target Defense</vt:lpstr>
      <vt:lpstr>MTD System Model</vt:lpstr>
      <vt:lpstr>MTD Controller Architecture</vt:lpstr>
      <vt:lpstr>Three Big Questions</vt:lpstr>
      <vt:lpstr>How to Defend Against DoS Attacks – On your own?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Patterson, Maria</dc:creator>
  <cp:lastModifiedBy>Qu, Chengyi</cp:lastModifiedBy>
  <cp:revision>30</cp:revision>
  <dcterms:created xsi:type="dcterms:W3CDTF">2022-11-16T16:52:58Z</dcterms:created>
  <dcterms:modified xsi:type="dcterms:W3CDTF">2025-02-03T20:57:00Z</dcterms:modified>
</cp:coreProperties>
</file>
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1" r:id="rId2"/>
  </p:sldMasterIdLst>
  <p:notesMasterIdLst>
    <p:notesMasterId r:id="rId18"/>
  </p:notesMasterIdLst>
  <p:handoutMasterIdLst>
    <p:handoutMasterId r:id="rId19"/>
  </p:handoutMasterIdLst>
  <p:sldIdLst>
    <p:sldId id="258" r:id="rId3"/>
    <p:sldId id="1257" r:id="rId4"/>
    <p:sldId id="537" r:id="rId5"/>
    <p:sldId id="538" r:id="rId6"/>
    <p:sldId id="541" r:id="rId7"/>
    <p:sldId id="542" r:id="rId8"/>
    <p:sldId id="544" r:id="rId9"/>
    <p:sldId id="601" r:id="rId10"/>
    <p:sldId id="545" r:id="rId11"/>
    <p:sldId id="548" r:id="rId12"/>
    <p:sldId id="549" r:id="rId13"/>
    <p:sldId id="550" r:id="rId14"/>
    <p:sldId id="398" r:id="rId15"/>
    <p:sldId id="1255" r:id="rId16"/>
    <p:sldId id="12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99"/>
    <a:srgbClr val="767171"/>
    <a:srgbClr val="009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222"/>
    <p:restoredTop sz="94694"/>
  </p:normalViewPr>
  <p:slideViewPr>
    <p:cSldViewPr snapToGrid="0" showGuides="1">
      <p:cViewPr varScale="1">
        <p:scale>
          <a:sx n="152" d="100"/>
          <a:sy n="152" d="100"/>
        </p:scale>
        <p:origin x="1104" y="132"/>
      </p:cViewPr>
      <p:guideLst>
        <p:guide orient="horz" pos="35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, Chengyi" userId="9f02c3db-5b00-4063-9ad4-7cdd84fdd2bb" providerId="ADAL" clId="{EA286C84-BBA4-4909-9B29-C5C6096AB3A7}"/>
    <pc:docChg chg="undo custSel addSld delSld modSld delMainMaster">
      <pc:chgData name="Qu, Chengyi" userId="9f02c3db-5b00-4063-9ad4-7cdd84fdd2bb" providerId="ADAL" clId="{EA286C84-BBA4-4909-9B29-C5C6096AB3A7}" dt="2024-01-16T00:10:18.277" v="133" actId="27636"/>
      <pc:docMkLst>
        <pc:docMk/>
      </pc:docMkLst>
      <pc:sldChg chg="modSp add mod">
        <pc:chgData name="Qu, Chengyi" userId="9f02c3db-5b00-4063-9ad4-7cdd84fdd2bb" providerId="ADAL" clId="{EA286C84-BBA4-4909-9B29-C5C6096AB3A7}" dt="2024-01-16T00:07:39.331" v="131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65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283235496" sldId="270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976470243" sldId="27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385946305" sldId="27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834100436" sldId="27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276"/>
        </pc:sldMkLst>
      </pc:sldChg>
      <pc:sldChg chg="modSp add del mod">
        <pc:chgData name="Qu, Chengyi" userId="9f02c3db-5b00-4063-9ad4-7cdd84fdd2bb" providerId="ADAL" clId="{EA286C84-BBA4-4909-9B29-C5C6096AB3A7}" dt="2024-01-15T19:51:11.031" v="9" actId="14100"/>
        <pc:sldMkLst>
          <pc:docMk/>
          <pc:sldMk cId="3898509048" sldId="277"/>
        </pc:sldMkLst>
      </pc:sldChg>
      <pc:sldChg chg="add del">
        <pc:chgData name="Qu, Chengyi" userId="9f02c3db-5b00-4063-9ad4-7cdd84fdd2bb" providerId="ADAL" clId="{EA286C84-BBA4-4909-9B29-C5C6096AB3A7}" dt="2024-01-15T19:51:00.916" v="5"/>
        <pc:sldMkLst>
          <pc:docMk/>
          <pc:sldMk cId="1924723056" sldId="278"/>
        </pc:sldMkLst>
      </pc:sldChg>
      <pc:sldChg chg="add del">
        <pc:chgData name="Qu, Chengyi" userId="9f02c3db-5b00-4063-9ad4-7cdd84fdd2bb" providerId="ADAL" clId="{EA286C84-BBA4-4909-9B29-C5C6096AB3A7}" dt="2024-01-15T19:51:00.916" v="5"/>
        <pc:sldMkLst>
          <pc:docMk/>
          <pc:sldMk cId="3176002795" sldId="279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925861337" sldId="280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986486448" sldId="28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836295078" sldId="282"/>
        </pc:sldMkLst>
      </pc:sldChg>
      <pc:sldChg chg="modSp mod">
        <pc:chgData name="Qu, Chengyi" userId="9f02c3db-5b00-4063-9ad4-7cdd84fdd2bb" providerId="ADAL" clId="{EA286C84-BBA4-4909-9B29-C5C6096AB3A7}" dt="2024-01-16T00:10:18.277" v="133" actId="27636"/>
        <pc:sldMkLst>
          <pc:docMk/>
          <pc:sldMk cId="791459522" sldId="33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996191177" sldId="33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088431158" sldId="33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190255653" sldId="33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4015059804" sldId="335"/>
        </pc:sldMkLst>
      </pc:sldChg>
      <pc:sldChg chg="addSp modSp add mod modClrScheme chgLayout">
        <pc:chgData name="Qu, Chengyi" userId="9f02c3db-5b00-4063-9ad4-7cdd84fdd2bb" providerId="ADAL" clId="{EA286C84-BBA4-4909-9B29-C5C6096AB3A7}" dt="2024-01-16T00:08:00.269" v="132" actId="700"/>
        <pc:sldMkLst>
          <pc:docMk/>
          <pc:sldMk cId="4055444211" sldId="340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338044945" sldId="345"/>
        </pc:sldMkLst>
      </pc:sldChg>
      <pc:sldChg chg="add">
        <pc:chgData name="Qu, Chengyi" userId="9f02c3db-5b00-4063-9ad4-7cdd84fdd2bb" providerId="ADAL" clId="{EA286C84-BBA4-4909-9B29-C5C6096AB3A7}" dt="2024-01-15T23:34:42.356" v="58"/>
        <pc:sldMkLst>
          <pc:docMk/>
          <pc:sldMk cId="1954727158" sldId="346"/>
        </pc:sldMkLst>
      </pc:sldChg>
      <pc:sldChg chg="add">
        <pc:chgData name="Qu, Chengyi" userId="9f02c3db-5b00-4063-9ad4-7cdd84fdd2bb" providerId="ADAL" clId="{EA286C84-BBA4-4909-9B29-C5C6096AB3A7}" dt="2024-01-15T23:34:42.356" v="58"/>
        <pc:sldMkLst>
          <pc:docMk/>
          <pc:sldMk cId="3259204504" sldId="347"/>
        </pc:sldMkLst>
      </pc:sldChg>
      <pc:sldChg chg="add">
        <pc:chgData name="Qu, Chengyi" userId="9f02c3db-5b00-4063-9ad4-7cdd84fdd2bb" providerId="ADAL" clId="{EA286C84-BBA4-4909-9B29-C5C6096AB3A7}" dt="2024-01-15T23:34:42.356" v="58"/>
        <pc:sldMkLst>
          <pc:docMk/>
          <pc:sldMk cId="66308278" sldId="348"/>
        </pc:sldMkLst>
      </pc:sldChg>
      <pc:sldChg chg="add">
        <pc:chgData name="Qu, Chengyi" userId="9f02c3db-5b00-4063-9ad4-7cdd84fdd2bb" providerId="ADAL" clId="{EA286C84-BBA4-4909-9B29-C5C6096AB3A7}" dt="2024-01-15T23:36:32.923" v="60"/>
        <pc:sldMkLst>
          <pc:docMk/>
          <pc:sldMk cId="609338534" sldId="349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4242966397" sldId="390"/>
        </pc:sldMkLst>
      </pc:sldChg>
      <pc:sldChg chg="modSp add mod">
        <pc:chgData name="Qu, Chengyi" userId="9f02c3db-5b00-4063-9ad4-7cdd84fdd2bb" providerId="ADAL" clId="{EA286C84-BBA4-4909-9B29-C5C6096AB3A7}" dt="2024-01-15T23:36:33.022" v="61" actId="27636"/>
        <pc:sldMkLst>
          <pc:docMk/>
          <pc:sldMk cId="960090762" sldId="438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319081198" sldId="446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626454371" sldId="50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508545327" sldId="52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854743546" sldId="526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37706708" sldId="527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1272241890" sldId="528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1518865454" sldId="529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5597854" sldId="530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2659451869" sldId="531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3535479424" sldId="532"/>
        </pc:sldMkLst>
      </pc:sldChg>
      <pc:sldChg chg="del">
        <pc:chgData name="Qu, Chengyi" userId="9f02c3db-5b00-4063-9ad4-7cdd84fdd2bb" providerId="ADAL" clId="{EA286C84-BBA4-4909-9B29-C5C6096AB3A7}" dt="2024-01-15T19:50:11.698" v="1" actId="47"/>
        <pc:sldMkLst>
          <pc:docMk/>
          <pc:sldMk cId="4168855840" sldId="53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1949189601" sldId="573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931983533" sldId="574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2973974491" sldId="575"/>
        </pc:sldMkLst>
      </pc:sldChg>
      <pc:sldChg chg="add del">
        <pc:chgData name="Qu, Chengyi" userId="9f02c3db-5b00-4063-9ad4-7cdd84fdd2bb" providerId="ADAL" clId="{EA286C84-BBA4-4909-9B29-C5C6096AB3A7}" dt="2024-01-15T23:05:01.694" v="13" actId="47"/>
        <pc:sldMkLst>
          <pc:docMk/>
          <pc:sldMk cId="3529269319" sldId="576"/>
        </pc:sldMkLst>
      </pc:sldChg>
      <pc:sldChg chg="add">
        <pc:chgData name="Qu, Chengyi" userId="9f02c3db-5b00-4063-9ad4-7cdd84fdd2bb" providerId="ADAL" clId="{EA286C84-BBA4-4909-9B29-C5C6096AB3A7}" dt="2024-01-15T22:38:23.922" v="10"/>
        <pc:sldMkLst>
          <pc:docMk/>
          <pc:sldMk cId="2773092474" sldId="577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3823017025" sldId="580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2751195719" sldId="581"/>
        </pc:sldMkLst>
      </pc:sldChg>
      <pc:sldChg chg="modSp add mod">
        <pc:chgData name="Qu, Chengyi" userId="9f02c3db-5b00-4063-9ad4-7cdd84fdd2bb" providerId="ADAL" clId="{EA286C84-BBA4-4909-9B29-C5C6096AB3A7}" dt="2024-01-15T23:34:42.867" v="59" actId="27636"/>
        <pc:sldMkLst>
          <pc:docMk/>
          <pc:sldMk cId="841056664" sldId="588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2627524992" sldId="592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2126896477" sldId="593"/>
        </pc:sldMkLst>
      </pc:sldChg>
      <pc:sldChg chg="add">
        <pc:chgData name="Qu, Chengyi" userId="9f02c3db-5b00-4063-9ad4-7cdd84fdd2bb" providerId="ADAL" clId="{EA286C84-BBA4-4909-9B29-C5C6096AB3A7}" dt="2024-01-16T00:02:58.335" v="66"/>
        <pc:sldMkLst>
          <pc:docMk/>
          <pc:sldMk cId="4100560959" sldId="597"/>
        </pc:sldMkLst>
      </pc:sldChg>
      <pc:sldChg chg="add del">
        <pc:chgData name="Qu, Chengyi" userId="9f02c3db-5b00-4063-9ad4-7cdd84fdd2bb" providerId="ADAL" clId="{EA286C84-BBA4-4909-9B29-C5C6096AB3A7}" dt="2024-01-15T23:10:22.466" v="16" actId="47"/>
        <pc:sldMkLst>
          <pc:docMk/>
          <pc:sldMk cId="4171566532" sldId="600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628008649" sldId="971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3445340925" sldId="972"/>
        </pc:sldMkLst>
      </pc:sldChg>
      <pc:sldChg chg="modSp mod">
        <pc:chgData name="Qu, Chengyi" userId="9f02c3db-5b00-4063-9ad4-7cdd84fdd2bb" providerId="ADAL" clId="{EA286C84-BBA4-4909-9B29-C5C6096AB3A7}" dt="2024-01-15T23:43:39.919" v="65" actId="20577"/>
        <pc:sldMkLst>
          <pc:docMk/>
          <pc:sldMk cId="4038715374" sldId="1255"/>
        </pc:sldMkLst>
      </pc:sldChg>
      <pc:sldChg chg="modSp mod">
        <pc:chgData name="Qu, Chengyi" userId="9f02c3db-5b00-4063-9ad4-7cdd84fdd2bb" providerId="ADAL" clId="{EA286C84-BBA4-4909-9B29-C5C6096AB3A7}" dt="2024-01-15T19:50:23.079" v="3" actId="207"/>
        <pc:sldMkLst>
          <pc:docMk/>
          <pc:sldMk cId="1883330637" sldId="1261"/>
        </pc:sldMkLst>
      </pc:sldChg>
      <pc:sldChg chg="add">
        <pc:chgData name="Qu, Chengyi" userId="9f02c3db-5b00-4063-9ad4-7cdd84fdd2bb" providerId="ADAL" clId="{EA286C84-BBA4-4909-9B29-C5C6096AB3A7}" dt="2024-01-15T23:04:59.985" v="12"/>
        <pc:sldMkLst>
          <pc:docMk/>
          <pc:sldMk cId="1987491262" sldId="1262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2506038731" sldId="1262"/>
        </pc:sldMkLst>
      </pc:sldChg>
      <pc:sldChg chg="addSp modSp add mod">
        <pc:chgData name="Qu, Chengyi" userId="9f02c3db-5b00-4063-9ad4-7cdd84fdd2bb" providerId="ADAL" clId="{EA286C84-BBA4-4909-9B29-C5C6096AB3A7}" dt="2024-01-15T23:12:01.120" v="57" actId="20577"/>
        <pc:sldMkLst>
          <pc:docMk/>
          <pc:sldMk cId="146617157" sldId="126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612722790" sldId="1263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84850273" sldId="1264"/>
        </pc:sldMkLst>
      </pc:sldChg>
      <pc:sldChg chg="del">
        <pc:chgData name="Qu, Chengyi" userId="9f02c3db-5b00-4063-9ad4-7cdd84fdd2bb" providerId="ADAL" clId="{EA286C84-BBA4-4909-9B29-C5C6096AB3A7}" dt="2024-01-15T19:46:45.229" v="0" actId="47"/>
        <pc:sldMkLst>
          <pc:docMk/>
          <pc:sldMk cId="0" sldId="1266"/>
        </pc:sldMkLst>
      </pc:sldChg>
      <pc:sldMasterChg chg="del delSldLayout">
        <pc:chgData name="Qu, Chengyi" userId="9f02c3db-5b00-4063-9ad4-7cdd84fdd2bb" providerId="ADAL" clId="{EA286C84-BBA4-4909-9B29-C5C6096AB3A7}" dt="2024-01-15T19:50:11.698" v="1" actId="47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3790666592" sldId="2147483668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3974852885" sldId="2147483669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365228270" sldId="2147483670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1832629846" sldId="2147483671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866846496" sldId="2147483672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608458951" sldId="2147483673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1844881848" sldId="2147483674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555211856" sldId="2147483675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1098067528" sldId="2147483676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926623382" sldId="2147483677"/>
          </pc:sldLayoutMkLst>
        </pc:sldLayoutChg>
        <pc:sldLayoutChg chg="del">
          <pc:chgData name="Qu, Chengyi" userId="9f02c3db-5b00-4063-9ad4-7cdd84fdd2bb" providerId="ADAL" clId="{EA286C84-BBA4-4909-9B29-C5C6096AB3A7}" dt="2024-01-15T19:50:11.698" v="1" actId="47"/>
          <pc:sldLayoutMkLst>
            <pc:docMk/>
            <pc:sldMasterMk cId="481874104" sldId="2147483667"/>
            <pc:sldLayoutMk cId="2049911616" sldId="2147483678"/>
          </pc:sldLayoutMkLst>
        </pc:sldLayoutChg>
        <pc:sldLayoutChg chg="del">
          <pc:chgData name="Qu, Chengyi" userId="9f02c3db-5b00-4063-9ad4-7cdd84fdd2bb" providerId="ADAL" clId="{EA286C84-BBA4-4909-9B29-C5C6096AB3A7}" dt="2024-01-15T19:46:45.229" v="0" actId="47"/>
          <pc:sldLayoutMkLst>
            <pc:docMk/>
            <pc:sldMasterMk cId="481874104" sldId="2147483667"/>
            <pc:sldLayoutMk cId="188227722" sldId="2147483679"/>
          </pc:sldLayoutMkLst>
        </pc:sldLayoutChg>
      </pc:sldMasterChg>
    </pc:docChg>
  </pc:docChgLst>
  <pc:docChgLst>
    <pc:chgData name="Qu, Chengyi" userId="9f02c3db-5b00-4063-9ad4-7cdd84fdd2bb" providerId="ADAL" clId="{5E64AC7C-62DD-4BD2-A0D3-D8B57959EF34}"/>
    <pc:docChg chg="delSld">
      <pc:chgData name="Qu, Chengyi" userId="9f02c3db-5b00-4063-9ad4-7cdd84fdd2bb" providerId="ADAL" clId="{5E64AC7C-62DD-4BD2-A0D3-D8B57959EF34}" dt="2025-01-18T13:57:56.946" v="2" actId="47"/>
      <pc:docMkLst>
        <pc:docMk/>
      </pc:docMkLst>
      <pc:sldChg chg="del">
        <pc:chgData name="Qu, Chengyi" userId="9f02c3db-5b00-4063-9ad4-7cdd84fdd2bb" providerId="ADAL" clId="{5E64AC7C-62DD-4BD2-A0D3-D8B57959EF34}" dt="2025-01-18T13:57:50.493" v="0" actId="47"/>
        <pc:sldMkLst>
          <pc:docMk/>
          <pc:sldMk cId="0" sldId="256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338044945" sldId="345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2072139535" sldId="353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1164509765" sldId="519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3823017025" sldId="580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2751195719" sldId="581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2627524992" sldId="592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2126896477" sldId="593"/>
        </pc:sldMkLst>
      </pc:sldChg>
      <pc:sldChg chg="del">
        <pc:chgData name="Qu, Chengyi" userId="9f02c3db-5b00-4063-9ad4-7cdd84fdd2bb" providerId="ADAL" clId="{5E64AC7C-62DD-4BD2-A0D3-D8B57959EF34}" dt="2025-01-18T13:57:55.584" v="1" actId="47"/>
        <pc:sldMkLst>
          <pc:docMk/>
          <pc:sldMk cId="4100560959" sldId="597"/>
        </pc:sldMkLst>
      </pc:sldChg>
      <pc:sldChg chg="del">
        <pc:chgData name="Qu, Chengyi" userId="9f02c3db-5b00-4063-9ad4-7cdd84fdd2bb" providerId="ADAL" clId="{5E64AC7C-62DD-4BD2-A0D3-D8B57959EF34}" dt="2025-01-18T13:57:56.946" v="2" actId="47"/>
        <pc:sldMkLst>
          <pc:docMk/>
          <pc:sldMk cId="1987998376" sldId="964"/>
        </pc:sldMkLst>
      </pc:sldChg>
    </pc:docChg>
  </pc:docChgLst>
  <pc:docChgLst>
    <pc:chgData name="Qu, Chengyi" userId="9f02c3db-5b00-4063-9ad4-7cdd84fdd2bb" providerId="ADAL" clId="{4A292A95-2F6C-4130-8890-0DF0B0F79A84}"/>
    <pc:docChg chg="addSld delSld modSld sldOrd">
      <pc:chgData name="Qu, Chengyi" userId="9f02c3db-5b00-4063-9ad4-7cdd84fdd2bb" providerId="ADAL" clId="{4A292A95-2F6C-4130-8890-0DF0B0F79A84}" dt="2024-01-20T23:59:11.942" v="22"/>
      <pc:docMkLst>
        <pc:docMk/>
      </pc:docMkLst>
      <pc:sldChg chg="modSp mod ord">
        <pc:chgData name="Qu, Chengyi" userId="9f02c3db-5b00-4063-9ad4-7cdd84fdd2bb" providerId="ADAL" clId="{4A292A95-2F6C-4130-8890-0DF0B0F79A84}" dt="2024-01-20T23:07:23.389" v="15" actId="20577"/>
        <pc:sldMkLst>
          <pc:docMk/>
          <pc:sldMk cId="0" sldId="256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898509048" sldId="27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924723056" sldId="27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176002795" sldId="279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791459522" sldId="331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946218783" sldId="339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4055444211" sldId="340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954727158" sldId="346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259204504" sldId="34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66308278" sldId="34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609338534" sldId="349"/>
        </pc:sldMkLst>
      </pc:sldChg>
      <pc:sldChg chg="add">
        <pc:chgData name="Qu, Chengyi" userId="9f02c3db-5b00-4063-9ad4-7cdd84fdd2bb" providerId="ADAL" clId="{4A292A95-2F6C-4130-8890-0DF0B0F79A84}" dt="2024-01-20T23:59:11.942" v="22"/>
        <pc:sldMkLst>
          <pc:docMk/>
          <pc:sldMk cId="1324494587" sldId="39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960090762" sldId="43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275282443" sldId="512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137997908" sldId="514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346236236" sldId="515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4094819994" sldId="516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719403639" sldId="51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7706708" sldId="52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272241890" sldId="52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518865454" sldId="529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5597854" sldId="530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659451869" sldId="531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3535479424" sldId="532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3432007034" sldId="542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4116735451" sldId="544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1000422387" sldId="545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931983533" sldId="574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973974491" sldId="575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2773092474" sldId="577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841056664" sldId="588"/>
        </pc:sldMkLst>
      </pc:sldChg>
      <pc:sldChg chg="add">
        <pc:chgData name="Qu, Chengyi" userId="9f02c3db-5b00-4063-9ad4-7cdd84fdd2bb" providerId="ADAL" clId="{4A292A95-2F6C-4130-8890-0DF0B0F79A84}" dt="2024-01-20T23:46:29.045" v="21"/>
        <pc:sldMkLst>
          <pc:docMk/>
          <pc:sldMk cId="874052716" sldId="601"/>
        </pc:sldMkLst>
      </pc:sldChg>
      <pc:sldChg chg="modSp mod">
        <pc:chgData name="Qu, Chengyi" userId="9f02c3db-5b00-4063-9ad4-7cdd84fdd2bb" providerId="ADAL" clId="{4A292A95-2F6C-4130-8890-0DF0B0F79A84}" dt="2024-01-20T23:05:45.811" v="0" actId="207"/>
        <pc:sldMkLst>
          <pc:docMk/>
          <pc:sldMk cId="1987998376" sldId="964"/>
        </pc:sldMkLst>
      </pc:sldChg>
      <pc:sldChg chg="modSp add mod">
        <pc:chgData name="Qu, Chengyi" userId="9f02c3db-5b00-4063-9ad4-7cdd84fdd2bb" providerId="ADAL" clId="{4A292A95-2F6C-4130-8890-0DF0B0F79A84}" dt="2024-01-20T23:09:07.707" v="18" actId="207"/>
        <pc:sldMkLst>
          <pc:docMk/>
          <pc:sldMk cId="631722137" sldId="1257"/>
        </pc:sldMkLst>
      </pc:sldChg>
      <pc:sldChg chg="new del">
        <pc:chgData name="Qu, Chengyi" userId="9f02c3db-5b00-4063-9ad4-7cdd84fdd2bb" providerId="ADAL" clId="{4A292A95-2F6C-4130-8890-0DF0B0F79A84}" dt="2024-01-20T23:27:34.551" v="20" actId="47"/>
        <pc:sldMkLst>
          <pc:docMk/>
          <pc:sldMk cId="2077078521" sldId="1258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883330637" sldId="1261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987491262" sldId="1262"/>
        </pc:sldMkLst>
      </pc:sldChg>
      <pc:sldChg chg="del">
        <pc:chgData name="Qu, Chengyi" userId="9f02c3db-5b00-4063-9ad4-7cdd84fdd2bb" providerId="ADAL" clId="{4A292A95-2F6C-4130-8890-0DF0B0F79A84}" dt="2024-01-20T23:06:22.505" v="1" actId="47"/>
        <pc:sldMkLst>
          <pc:docMk/>
          <pc:sldMk cId="146617157" sldId="1263"/>
        </pc:sldMkLst>
      </pc:sldChg>
      <pc:sldMasterChg chg="delSldLayout">
        <pc:chgData name="Qu, Chengyi" userId="9f02c3db-5b00-4063-9ad4-7cdd84fdd2bb" providerId="ADAL" clId="{4A292A95-2F6C-4130-8890-0DF0B0F79A84}" dt="2024-01-20T23:06:22.505" v="1" actId="47"/>
        <pc:sldMasterMkLst>
          <pc:docMk/>
          <pc:sldMasterMk cId="2807116942" sldId="2147483648"/>
        </pc:sldMasterMkLst>
        <pc:sldLayoutChg chg="del">
          <pc:chgData name="Qu, Chengyi" userId="9f02c3db-5b00-4063-9ad4-7cdd84fdd2bb" providerId="ADAL" clId="{4A292A95-2F6C-4130-8890-0DF0B0F79A84}" dt="2024-01-20T23:06:22.505" v="1" actId="47"/>
          <pc:sldLayoutMkLst>
            <pc:docMk/>
            <pc:sldMasterMk cId="2807116942" sldId="2147483648"/>
            <pc:sldLayoutMk cId="2960784913" sldId="2147483680"/>
          </pc:sldLayoutMkLst>
        </pc:sldLayoutChg>
      </pc:sldMasterChg>
      <pc:sldMasterChg chg="delSldLayout">
        <pc:chgData name="Qu, Chengyi" userId="9f02c3db-5b00-4063-9ad4-7cdd84fdd2bb" providerId="ADAL" clId="{4A292A95-2F6C-4130-8890-0DF0B0F79A84}" dt="2024-01-20T23:06:22.505" v="1" actId="47"/>
        <pc:sldMasterMkLst>
          <pc:docMk/>
          <pc:sldMasterMk cId="3441364758" sldId="2147483681"/>
        </pc:sldMasterMkLst>
        <pc:sldLayoutChg chg="del">
          <pc:chgData name="Qu, Chengyi" userId="9f02c3db-5b00-4063-9ad4-7cdd84fdd2bb" providerId="ADAL" clId="{4A292A95-2F6C-4130-8890-0DF0B0F79A84}" dt="2024-01-20T23:06:22.505" v="1" actId="47"/>
          <pc:sldLayoutMkLst>
            <pc:docMk/>
            <pc:sldMasterMk cId="3441364758" sldId="2147483681"/>
            <pc:sldLayoutMk cId="2190912699" sldId="2147483693"/>
          </pc:sldLayoutMkLst>
        </pc:sldLayoutChg>
      </pc:sldMasterChg>
    </pc:docChg>
  </pc:docChgLst>
  <pc:docChgLst>
    <pc:chgData name="Qu, Chengyi" userId="9f02c3db-5b00-4063-9ad4-7cdd84fdd2bb" providerId="ADAL" clId="{FD31D919-629D-4132-B9BD-403978D3AF56}"/>
    <pc:docChg chg="undo custSel addSld delSld modSld sldOrd">
      <pc:chgData name="Qu, Chengyi" userId="9f02c3db-5b00-4063-9ad4-7cdd84fdd2bb" providerId="ADAL" clId="{FD31D919-629D-4132-B9BD-403978D3AF56}" dt="2024-01-07T03:10:15.486" v="754" actId="20577"/>
      <pc:docMkLst>
        <pc:docMk/>
      </pc:docMkLst>
      <pc:sldChg chg="modSp mod">
        <pc:chgData name="Qu, Chengyi" userId="9f02c3db-5b00-4063-9ad4-7cdd84fdd2bb" providerId="ADAL" clId="{FD31D919-629D-4132-B9BD-403978D3AF56}" dt="2024-01-07T02:39:26.106" v="54" actId="20577"/>
        <pc:sldMkLst>
          <pc:docMk/>
          <pc:sldMk cId="553553694" sldId="258"/>
        </pc:sldMkLst>
      </pc:sldChg>
      <pc:sldChg chg="modSp mod">
        <pc:chgData name="Qu, Chengyi" userId="9f02c3db-5b00-4063-9ad4-7cdd84fdd2bb" providerId="ADAL" clId="{FD31D919-629D-4132-B9BD-403978D3AF56}" dt="2024-01-07T02:40:45.867" v="77" actId="20577"/>
        <pc:sldMkLst>
          <pc:docMk/>
          <pc:sldMk cId="4038715374" sldId="1255"/>
        </pc:sldMkLst>
      </pc:sldChg>
      <pc:sldChg chg="modSp mod">
        <pc:chgData name="Qu, Chengyi" userId="9f02c3db-5b00-4063-9ad4-7cdd84fdd2bb" providerId="ADAL" clId="{FD31D919-629D-4132-B9BD-403978D3AF56}" dt="2024-01-07T02:57:46.055" v="320" actId="20577"/>
        <pc:sldMkLst>
          <pc:docMk/>
          <pc:sldMk cId="239755599" sldId="1256"/>
        </pc:sldMkLst>
      </pc:sldChg>
      <pc:sldMasterChg chg="delSldLayout">
        <pc:chgData name="Qu, Chengyi" userId="9f02c3db-5b00-4063-9ad4-7cdd84fdd2bb" providerId="ADAL" clId="{FD31D919-629D-4132-B9BD-403978D3AF56}" dt="2024-01-07T02:40:28.652" v="55" actId="47"/>
        <pc:sldMasterMkLst>
          <pc:docMk/>
          <pc:sldMasterMk cId="2807116942" sldId="2147483648"/>
        </pc:sldMasterMkLst>
      </pc:sldMasterChg>
    </pc:docChg>
  </pc:docChgLst>
  <pc:docChgLst>
    <pc:chgData name="Qu, Chengyi" userId="9f02c3db-5b00-4063-9ad4-7cdd84fdd2bb" providerId="ADAL" clId="{71EBC684-37BE-40AE-943F-85B359DFBCAD}"/>
    <pc:docChg chg="undo custSel addSld delSld modSld sldOrd">
      <pc:chgData name="Qu, Chengyi" userId="9f02c3db-5b00-4063-9ad4-7cdd84fdd2bb" providerId="ADAL" clId="{71EBC684-37BE-40AE-943F-85B359DFBCAD}" dt="2024-01-09T16:40:24.173" v="390"/>
      <pc:docMkLst>
        <pc:docMk/>
      </pc:docMkLst>
      <pc:sldChg chg="modSp">
        <pc:chgData name="Qu, Chengyi" userId="9f02c3db-5b00-4063-9ad4-7cdd84fdd2bb" providerId="ADAL" clId="{71EBC684-37BE-40AE-943F-85B359DFBCAD}" dt="2024-01-09T16:03:38.752" v="43" actId="20577"/>
        <pc:sldMkLst>
          <pc:docMk/>
          <pc:sldMk cId="553553694" sldId="258"/>
        </pc:sldMkLst>
      </pc:sldChg>
      <pc:sldChg chg="modSp add del">
        <pc:chgData name="Qu, Chengyi" userId="9f02c3db-5b00-4063-9ad4-7cdd84fdd2bb" providerId="ADAL" clId="{71EBC684-37BE-40AE-943F-85B359DFBCAD}" dt="2024-01-09T16:33:06.416" v="367" actId="207"/>
        <pc:sldMkLst>
          <pc:docMk/>
          <pc:sldMk cId="0" sldId="261"/>
        </pc:sldMkLst>
      </pc:sldChg>
      <pc:sldChg chg="modSp add del">
        <pc:chgData name="Qu, Chengyi" userId="9f02c3db-5b00-4063-9ad4-7cdd84fdd2bb" providerId="ADAL" clId="{71EBC684-37BE-40AE-943F-85B359DFBCAD}" dt="2024-01-09T16:33:13.542" v="368" actId="207"/>
        <pc:sldMkLst>
          <pc:docMk/>
          <pc:sldMk cId="0" sldId="262"/>
        </pc:sldMkLst>
      </pc:sldChg>
      <pc:sldChg chg="modSp add del">
        <pc:chgData name="Qu, Chengyi" userId="9f02c3db-5b00-4063-9ad4-7cdd84fdd2bb" providerId="ADAL" clId="{71EBC684-37BE-40AE-943F-85B359DFBCAD}" dt="2024-01-09T16:33:21.854" v="369" actId="207"/>
        <pc:sldMkLst>
          <pc:docMk/>
          <pc:sldMk cId="0" sldId="263"/>
        </pc:sldMkLst>
      </pc:sldChg>
      <pc:sldChg chg="modSp add del">
        <pc:chgData name="Qu, Chengyi" userId="9f02c3db-5b00-4063-9ad4-7cdd84fdd2bb" providerId="ADAL" clId="{71EBC684-37BE-40AE-943F-85B359DFBCAD}" dt="2024-01-09T16:33:33.053" v="370" actId="207"/>
        <pc:sldMkLst>
          <pc:docMk/>
          <pc:sldMk cId="0" sldId="264"/>
        </pc:sldMkLst>
      </pc:sldChg>
      <pc:sldChg chg="modSp add del">
        <pc:chgData name="Qu, Chengyi" userId="9f02c3db-5b00-4063-9ad4-7cdd84fdd2bb" providerId="ADAL" clId="{71EBC684-37BE-40AE-943F-85B359DFBCAD}" dt="2024-01-09T16:33:57.054" v="371" actId="207"/>
        <pc:sldMkLst>
          <pc:docMk/>
          <pc:sldMk cId="0" sldId="265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283235496" sldId="27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76470243" sldId="27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85946305" sldId="27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834100436" sldId="273"/>
        </pc:sldMkLst>
      </pc:sldChg>
      <pc:sldChg chg="del">
        <pc:chgData name="Qu, Chengyi" userId="9f02c3db-5b00-4063-9ad4-7cdd84fdd2bb" providerId="ADAL" clId="{71EBC684-37BE-40AE-943F-85B359DFBCAD}" dt="2024-01-09T16:08:30.571" v="104" actId="2696"/>
        <pc:sldMkLst>
          <pc:docMk/>
          <pc:sldMk cId="1167962290" sldId="274"/>
        </pc:sldMkLst>
      </pc:sldChg>
      <pc:sldChg chg="del">
        <pc:chgData name="Qu, Chengyi" userId="9f02c3db-5b00-4063-9ad4-7cdd84fdd2bb" providerId="ADAL" clId="{71EBC684-37BE-40AE-943F-85B359DFBCAD}" dt="2024-01-09T16:08:30.494" v="90" actId="2696"/>
        <pc:sldMkLst>
          <pc:docMk/>
          <pc:sldMk cId="506940129" sldId="275"/>
        </pc:sldMkLst>
      </pc:sldChg>
      <pc:sldChg chg="modSp add del">
        <pc:chgData name="Qu, Chengyi" userId="9f02c3db-5b00-4063-9ad4-7cdd84fdd2bb" providerId="ADAL" clId="{71EBC684-37BE-40AE-943F-85B359DFBCAD}" dt="2024-01-09T16:12:26.136" v="116" actId="207"/>
        <pc:sldMkLst>
          <pc:docMk/>
          <pc:sldMk cId="0" sldId="276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3925861337" sldId="280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986486448" sldId="281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836295078" sldId="282"/>
        </pc:sldMkLst>
      </pc:sldChg>
      <pc:sldChg chg="del">
        <pc:chgData name="Qu, Chengyi" userId="9f02c3db-5b00-4063-9ad4-7cdd84fdd2bb" providerId="ADAL" clId="{71EBC684-37BE-40AE-943F-85B359DFBCAD}" dt="2024-01-09T16:08:30.581" v="106" actId="2696"/>
        <pc:sldMkLst>
          <pc:docMk/>
          <pc:sldMk cId="2263096639" sldId="284"/>
        </pc:sldMkLst>
      </pc:sldChg>
      <pc:sldChg chg="del">
        <pc:chgData name="Qu, Chengyi" userId="9f02c3db-5b00-4063-9ad4-7cdd84fdd2bb" providerId="ADAL" clId="{71EBC684-37BE-40AE-943F-85B359DFBCAD}" dt="2024-01-09T16:08:30.607" v="110" actId="2696"/>
        <pc:sldMkLst>
          <pc:docMk/>
          <pc:sldMk cId="3164840039" sldId="290"/>
        </pc:sldMkLst>
      </pc:sldChg>
      <pc:sldChg chg="del">
        <pc:chgData name="Qu, Chengyi" userId="9f02c3db-5b00-4063-9ad4-7cdd84fdd2bb" providerId="ADAL" clId="{71EBC684-37BE-40AE-943F-85B359DFBCAD}" dt="2024-01-09T16:08:30.577" v="105" actId="2696"/>
        <pc:sldMkLst>
          <pc:docMk/>
          <pc:sldMk cId="828849643" sldId="2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015059804" sldId="335"/>
        </pc:sldMkLst>
      </pc:sldChg>
      <pc:sldChg chg="del">
        <pc:chgData name="Qu, Chengyi" userId="9f02c3db-5b00-4063-9ad4-7cdd84fdd2bb" providerId="ADAL" clId="{71EBC684-37BE-40AE-943F-85B359DFBCAD}" dt="2024-01-09T16:08:30.488" v="89" actId="2696"/>
        <pc:sldMkLst>
          <pc:docMk/>
          <pc:sldMk cId="3586452947" sldId="385"/>
        </pc:sldMkLst>
      </pc:sldChg>
      <pc:sldChg chg="del">
        <pc:chgData name="Qu, Chengyi" userId="9f02c3db-5b00-4063-9ad4-7cdd84fdd2bb" providerId="ADAL" clId="{71EBC684-37BE-40AE-943F-85B359DFBCAD}" dt="2024-01-09T16:08:30.557" v="101" actId="2696"/>
        <pc:sldMkLst>
          <pc:docMk/>
          <pc:sldMk cId="2297114513" sldId="386"/>
        </pc:sldMkLst>
      </pc:sldChg>
      <pc:sldChg chg="del">
        <pc:chgData name="Qu, Chengyi" userId="9f02c3db-5b00-4063-9ad4-7cdd84fdd2bb" providerId="ADAL" clId="{71EBC684-37BE-40AE-943F-85B359DFBCAD}" dt="2024-01-09T16:08:30.542" v="98" actId="2696"/>
        <pc:sldMkLst>
          <pc:docMk/>
          <pc:sldMk cId="57844262" sldId="38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4242966397" sldId="390"/>
        </pc:sldMkLst>
      </pc:sldChg>
      <pc:sldChg chg="del">
        <pc:chgData name="Qu, Chengyi" userId="9f02c3db-5b00-4063-9ad4-7cdd84fdd2bb" providerId="ADAL" clId="{71EBC684-37BE-40AE-943F-85B359DFBCAD}" dt="2024-01-09T16:08:30.500" v="91" actId="2696"/>
        <pc:sldMkLst>
          <pc:docMk/>
          <pc:sldMk cId="313756204" sldId="39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2319081198" sldId="446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626454371" sldId="504"/>
        </pc:sldMkLst>
      </pc:sldChg>
      <pc:sldChg chg="del">
        <pc:chgData name="Qu, Chengyi" userId="9f02c3db-5b00-4063-9ad4-7cdd84fdd2bb" providerId="ADAL" clId="{71EBC684-37BE-40AE-943F-85B359DFBCAD}" dt="2024-01-09T16:08:30.505" v="92" actId="2696"/>
        <pc:sldMkLst>
          <pc:docMk/>
          <pc:sldMk cId="2570994425" sldId="505"/>
        </pc:sldMkLst>
      </pc:sldChg>
      <pc:sldChg chg="del">
        <pc:chgData name="Qu, Chengyi" userId="9f02c3db-5b00-4063-9ad4-7cdd84fdd2bb" providerId="ADAL" clId="{71EBC684-37BE-40AE-943F-85B359DFBCAD}" dt="2024-01-09T16:08:30.510" v="93" actId="2696"/>
        <pc:sldMkLst>
          <pc:docMk/>
          <pc:sldMk cId="951130442" sldId="506"/>
        </pc:sldMkLst>
      </pc:sldChg>
      <pc:sldChg chg="del">
        <pc:chgData name="Qu, Chengyi" userId="9f02c3db-5b00-4063-9ad4-7cdd84fdd2bb" providerId="ADAL" clId="{71EBC684-37BE-40AE-943F-85B359DFBCAD}" dt="2024-01-09T16:08:30.567" v="103" actId="2696"/>
        <pc:sldMkLst>
          <pc:docMk/>
          <pc:sldMk cId="735510040" sldId="509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1508545327" sldId="522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854743546" sldId="526"/>
        </pc:sldMkLst>
      </pc:sldChg>
      <pc:sldChg chg="add del">
        <pc:chgData name="Qu, Chengyi" userId="9f02c3db-5b00-4063-9ad4-7cdd84fdd2bb" providerId="ADAL" clId="{71EBC684-37BE-40AE-943F-85B359DFBCAD}" dt="2024-01-09T16:06:51.507" v="84"/>
        <pc:sldMkLst>
          <pc:docMk/>
          <pc:sldMk cId="4168855840" sldId="533"/>
        </pc:sldMkLst>
      </pc:sldChg>
      <pc:sldChg chg="addSp delSp modSp add">
        <pc:chgData name="Qu, Chengyi" userId="9f02c3db-5b00-4063-9ad4-7cdd84fdd2bb" providerId="ADAL" clId="{71EBC684-37BE-40AE-943F-85B359DFBCAD}" dt="2024-01-09T16:37:53.443" v="386" actId="1076"/>
        <pc:sldMkLst>
          <pc:docMk/>
          <pc:sldMk cId="1949189601" sldId="573"/>
        </pc:sldMkLst>
      </pc:sldChg>
      <pc:sldChg chg="del">
        <pc:chgData name="Qu, Chengyi" userId="9f02c3db-5b00-4063-9ad4-7cdd84fdd2bb" providerId="ADAL" clId="{71EBC684-37BE-40AE-943F-85B359DFBCAD}" dt="2024-01-09T16:08:30.522" v="95" actId="2696"/>
        <pc:sldMkLst>
          <pc:docMk/>
          <pc:sldMk cId="2316705036" sldId="603"/>
        </pc:sldMkLst>
      </pc:sldChg>
      <pc:sldChg chg="del">
        <pc:chgData name="Qu, Chengyi" userId="9f02c3db-5b00-4063-9ad4-7cdd84fdd2bb" providerId="ADAL" clId="{71EBC684-37BE-40AE-943F-85B359DFBCAD}" dt="2024-01-09T16:08:30.526" v="96" actId="2696"/>
        <pc:sldMkLst>
          <pc:docMk/>
          <pc:sldMk cId="2915450618" sldId="604"/>
        </pc:sldMkLst>
      </pc:sldChg>
      <pc:sldChg chg="del">
        <pc:chgData name="Qu, Chengyi" userId="9f02c3db-5b00-4063-9ad4-7cdd84fdd2bb" providerId="ADAL" clId="{71EBC684-37BE-40AE-943F-85B359DFBCAD}" dt="2024-01-09T16:08:30.551" v="99" actId="2696"/>
        <pc:sldMkLst>
          <pc:docMk/>
          <pc:sldMk cId="562797420" sldId="608"/>
        </pc:sldMkLst>
      </pc:sldChg>
      <pc:sldChg chg="del">
        <pc:chgData name="Qu, Chengyi" userId="9f02c3db-5b00-4063-9ad4-7cdd84fdd2bb" providerId="ADAL" clId="{71EBC684-37BE-40AE-943F-85B359DFBCAD}" dt="2024-01-09T16:08:30.517" v="94" actId="2696"/>
        <pc:sldMkLst>
          <pc:docMk/>
          <pc:sldMk cId="3938647246" sldId="867"/>
        </pc:sldMkLst>
      </pc:sldChg>
      <pc:sldChg chg="del">
        <pc:chgData name="Qu, Chengyi" userId="9f02c3db-5b00-4063-9ad4-7cdd84fdd2bb" providerId="ADAL" clId="{71EBC684-37BE-40AE-943F-85B359DFBCAD}" dt="2024-01-09T16:08:30.482" v="88" actId="2696"/>
        <pc:sldMkLst>
          <pc:docMk/>
          <pc:sldMk cId="1165219369" sldId="919"/>
        </pc:sldMkLst>
      </pc:sldChg>
      <pc:sldChg chg="addSp delSp modSp">
        <pc:chgData name="Qu, Chengyi" userId="9f02c3db-5b00-4063-9ad4-7cdd84fdd2bb" providerId="ADAL" clId="{71EBC684-37BE-40AE-943F-85B359DFBCAD}" dt="2024-01-09T16:04:58.638" v="77" actId="20577"/>
        <pc:sldMkLst>
          <pc:docMk/>
          <pc:sldMk cId="1987998376" sldId="964"/>
        </pc:sldMkLst>
      </pc:sldChg>
      <pc:sldChg chg="del">
        <pc:chgData name="Qu, Chengyi" userId="9f02c3db-5b00-4063-9ad4-7cdd84fdd2bb" providerId="ADAL" clId="{71EBC684-37BE-40AE-943F-85B359DFBCAD}" dt="2024-01-09T16:08:30.535" v="97" actId="2696"/>
        <pc:sldMkLst>
          <pc:docMk/>
          <pc:sldMk cId="3956557252" sldId="965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628008649" sldId="971"/>
        </pc:sldMkLst>
      </pc:sldChg>
      <pc:sldChg chg="add ord">
        <pc:chgData name="Qu, Chengyi" userId="9f02c3db-5b00-4063-9ad4-7cdd84fdd2bb" providerId="ADAL" clId="{71EBC684-37BE-40AE-943F-85B359DFBCAD}" dt="2024-01-09T16:40:24.173" v="390"/>
        <pc:sldMkLst>
          <pc:docMk/>
          <pc:sldMk cId="3445340925" sldId="972"/>
        </pc:sldMkLst>
      </pc:sldChg>
      <pc:sldChg chg="del">
        <pc:chgData name="Qu, Chengyi" userId="9f02c3db-5b00-4063-9ad4-7cdd84fdd2bb" providerId="ADAL" clId="{71EBC684-37BE-40AE-943F-85B359DFBCAD}" dt="2024-01-09T16:08:30.473" v="87" actId="2696"/>
        <pc:sldMkLst>
          <pc:docMk/>
          <pc:sldMk cId="56815972" sldId="1257"/>
        </pc:sldMkLst>
      </pc:sldChg>
      <pc:sldChg chg="del">
        <pc:chgData name="Qu, Chengyi" userId="9f02c3db-5b00-4063-9ad4-7cdd84fdd2bb" providerId="ADAL" clId="{71EBC684-37BE-40AE-943F-85B359DFBCAD}" dt="2024-01-09T16:08:30.561" v="102" actId="2696"/>
        <pc:sldMkLst>
          <pc:docMk/>
          <pc:sldMk cId="2835061460" sldId="1258"/>
        </pc:sldMkLst>
      </pc:sldChg>
      <pc:sldChg chg="del">
        <pc:chgData name="Qu, Chengyi" userId="9f02c3db-5b00-4063-9ad4-7cdd84fdd2bb" providerId="ADAL" clId="{71EBC684-37BE-40AE-943F-85B359DFBCAD}" dt="2024-01-09T16:08:30.603" v="109" actId="2696"/>
        <pc:sldMkLst>
          <pc:docMk/>
          <pc:sldMk cId="1307588251" sldId="1259"/>
        </pc:sldMkLst>
      </pc:sldChg>
      <pc:sldChg chg="del">
        <pc:chgData name="Qu, Chengyi" userId="9f02c3db-5b00-4063-9ad4-7cdd84fdd2bb" providerId="ADAL" clId="{71EBC684-37BE-40AE-943F-85B359DFBCAD}" dt="2024-01-09T16:08:30.594" v="107" actId="2696"/>
        <pc:sldMkLst>
          <pc:docMk/>
          <pc:sldMk cId="1694100107" sldId="1260"/>
        </pc:sldMkLst>
      </pc:sldChg>
      <pc:sldChg chg="modSp add">
        <pc:chgData name="Qu, Chengyi" userId="9f02c3db-5b00-4063-9ad4-7cdd84fdd2bb" providerId="ADAL" clId="{71EBC684-37BE-40AE-943F-85B359DFBCAD}" dt="2024-01-09T16:05:16.829" v="79" actId="207"/>
        <pc:sldMkLst>
          <pc:docMk/>
          <pc:sldMk cId="1883330637" sldId="1261"/>
        </pc:sldMkLst>
      </pc:sldChg>
      <pc:sldChg chg="add del">
        <pc:chgData name="Qu, Chengyi" userId="9f02c3db-5b00-4063-9ad4-7cdd84fdd2bb" providerId="ADAL" clId="{71EBC684-37BE-40AE-943F-85B359DFBCAD}" dt="2024-01-09T16:06:51.178" v="83"/>
        <pc:sldMkLst>
          <pc:docMk/>
          <pc:sldMk cId="764943190" sldId="1262"/>
        </pc:sldMkLst>
      </pc:sldChg>
      <pc:sldChg chg="add">
        <pc:chgData name="Qu, Chengyi" userId="9f02c3db-5b00-4063-9ad4-7cdd84fdd2bb" providerId="ADAL" clId="{71EBC684-37BE-40AE-943F-85B359DFBCAD}" dt="2024-01-09T16:07:30.569" v="85"/>
        <pc:sldMkLst>
          <pc:docMk/>
          <pc:sldMk cId="2506038731" sldId="1262"/>
        </pc:sldMkLst>
      </pc:sldChg>
      <pc:sldChg chg="add">
        <pc:chgData name="Qu, Chengyi" userId="9f02c3db-5b00-4063-9ad4-7cdd84fdd2bb" providerId="ADAL" clId="{71EBC684-37BE-40AE-943F-85B359DFBCAD}" dt="2024-01-09T16:08:22.221" v="86"/>
        <pc:sldMkLst>
          <pc:docMk/>
          <pc:sldMk cId="612722790" sldId="1263"/>
        </pc:sldMkLst>
      </pc:sldChg>
      <pc:sldChg chg="modSp add">
        <pc:chgData name="Qu, Chengyi" userId="9f02c3db-5b00-4063-9ad4-7cdd84fdd2bb" providerId="ADAL" clId="{71EBC684-37BE-40AE-943F-85B359DFBCAD}" dt="2024-01-09T16:25:59.529" v="362" actId="20577"/>
        <pc:sldMkLst>
          <pc:docMk/>
          <pc:sldMk cId="84850273" sldId="1264"/>
        </pc:sldMkLst>
      </pc:sldChg>
      <pc:sldChg chg="modSp add del">
        <pc:chgData name="Qu, Chengyi" userId="9f02c3db-5b00-4063-9ad4-7cdd84fdd2bb" providerId="ADAL" clId="{71EBC684-37BE-40AE-943F-85B359DFBCAD}" dt="2024-01-09T16:37:16.482" v="376" actId="2696"/>
        <pc:sldMkLst>
          <pc:docMk/>
          <pc:sldMk cId="0" sldId="1265"/>
        </pc:sldMkLst>
      </pc:sldChg>
      <pc:sldChg chg="modSp add del">
        <pc:chgData name="Qu, Chengyi" userId="9f02c3db-5b00-4063-9ad4-7cdd84fdd2bb" providerId="ADAL" clId="{71EBC684-37BE-40AE-943F-85B359DFBCAD}" dt="2024-01-09T16:38:21.366" v="389" actId="20577"/>
        <pc:sldMkLst>
          <pc:docMk/>
          <pc:sldMk cId="0" sldId="1266"/>
        </pc:sldMkLst>
      </pc:sldChg>
      <pc:sldMasterChg chg="delSldLayout">
        <pc:chgData name="Qu, Chengyi" userId="9f02c3db-5b00-4063-9ad4-7cdd84fdd2bb" providerId="ADAL" clId="{71EBC684-37BE-40AE-943F-85B359DFBCAD}" dt="2024-01-09T16:08:30.595" v="108" actId="2696"/>
        <pc:sldMasterMkLst>
          <pc:docMk/>
          <pc:sldMasterMk cId="481874104" sldId="2147483667"/>
        </pc:sldMasterMkLst>
        <pc:sldLayoutChg chg="del">
          <pc:chgData name="Qu, Chengyi" userId="9f02c3db-5b00-4063-9ad4-7cdd84fdd2bb" providerId="ADAL" clId="{71EBC684-37BE-40AE-943F-85B359DFBCAD}" dt="2024-01-09T16:08:30.553" v="100" actId="2696"/>
          <pc:sldLayoutMkLst>
            <pc:docMk/>
            <pc:sldMasterMk cId="481874104" sldId="2147483667"/>
            <pc:sldLayoutMk cId="1386336603" sldId="2147483679"/>
          </pc:sldLayoutMkLst>
        </pc:sldLayoutChg>
        <pc:sldLayoutChg chg="del">
          <pc:chgData name="Qu, Chengyi" userId="9f02c3db-5b00-4063-9ad4-7cdd84fdd2bb" providerId="ADAL" clId="{71EBC684-37BE-40AE-943F-85B359DFBCAD}" dt="2024-01-09T16:08:30.595" v="108" actId="2696"/>
          <pc:sldLayoutMkLst>
            <pc:docMk/>
            <pc:sldMasterMk cId="481874104" sldId="2147483667"/>
            <pc:sldLayoutMk cId="1457830139" sldId="214748368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689993-A608-0F4A-B609-2A25CAA6B076}" type="doc">
      <dgm:prSet loTypeId="urn:microsoft.com/office/officeart/2005/8/layout/defaul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D5CB31-52A7-2C42-9F1A-684D27BD374A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Target acquisition and information gathering</a:t>
          </a:r>
        </a:p>
      </dgm:t>
    </dgm:pt>
    <dgm:pt modelId="{454CFE5B-544A-2442-B675-35F2A6D4E406}" type="parTrans" cxnId="{6C439F48-2CBE-E74B-9966-ED6E0EB5E02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60C042-4221-AE4E-B84F-484A5D93934D}" type="sibTrans" cxnId="{6C439F48-2CBE-E74B-9966-ED6E0EB5E02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967D10-76BB-244F-8366-2B2F2CB8CAA7}">
      <dgm:prSet custT="1"/>
      <dgm:spPr/>
      <dgm:t>
        <a:bodyPr/>
        <a:lstStyle/>
        <a:p>
          <a:pPr rtl="0"/>
          <a:r>
            <a: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Initial access</a:t>
          </a:r>
        </a:p>
      </dgm:t>
    </dgm:pt>
    <dgm:pt modelId="{F86DA9D4-48CB-BB41-818D-68AFDFBD6BCC}" type="parTrans" cxnId="{4430D97D-BCC5-9941-A273-63253BF79EB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5A873D-16E5-B742-9604-F33541A95589}" type="sibTrans" cxnId="{4430D97D-BCC5-9941-A273-63253BF79EB2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0E58A9-AC31-2345-9DA0-21BCB468ADB9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Privilege escalation</a:t>
          </a:r>
        </a:p>
      </dgm:t>
    </dgm:pt>
    <dgm:pt modelId="{03E9110C-8BED-6D4A-8F43-88D8D24AB143}" type="parTrans" cxnId="{1C1CAF4F-6931-5943-978C-50DA4870C5C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3275A2-EF9B-C546-85BB-DD520F96A12D}" type="sibTrans" cxnId="{1C1CAF4F-6931-5943-978C-50DA4870C5C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BC1901-0F3C-9A44-B900-E447E627FD0A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rtl="0"/>
          <a:r>
            <a: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Information gathering or system exploit</a:t>
          </a:r>
        </a:p>
      </dgm:t>
    </dgm:pt>
    <dgm:pt modelId="{BC1D6A23-3960-B949-8286-BA3242B38BA1}" type="parTrans" cxnId="{5534D722-722A-9A48-A7A8-49760E75BD1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65B1CB8-CAB6-4E4A-9351-DC2344934A3A}" type="sibTrans" cxnId="{5534D722-722A-9A48-A7A8-49760E75BD1A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3FA4D1-D445-6E46-8475-88DDED8DF198}">
      <dgm:prSet custT="1"/>
      <dgm:spPr/>
      <dgm:t>
        <a:bodyPr/>
        <a:lstStyle/>
        <a:p>
          <a:pPr rtl="0"/>
          <a:r>
            <a:rPr lang="en-US" sz="2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Maintaining access</a:t>
          </a:r>
        </a:p>
      </dgm:t>
    </dgm:pt>
    <dgm:pt modelId="{4F6846BB-6B89-0C4C-B739-C94DCCFDB257}" type="parTrans" cxnId="{F066C4BB-1A2B-6E4E-AB4D-2C6486E8529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8EAB5D-7450-9046-8856-0210B53B77C9}" type="sibTrans" cxnId="{F066C4BB-1A2B-6E4E-AB4D-2C6486E85294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378186-BFDE-7B45-9AFB-6ADAA33D7EF5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0"/>
          <a:r>
            <a: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Covering tracks</a:t>
          </a:r>
        </a:p>
      </dgm:t>
    </dgm:pt>
    <dgm:pt modelId="{89A27089-D4A9-5D41-9671-D6B20F519C56}" type="parTrans" cxnId="{7E33C85B-725A-5648-991B-E9A0FC31C3D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6E57D7-0F69-DA46-BB16-B660761110FD}" type="sibTrans" cxnId="{7E33C85B-725A-5648-991B-E9A0FC31C3D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E4CA74-0CF1-2E4D-9130-64EDAC61D05F}" type="pres">
      <dgm:prSet presAssocID="{69689993-A608-0F4A-B609-2A25CAA6B076}" presName="diagram" presStyleCnt="0">
        <dgm:presLayoutVars>
          <dgm:dir/>
          <dgm:resizeHandles val="exact"/>
        </dgm:presLayoutVars>
      </dgm:prSet>
      <dgm:spPr/>
    </dgm:pt>
    <dgm:pt modelId="{A86BA16E-AC4F-E04B-820B-E3B87DFBC5A9}" type="pres">
      <dgm:prSet presAssocID="{B7D5CB31-52A7-2C42-9F1A-684D27BD374A}" presName="node" presStyleLbl="node1" presStyleIdx="0" presStyleCnt="6">
        <dgm:presLayoutVars>
          <dgm:bulletEnabled val="1"/>
        </dgm:presLayoutVars>
      </dgm:prSet>
      <dgm:spPr/>
    </dgm:pt>
    <dgm:pt modelId="{EAA2501C-1882-6C47-8549-2A19C21E1B9E}" type="pres">
      <dgm:prSet presAssocID="{D260C042-4221-AE4E-B84F-484A5D93934D}" presName="sibTrans" presStyleCnt="0"/>
      <dgm:spPr/>
    </dgm:pt>
    <dgm:pt modelId="{BC544D0F-1EDE-9443-BA37-B40EB0DF35F8}" type="pres">
      <dgm:prSet presAssocID="{BE967D10-76BB-244F-8366-2B2F2CB8CAA7}" presName="node" presStyleLbl="node1" presStyleIdx="1" presStyleCnt="6">
        <dgm:presLayoutVars>
          <dgm:bulletEnabled val="1"/>
        </dgm:presLayoutVars>
      </dgm:prSet>
      <dgm:spPr/>
    </dgm:pt>
    <dgm:pt modelId="{014A3BC5-7E28-C84A-8281-3C0E45AE6BA6}" type="pres">
      <dgm:prSet presAssocID="{095A873D-16E5-B742-9604-F33541A95589}" presName="sibTrans" presStyleCnt="0"/>
      <dgm:spPr/>
    </dgm:pt>
    <dgm:pt modelId="{4B00634A-7EB6-4A48-B27F-677F606BAC24}" type="pres">
      <dgm:prSet presAssocID="{310E58A9-AC31-2345-9DA0-21BCB468ADB9}" presName="node" presStyleLbl="node1" presStyleIdx="2" presStyleCnt="6">
        <dgm:presLayoutVars>
          <dgm:bulletEnabled val="1"/>
        </dgm:presLayoutVars>
      </dgm:prSet>
      <dgm:spPr/>
    </dgm:pt>
    <dgm:pt modelId="{B4D22463-B97C-D24E-A6E7-9627C99941ED}" type="pres">
      <dgm:prSet presAssocID="{713275A2-EF9B-C546-85BB-DD520F96A12D}" presName="sibTrans" presStyleCnt="0"/>
      <dgm:spPr/>
    </dgm:pt>
    <dgm:pt modelId="{22169D04-2360-A443-8CE5-0174128DF5E6}" type="pres">
      <dgm:prSet presAssocID="{0ABC1901-0F3C-9A44-B900-E447E627FD0A}" presName="node" presStyleLbl="node1" presStyleIdx="3" presStyleCnt="6">
        <dgm:presLayoutVars>
          <dgm:bulletEnabled val="1"/>
        </dgm:presLayoutVars>
      </dgm:prSet>
      <dgm:spPr/>
    </dgm:pt>
    <dgm:pt modelId="{27CB4B39-F167-5A4A-9460-55FF63FFA1A8}" type="pres">
      <dgm:prSet presAssocID="{D65B1CB8-CAB6-4E4A-9351-DC2344934A3A}" presName="sibTrans" presStyleCnt="0"/>
      <dgm:spPr/>
    </dgm:pt>
    <dgm:pt modelId="{14485093-1F1B-5D49-B8E1-02E45C547FDB}" type="pres">
      <dgm:prSet presAssocID="{AB3FA4D1-D445-6E46-8475-88DDED8DF198}" presName="node" presStyleLbl="node1" presStyleIdx="4" presStyleCnt="6">
        <dgm:presLayoutVars>
          <dgm:bulletEnabled val="1"/>
        </dgm:presLayoutVars>
      </dgm:prSet>
      <dgm:spPr/>
    </dgm:pt>
    <dgm:pt modelId="{949CC21E-5DCD-8F40-AE4B-51DC4F086BB6}" type="pres">
      <dgm:prSet presAssocID="{4A8EAB5D-7450-9046-8856-0210B53B77C9}" presName="sibTrans" presStyleCnt="0"/>
      <dgm:spPr/>
    </dgm:pt>
    <dgm:pt modelId="{D278A66A-1C9D-964C-944D-320621A818BD}" type="pres">
      <dgm:prSet presAssocID="{6E378186-BFDE-7B45-9AFB-6ADAA33D7EF5}" presName="node" presStyleLbl="node1" presStyleIdx="5" presStyleCnt="6">
        <dgm:presLayoutVars>
          <dgm:bulletEnabled val="1"/>
        </dgm:presLayoutVars>
      </dgm:prSet>
      <dgm:spPr/>
    </dgm:pt>
  </dgm:ptLst>
  <dgm:cxnLst>
    <dgm:cxn modelId="{BE15300C-FDA6-7346-820E-97DF136AD018}" type="presOf" srcId="{B7D5CB31-52A7-2C42-9F1A-684D27BD374A}" destId="{A86BA16E-AC4F-E04B-820B-E3B87DFBC5A9}" srcOrd="0" destOrd="0" presId="urn:microsoft.com/office/officeart/2005/8/layout/default"/>
    <dgm:cxn modelId="{5534D722-722A-9A48-A7A8-49760E75BD1A}" srcId="{69689993-A608-0F4A-B609-2A25CAA6B076}" destId="{0ABC1901-0F3C-9A44-B900-E447E627FD0A}" srcOrd="3" destOrd="0" parTransId="{BC1D6A23-3960-B949-8286-BA3242B38BA1}" sibTransId="{D65B1CB8-CAB6-4E4A-9351-DC2344934A3A}"/>
    <dgm:cxn modelId="{7E33C85B-725A-5648-991B-E9A0FC31C3D6}" srcId="{69689993-A608-0F4A-B609-2A25CAA6B076}" destId="{6E378186-BFDE-7B45-9AFB-6ADAA33D7EF5}" srcOrd="5" destOrd="0" parTransId="{89A27089-D4A9-5D41-9671-D6B20F519C56}" sibTransId="{626E57D7-0F69-DA46-BB16-B660761110FD}"/>
    <dgm:cxn modelId="{CCABEB63-66D4-D649-9934-A11CB5CB49B5}" type="presOf" srcId="{69689993-A608-0F4A-B609-2A25CAA6B076}" destId="{8DE4CA74-0CF1-2E4D-9130-64EDAC61D05F}" srcOrd="0" destOrd="0" presId="urn:microsoft.com/office/officeart/2005/8/layout/default"/>
    <dgm:cxn modelId="{6C439F48-2CBE-E74B-9966-ED6E0EB5E021}" srcId="{69689993-A608-0F4A-B609-2A25CAA6B076}" destId="{B7D5CB31-52A7-2C42-9F1A-684D27BD374A}" srcOrd="0" destOrd="0" parTransId="{454CFE5B-544A-2442-B675-35F2A6D4E406}" sibTransId="{D260C042-4221-AE4E-B84F-484A5D93934D}"/>
    <dgm:cxn modelId="{1C1CAF4F-6931-5943-978C-50DA4870C5C4}" srcId="{69689993-A608-0F4A-B609-2A25CAA6B076}" destId="{310E58A9-AC31-2345-9DA0-21BCB468ADB9}" srcOrd="2" destOrd="0" parTransId="{03E9110C-8BED-6D4A-8F43-88D8D24AB143}" sibTransId="{713275A2-EF9B-C546-85BB-DD520F96A12D}"/>
    <dgm:cxn modelId="{4430D97D-BCC5-9941-A273-63253BF79EB2}" srcId="{69689993-A608-0F4A-B609-2A25CAA6B076}" destId="{BE967D10-76BB-244F-8366-2B2F2CB8CAA7}" srcOrd="1" destOrd="0" parTransId="{F86DA9D4-48CB-BB41-818D-68AFDFBD6BCC}" sibTransId="{095A873D-16E5-B742-9604-F33541A95589}"/>
    <dgm:cxn modelId="{95A3D18D-C569-BC4C-83BA-04DA17EFD7EA}" type="presOf" srcId="{AB3FA4D1-D445-6E46-8475-88DDED8DF198}" destId="{14485093-1F1B-5D49-B8E1-02E45C547FDB}" srcOrd="0" destOrd="0" presId="urn:microsoft.com/office/officeart/2005/8/layout/default"/>
    <dgm:cxn modelId="{93DDC6AD-0358-B44B-B3A5-E07674E6DA48}" type="presOf" srcId="{0ABC1901-0F3C-9A44-B900-E447E627FD0A}" destId="{22169D04-2360-A443-8CE5-0174128DF5E6}" srcOrd="0" destOrd="0" presId="urn:microsoft.com/office/officeart/2005/8/layout/default"/>
    <dgm:cxn modelId="{25532CB5-EC15-A045-B394-EB06186FF920}" type="presOf" srcId="{6E378186-BFDE-7B45-9AFB-6ADAA33D7EF5}" destId="{D278A66A-1C9D-964C-944D-320621A818BD}" srcOrd="0" destOrd="0" presId="urn:microsoft.com/office/officeart/2005/8/layout/default"/>
    <dgm:cxn modelId="{996316B7-40EA-8E4F-932D-7791EA9B1873}" type="presOf" srcId="{310E58A9-AC31-2345-9DA0-21BCB468ADB9}" destId="{4B00634A-7EB6-4A48-B27F-677F606BAC24}" srcOrd="0" destOrd="0" presId="urn:microsoft.com/office/officeart/2005/8/layout/default"/>
    <dgm:cxn modelId="{F066C4BB-1A2B-6E4E-AB4D-2C6486E85294}" srcId="{69689993-A608-0F4A-B609-2A25CAA6B076}" destId="{AB3FA4D1-D445-6E46-8475-88DDED8DF198}" srcOrd="4" destOrd="0" parTransId="{4F6846BB-6B89-0C4C-B739-C94DCCFDB257}" sibTransId="{4A8EAB5D-7450-9046-8856-0210B53B77C9}"/>
    <dgm:cxn modelId="{E634A3E8-4BB8-4040-BA81-0D4731D2A8E5}" type="presOf" srcId="{BE967D10-76BB-244F-8366-2B2F2CB8CAA7}" destId="{BC544D0F-1EDE-9443-BA37-B40EB0DF35F8}" srcOrd="0" destOrd="0" presId="urn:microsoft.com/office/officeart/2005/8/layout/default"/>
    <dgm:cxn modelId="{0814D2DC-F54D-0E46-BBED-CA463250B1EE}" type="presParOf" srcId="{8DE4CA74-0CF1-2E4D-9130-64EDAC61D05F}" destId="{A86BA16E-AC4F-E04B-820B-E3B87DFBC5A9}" srcOrd="0" destOrd="0" presId="urn:microsoft.com/office/officeart/2005/8/layout/default"/>
    <dgm:cxn modelId="{2E5D76AF-B477-AD40-BC9C-68C5F4CFB272}" type="presParOf" srcId="{8DE4CA74-0CF1-2E4D-9130-64EDAC61D05F}" destId="{EAA2501C-1882-6C47-8549-2A19C21E1B9E}" srcOrd="1" destOrd="0" presId="urn:microsoft.com/office/officeart/2005/8/layout/default"/>
    <dgm:cxn modelId="{1C5DF1FA-05DF-0C47-83D2-DFAC923AD9EE}" type="presParOf" srcId="{8DE4CA74-0CF1-2E4D-9130-64EDAC61D05F}" destId="{BC544D0F-1EDE-9443-BA37-B40EB0DF35F8}" srcOrd="2" destOrd="0" presId="urn:microsoft.com/office/officeart/2005/8/layout/default"/>
    <dgm:cxn modelId="{9B21C75C-6D11-7F4B-954D-9A57FAD7ED81}" type="presParOf" srcId="{8DE4CA74-0CF1-2E4D-9130-64EDAC61D05F}" destId="{014A3BC5-7E28-C84A-8281-3C0E45AE6BA6}" srcOrd="3" destOrd="0" presId="urn:microsoft.com/office/officeart/2005/8/layout/default"/>
    <dgm:cxn modelId="{CAE2CAB9-0E7C-544D-A1B8-6C0B8601E95C}" type="presParOf" srcId="{8DE4CA74-0CF1-2E4D-9130-64EDAC61D05F}" destId="{4B00634A-7EB6-4A48-B27F-677F606BAC24}" srcOrd="4" destOrd="0" presId="urn:microsoft.com/office/officeart/2005/8/layout/default"/>
    <dgm:cxn modelId="{CCE1A8C3-8118-A045-A1FD-3E67205F2AFF}" type="presParOf" srcId="{8DE4CA74-0CF1-2E4D-9130-64EDAC61D05F}" destId="{B4D22463-B97C-D24E-A6E7-9627C99941ED}" srcOrd="5" destOrd="0" presId="urn:microsoft.com/office/officeart/2005/8/layout/default"/>
    <dgm:cxn modelId="{8799B39E-4A7E-3D41-896A-BC9098E6EA7B}" type="presParOf" srcId="{8DE4CA74-0CF1-2E4D-9130-64EDAC61D05F}" destId="{22169D04-2360-A443-8CE5-0174128DF5E6}" srcOrd="6" destOrd="0" presId="urn:microsoft.com/office/officeart/2005/8/layout/default"/>
    <dgm:cxn modelId="{54C21EBE-2B69-EC44-B064-BBA64DB7ADCE}" type="presParOf" srcId="{8DE4CA74-0CF1-2E4D-9130-64EDAC61D05F}" destId="{27CB4B39-F167-5A4A-9460-55FF63FFA1A8}" srcOrd="7" destOrd="0" presId="urn:microsoft.com/office/officeart/2005/8/layout/default"/>
    <dgm:cxn modelId="{4E6B0904-C592-744A-8DAC-3098DE4823FD}" type="presParOf" srcId="{8DE4CA74-0CF1-2E4D-9130-64EDAC61D05F}" destId="{14485093-1F1B-5D49-B8E1-02E45C547FDB}" srcOrd="8" destOrd="0" presId="urn:microsoft.com/office/officeart/2005/8/layout/default"/>
    <dgm:cxn modelId="{22D715A5-BD86-FC49-AFC3-070897A2CC66}" type="presParOf" srcId="{8DE4CA74-0CF1-2E4D-9130-64EDAC61D05F}" destId="{949CC21E-5DCD-8F40-AE4B-51DC4F086BB6}" srcOrd="9" destOrd="0" presId="urn:microsoft.com/office/officeart/2005/8/layout/default"/>
    <dgm:cxn modelId="{A590542D-1653-6F43-A673-C3CFF5E7855D}" type="presParOf" srcId="{8DE4CA74-0CF1-2E4D-9130-64EDAC61D05F}" destId="{D278A66A-1C9D-964C-944D-320621A818B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745A16-3646-7142-BC8E-389C1B092835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84E6DBD-72FD-744F-9E6C-2E12B12C7A1E}">
      <dgm:prSet custT="1"/>
      <dgm:spPr/>
      <dgm:t>
        <a:bodyPr/>
        <a:lstStyle/>
        <a:p>
          <a:pPr rtl="0"/>
          <a:r>
            <a:rPr lang="en-US" sz="2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Comprises three logical components:</a:t>
          </a:r>
          <a:endParaRPr lang="en-US" sz="2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B8713E-B20E-1940-9078-82DBC4992DAF}" type="parTrans" cxnId="{DAB5544B-EE5D-FB42-BD0F-717A1601F12B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6CC58F9-3AAC-1D41-90B1-EEBB5E8DA9F9}" type="sibTrans" cxnId="{DAB5544B-EE5D-FB42-BD0F-717A1601F12B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DC53A8-EA10-5C48-9BA8-C90613574F46}">
      <dgm:prSet custT="1"/>
      <dgm:spPr/>
      <dgm:t>
        <a:bodyPr/>
        <a:lstStyle/>
        <a:p>
          <a:pPr rtl="0">
            <a:spcBef>
              <a:spcPts val="0"/>
            </a:spcBef>
            <a:spcAft>
              <a:spcPts val="1032"/>
            </a:spcAft>
          </a:pP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Sensors – </a:t>
          </a:r>
          <a:r>
            <a:rPr lang="en-US" sz="1600" b="0" dirty="0">
              <a:latin typeface="Arial" panose="020B0604020202020204" pitchFamily="34" charset="0"/>
              <a:cs typeface="Arial" panose="020B0604020202020204" pitchFamily="34" charset="0"/>
            </a:rPr>
            <a:t>collect data (e.g., network packets, log files, and system call traces)</a:t>
          </a:r>
        </a:p>
      </dgm:t>
    </dgm:pt>
    <dgm:pt modelId="{E30ABB97-7304-DC4F-97D8-59BE79A59992}" type="parTrans" cxnId="{43E122E8-9932-B24D-A7D0-5CE4DE6108D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D29B2B-0E89-BB4C-BA40-33052264A5A7}" type="sibTrans" cxnId="{43E122E8-9932-B24D-A7D0-5CE4DE6108DE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99BE1F-3606-0744-A3D5-CF15956CD8A5}">
      <dgm:prSet custT="1"/>
      <dgm:spPr/>
      <dgm:t>
        <a:bodyPr/>
        <a:lstStyle/>
        <a:p>
          <a:pPr rtl="0">
            <a:spcBef>
              <a:spcPts val="0"/>
            </a:spcBef>
            <a:spcAft>
              <a:spcPts val="1032"/>
            </a:spcAft>
          </a:pP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Analyzers – </a:t>
          </a:r>
          <a:r>
            <a:rPr lang="en-US" sz="1600" b="0" dirty="0">
              <a:latin typeface="Arial" panose="020B0604020202020204" pitchFamily="34" charset="0"/>
              <a:cs typeface="Arial" panose="020B0604020202020204" pitchFamily="34" charset="0"/>
            </a:rPr>
            <a:t>read sensor data and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0" dirty="0">
              <a:latin typeface="Arial" panose="020B0604020202020204" pitchFamily="34" charset="0"/>
              <a:cs typeface="Arial" panose="020B0604020202020204" pitchFamily="34" charset="0"/>
            </a:rPr>
            <a:t>determine if intrusion has occurred, archive evidence for future analysis, and guide actions </a:t>
          </a:r>
        </a:p>
      </dgm:t>
    </dgm:pt>
    <dgm:pt modelId="{7016455D-4361-0949-8A62-DA074B0780E0}" type="parTrans" cxnId="{F8EA7C44-087D-EF4E-9474-D031F883C57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350E35-DB89-634F-9B2C-4E18C6B4A9B8}" type="sibTrans" cxnId="{F8EA7C44-087D-EF4E-9474-D031F883C571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F4F27E-483D-1D45-96FC-745D51C1347E}">
      <dgm:prSet custT="1"/>
      <dgm:spPr/>
      <dgm:t>
        <a:bodyPr/>
        <a:lstStyle/>
        <a:p>
          <a:pPr rtl="0">
            <a:spcBef>
              <a:spcPts val="0"/>
            </a:spcBef>
            <a:spcAft>
              <a:spcPts val="1032"/>
            </a:spcAft>
          </a:pP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User interface – </a:t>
          </a:r>
          <a:r>
            <a:rPr lang="en-US" sz="1600" b="0" dirty="0">
              <a:latin typeface="Arial" panose="020B0604020202020204" pitchFamily="34" charset="0"/>
              <a:cs typeface="Arial" panose="020B0604020202020204" pitchFamily="34" charset="0"/>
            </a:rPr>
            <a:t>view output or control system behavior</a:t>
          </a:r>
        </a:p>
      </dgm:t>
    </dgm:pt>
    <dgm:pt modelId="{359111DA-6784-5D43-B673-5235560A94BD}" type="parTrans" cxnId="{7D486069-2F75-174A-B318-6E644A7D1F3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1CE79C-FCEA-8E4A-B691-658CEC843816}" type="sibTrans" cxnId="{7D486069-2F75-174A-B318-6E644A7D1F36}">
      <dgm:prSet/>
      <dgm:spPr/>
      <dgm:t>
        <a:bodyPr/>
        <a:lstStyle/>
        <a:p>
          <a:endParaRPr lang="en-US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B85003-14A5-9646-9D85-756BF5173056}" type="pres">
      <dgm:prSet presAssocID="{E7745A16-3646-7142-BC8E-389C1B092835}" presName="Name0" presStyleCnt="0">
        <dgm:presLayoutVars>
          <dgm:dir/>
          <dgm:animLvl val="lvl"/>
          <dgm:resizeHandles val="exact"/>
        </dgm:presLayoutVars>
      </dgm:prSet>
      <dgm:spPr/>
    </dgm:pt>
    <dgm:pt modelId="{10C89FA6-E5E5-244B-8EE5-4A4BE6CFCB06}" type="pres">
      <dgm:prSet presAssocID="{784E6DBD-72FD-744F-9E6C-2E12B12C7A1E}" presName="composite" presStyleCnt="0"/>
      <dgm:spPr/>
    </dgm:pt>
    <dgm:pt modelId="{3998D718-DFE5-C244-B833-90A7F5ED6EE8}" type="pres">
      <dgm:prSet presAssocID="{784E6DBD-72FD-744F-9E6C-2E12B12C7A1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6C517A6-D3A6-FF4C-B4A7-4E1B0F119722}" type="pres">
      <dgm:prSet presAssocID="{784E6DBD-72FD-744F-9E6C-2E12B12C7A1E}" presName="desTx" presStyleLbl="alignAccFollowNode1" presStyleIdx="0" presStyleCnt="1" custLinFactNeighborY="1792">
        <dgm:presLayoutVars>
          <dgm:bulletEnabled val="1"/>
        </dgm:presLayoutVars>
      </dgm:prSet>
      <dgm:spPr/>
    </dgm:pt>
  </dgm:ptLst>
  <dgm:cxnLst>
    <dgm:cxn modelId="{82E34A33-ABD8-2744-ABA7-485096D21B0C}" type="presOf" srcId="{E7745A16-3646-7142-BC8E-389C1B092835}" destId="{F2B85003-14A5-9646-9D85-756BF5173056}" srcOrd="0" destOrd="0" presId="urn:microsoft.com/office/officeart/2005/8/layout/hList1"/>
    <dgm:cxn modelId="{F8EA7C44-087D-EF4E-9474-D031F883C571}" srcId="{784E6DBD-72FD-744F-9E6C-2E12B12C7A1E}" destId="{0999BE1F-3606-0744-A3D5-CF15956CD8A5}" srcOrd="1" destOrd="0" parTransId="{7016455D-4361-0949-8A62-DA074B0780E0}" sibTransId="{50350E35-DB89-634F-9B2C-4E18C6B4A9B8}"/>
    <dgm:cxn modelId="{05D68866-EE1E-B44D-B9D9-A016C4B5DFA1}" type="presOf" srcId="{40F4F27E-483D-1D45-96FC-745D51C1347E}" destId="{E6C517A6-D3A6-FF4C-B4A7-4E1B0F119722}" srcOrd="0" destOrd="2" presId="urn:microsoft.com/office/officeart/2005/8/layout/hList1"/>
    <dgm:cxn modelId="{7D486069-2F75-174A-B318-6E644A7D1F36}" srcId="{784E6DBD-72FD-744F-9E6C-2E12B12C7A1E}" destId="{40F4F27E-483D-1D45-96FC-745D51C1347E}" srcOrd="2" destOrd="0" parTransId="{359111DA-6784-5D43-B673-5235560A94BD}" sibTransId="{F11CE79C-FCEA-8E4A-B691-658CEC843816}"/>
    <dgm:cxn modelId="{DAB5544B-EE5D-FB42-BD0F-717A1601F12B}" srcId="{E7745A16-3646-7142-BC8E-389C1B092835}" destId="{784E6DBD-72FD-744F-9E6C-2E12B12C7A1E}" srcOrd="0" destOrd="0" parTransId="{1EB8713E-B20E-1940-9078-82DBC4992DAF}" sibTransId="{16CC58F9-3AAC-1D41-90B1-EEBB5E8DA9F9}"/>
    <dgm:cxn modelId="{16387FA6-7FFA-8341-AA68-3E43408D43FF}" type="presOf" srcId="{0999BE1F-3606-0744-A3D5-CF15956CD8A5}" destId="{E6C517A6-D3A6-FF4C-B4A7-4E1B0F119722}" srcOrd="0" destOrd="1" presId="urn:microsoft.com/office/officeart/2005/8/layout/hList1"/>
    <dgm:cxn modelId="{0F63ADC3-2420-0C49-9BA4-00F8884AF5CC}" type="presOf" srcId="{784E6DBD-72FD-744F-9E6C-2E12B12C7A1E}" destId="{3998D718-DFE5-C244-B833-90A7F5ED6EE8}" srcOrd="0" destOrd="0" presId="urn:microsoft.com/office/officeart/2005/8/layout/hList1"/>
    <dgm:cxn modelId="{F8169FC9-8567-F041-AA2A-6B3E62CBE0E4}" type="presOf" srcId="{ACDC53A8-EA10-5C48-9BA8-C90613574F46}" destId="{E6C517A6-D3A6-FF4C-B4A7-4E1B0F119722}" srcOrd="0" destOrd="0" presId="urn:microsoft.com/office/officeart/2005/8/layout/hList1"/>
    <dgm:cxn modelId="{43E122E8-9932-B24D-A7D0-5CE4DE6108DE}" srcId="{784E6DBD-72FD-744F-9E6C-2E12B12C7A1E}" destId="{ACDC53A8-EA10-5C48-9BA8-C90613574F46}" srcOrd="0" destOrd="0" parTransId="{E30ABB97-7304-DC4F-97D8-59BE79A59992}" sibTransId="{C1D29B2B-0E89-BB4C-BA40-33052264A5A7}"/>
    <dgm:cxn modelId="{A793054E-3402-2942-B222-35D8068A42CF}" type="presParOf" srcId="{F2B85003-14A5-9646-9D85-756BF5173056}" destId="{10C89FA6-E5E5-244B-8EE5-4A4BE6CFCB06}" srcOrd="0" destOrd="0" presId="urn:microsoft.com/office/officeart/2005/8/layout/hList1"/>
    <dgm:cxn modelId="{651D3273-7D8F-354B-875C-69BF875B9A95}" type="presParOf" srcId="{10C89FA6-E5E5-244B-8EE5-4A4BE6CFCB06}" destId="{3998D718-DFE5-C244-B833-90A7F5ED6EE8}" srcOrd="0" destOrd="0" presId="urn:microsoft.com/office/officeart/2005/8/layout/hList1"/>
    <dgm:cxn modelId="{D8035BBD-D3D6-6D43-9E79-808C66E9F643}" type="presParOf" srcId="{10C89FA6-E5E5-244B-8EE5-4A4BE6CFCB06}" destId="{E6C517A6-D3A6-FF4C-B4A7-4E1B0F1197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C54FC2-4C85-CB44-A4F4-ABAB06F3C868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742CE6-D30B-064E-B9EF-0A464A5B94FA}">
      <dgm:prSet phldrT="[Text]"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Statistical</a:t>
          </a:r>
        </a:p>
      </dgm:t>
    </dgm:pt>
    <dgm:pt modelId="{D8D27A1B-6171-554F-9B9C-AB5B813776DD}" type="parTrans" cxnId="{8F094D95-4199-DA43-90BB-6ACCBF9B255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306268-8958-2F45-9CA8-AF1610342D4E}" type="sibTrans" cxnId="{8F094D95-4199-DA43-90BB-6ACCBF9B255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51F1C4-BFDA-4C40-9913-F2E564136400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Analysis of the observed behavior using univariate, multivariate, or time-series models of observed metrics</a:t>
          </a:r>
        </a:p>
      </dgm:t>
    </dgm:pt>
    <dgm:pt modelId="{A14ED91B-4C4D-1149-828F-D7F407C5FB39}" type="parTrans" cxnId="{E84B274E-67F6-134D-AAED-E98D0520FE1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6F9B06-802A-6D47-884A-BC3B51571991}" type="sibTrans" cxnId="{E84B274E-67F6-134D-AAED-E98D0520FE1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210C36-8B73-F849-AA78-C422EF0B6AC3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Knowledge based</a:t>
          </a:r>
        </a:p>
      </dgm:t>
    </dgm:pt>
    <dgm:pt modelId="{5C1D6CFD-3F35-C74A-B806-664DF9A68045}" type="parTrans" cxnId="{F4DB16BB-B289-0141-92EF-A4F0E9C56FD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2C20C0-7951-ED4A-890A-D5CF1293B5AC}" type="sibTrans" cxnId="{F4DB16BB-B289-0141-92EF-A4F0E9C56FD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F74B8E-A671-8E4A-BFBD-2CC2FFDA8297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Approaches use an expert system that classifies observed behavior according to a set of rules that model legitimate behavior</a:t>
          </a:r>
        </a:p>
      </dgm:t>
    </dgm:pt>
    <dgm:pt modelId="{76EC7298-07F5-D445-8E97-75905916F027}" type="parTrans" cxnId="{08AD0AAA-892F-8C41-A0FA-65D5ED03C6C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C61965-9A6C-364A-8FEB-0999E4179577}" type="sibTrans" cxnId="{08AD0AAA-892F-8C41-A0FA-65D5ED03C6C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C66A0A-0CC5-CD41-9185-E7ED24830A0D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Machine-learning</a:t>
          </a:r>
        </a:p>
      </dgm:t>
    </dgm:pt>
    <dgm:pt modelId="{F5708234-65E1-A247-866B-2B1A3A19CA31}" type="parTrans" cxnId="{DA42B004-451B-C048-AEF0-CE4814CF05C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FBD5D0-2076-2C4C-A5BB-04901C284780}" type="sibTrans" cxnId="{DA42B004-451B-C048-AEF0-CE4814CF05C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6C59EA-46A9-054D-A394-3AFA374FC8A4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Approaches automatically determine a suitable classification model from the training data using data mining techniques</a:t>
          </a:r>
        </a:p>
      </dgm:t>
    </dgm:pt>
    <dgm:pt modelId="{4CD6D663-9D9C-6E40-B2B1-01B5A748C3B5}" type="parTrans" cxnId="{382E3AB5-22E3-9F46-9477-E27710FE652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90B4D-B136-5F4D-ABD3-85B92DD20B38}" type="sibTrans" cxnId="{382E3AB5-22E3-9F46-9477-E27710FE652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43F2A3-E15C-AE4A-AF5D-7F3F748901A8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Change-detection principles are used</a:t>
          </a:r>
        </a:p>
      </dgm:t>
    </dgm:pt>
    <dgm:pt modelId="{C7A42D0E-0EAF-134F-8A23-E136E7CB7726}" type="parTrans" cxnId="{955A61AA-5770-BB45-83DA-AE3A6DCC9A81}">
      <dgm:prSet/>
      <dgm:spPr/>
      <dgm:t>
        <a:bodyPr/>
        <a:lstStyle/>
        <a:p>
          <a:endParaRPr lang="en-US"/>
        </a:p>
      </dgm:t>
    </dgm:pt>
    <dgm:pt modelId="{9548CAA9-4263-D04A-B1C9-477CB3598AD4}" type="sibTrans" cxnId="{955A61AA-5770-BB45-83DA-AE3A6DCC9A81}">
      <dgm:prSet/>
      <dgm:spPr/>
      <dgm:t>
        <a:bodyPr/>
        <a:lstStyle/>
        <a:p>
          <a:endParaRPr lang="en-US"/>
        </a:p>
      </dgm:t>
    </dgm:pt>
    <dgm:pt modelId="{C2789DE8-6DCB-6C46-95AF-608CD4311EB7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Difficulty and time consuming to develop a high-quality knowledge from the data, and requires human experts to assist with the process</a:t>
          </a:r>
        </a:p>
      </dgm:t>
    </dgm:pt>
    <dgm:pt modelId="{6E855388-D3E6-B24D-9B4C-7214AC745131}" type="parTrans" cxnId="{C5DE4A1F-1E11-AF40-B6BA-F44C2D99716F}">
      <dgm:prSet/>
      <dgm:spPr/>
      <dgm:t>
        <a:bodyPr/>
        <a:lstStyle/>
        <a:p>
          <a:endParaRPr lang="en-US"/>
        </a:p>
      </dgm:t>
    </dgm:pt>
    <dgm:pt modelId="{B11C5472-F629-F44E-919F-0EDF9BF0C97B}" type="sibTrans" cxnId="{C5DE4A1F-1E11-AF40-B6BA-F44C2D99716F}">
      <dgm:prSet/>
      <dgm:spPr/>
      <dgm:t>
        <a:bodyPr/>
        <a:lstStyle/>
        <a:p>
          <a:endParaRPr lang="en-US"/>
        </a:p>
      </dgm:t>
    </dgm:pt>
    <dgm:pt modelId="{776CFA40-5620-6E44-AF23-6975BBAC3C46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Training process typically requires lots of sanitized data, and takes significant time and computational resources</a:t>
          </a:r>
        </a:p>
      </dgm:t>
    </dgm:pt>
    <dgm:pt modelId="{2A761A0D-3DBA-D54E-B227-730E4B07E825}" type="parTrans" cxnId="{B5BEB7DD-63D0-8D47-92EF-9D14A1440DC5}">
      <dgm:prSet/>
      <dgm:spPr/>
      <dgm:t>
        <a:bodyPr/>
        <a:lstStyle/>
        <a:p>
          <a:endParaRPr lang="en-US"/>
        </a:p>
      </dgm:t>
    </dgm:pt>
    <dgm:pt modelId="{602E318F-F9EB-C548-BE9B-E957643DF46D}" type="sibTrans" cxnId="{B5BEB7DD-63D0-8D47-92EF-9D14A1440DC5}">
      <dgm:prSet/>
      <dgm:spPr/>
      <dgm:t>
        <a:bodyPr/>
        <a:lstStyle/>
        <a:p>
          <a:endParaRPr lang="en-US"/>
        </a:p>
      </dgm:t>
    </dgm:pt>
    <dgm:pt modelId="{8CD9D30F-AAC0-9047-ACEB-97184EA3C8D1}">
      <dgm:prSet/>
      <dgm:spPr/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02B404-92CE-9D41-8B8D-9CE90F04FCDE}" type="parTrans" cxnId="{2588D1CC-E906-6A4A-B79E-02D8109299C8}">
      <dgm:prSet/>
      <dgm:spPr/>
      <dgm:t>
        <a:bodyPr/>
        <a:lstStyle/>
        <a:p>
          <a:endParaRPr lang="en-US"/>
        </a:p>
      </dgm:t>
    </dgm:pt>
    <dgm:pt modelId="{C9D84BEF-9D5A-D04B-B207-0BB593196CB7}" type="sibTrans" cxnId="{2588D1CC-E906-6A4A-B79E-02D8109299C8}">
      <dgm:prSet/>
      <dgm:spPr/>
      <dgm:t>
        <a:bodyPr/>
        <a:lstStyle/>
        <a:p>
          <a:endParaRPr lang="en-US"/>
        </a:p>
      </dgm:t>
    </dgm:pt>
    <dgm:pt modelId="{955A6B91-8A3C-A14D-837E-359A37B17597}">
      <dgm:prSet/>
      <dgm:spPr/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4C649A-6FD8-9645-A2F0-69B26517E022}" type="parTrans" cxnId="{A5F09F6D-DC60-A749-A3E6-7AF50746F228}">
      <dgm:prSet/>
      <dgm:spPr/>
      <dgm:t>
        <a:bodyPr/>
        <a:lstStyle/>
        <a:p>
          <a:endParaRPr lang="en-US"/>
        </a:p>
      </dgm:t>
    </dgm:pt>
    <dgm:pt modelId="{6BA25D15-70B9-5B43-A7AE-1008DB96FB7D}" type="sibTrans" cxnId="{A5F09F6D-DC60-A749-A3E6-7AF50746F228}">
      <dgm:prSet/>
      <dgm:spPr/>
      <dgm:t>
        <a:bodyPr/>
        <a:lstStyle/>
        <a:p>
          <a:endParaRPr lang="en-US"/>
        </a:p>
      </dgm:t>
    </dgm:pt>
    <dgm:pt modelId="{E2706A80-FBDC-CE42-8505-E65EE75F2392}">
      <dgm:prSet/>
      <dgm:spPr/>
      <dgm:t>
        <a:bodyPr/>
        <a:lstStyle/>
        <a:p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7A47C1-D1DA-5C49-9C00-EA43E242AC37}" type="parTrans" cxnId="{00270659-FABF-9148-AFEE-F25D235B7E61}">
      <dgm:prSet/>
      <dgm:spPr/>
      <dgm:t>
        <a:bodyPr/>
        <a:lstStyle/>
        <a:p>
          <a:endParaRPr lang="en-US"/>
        </a:p>
      </dgm:t>
    </dgm:pt>
    <dgm:pt modelId="{A971CF12-E45D-FC47-9BD6-DFF6213F051E}" type="sibTrans" cxnId="{00270659-FABF-9148-AFEE-F25D235B7E61}">
      <dgm:prSet/>
      <dgm:spPr/>
      <dgm:t>
        <a:bodyPr/>
        <a:lstStyle/>
        <a:p>
          <a:endParaRPr lang="en-US"/>
        </a:p>
      </dgm:t>
    </dgm:pt>
    <dgm:pt modelId="{CCF78B0F-D6D7-EC44-BF6C-DE1726354E74}" type="pres">
      <dgm:prSet presAssocID="{86C54FC2-4C85-CB44-A4F4-ABAB06F3C868}" presName="Name0" presStyleCnt="0">
        <dgm:presLayoutVars>
          <dgm:dir/>
          <dgm:animLvl val="lvl"/>
          <dgm:resizeHandles val="exact"/>
        </dgm:presLayoutVars>
      </dgm:prSet>
      <dgm:spPr/>
    </dgm:pt>
    <dgm:pt modelId="{C48FF894-851E-3944-8461-25192C2A06CB}" type="pres">
      <dgm:prSet presAssocID="{B9742CE6-D30B-064E-B9EF-0A464A5B94FA}" presName="composite" presStyleCnt="0"/>
      <dgm:spPr/>
    </dgm:pt>
    <dgm:pt modelId="{C11B8927-92E9-E448-AC55-A1999D35A709}" type="pres">
      <dgm:prSet presAssocID="{B9742CE6-D30B-064E-B9EF-0A464A5B94F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F1AEFA8-7AB2-234A-AAE8-EE53294DDF6C}" type="pres">
      <dgm:prSet presAssocID="{B9742CE6-D30B-064E-B9EF-0A464A5B94FA}" presName="desTx" presStyleLbl="alignAccFollowNode1" presStyleIdx="0" presStyleCnt="3">
        <dgm:presLayoutVars>
          <dgm:bulletEnabled val="1"/>
        </dgm:presLayoutVars>
      </dgm:prSet>
      <dgm:spPr/>
    </dgm:pt>
    <dgm:pt modelId="{D641147A-24EB-DB47-92C1-D30ABCA5F985}" type="pres">
      <dgm:prSet presAssocID="{8E306268-8958-2F45-9CA8-AF1610342D4E}" presName="space" presStyleCnt="0"/>
      <dgm:spPr/>
    </dgm:pt>
    <dgm:pt modelId="{857CEAD5-E3F4-004A-8CCB-701C2B735E32}" type="pres">
      <dgm:prSet presAssocID="{F0210C36-8B73-F849-AA78-C422EF0B6AC3}" presName="composite" presStyleCnt="0"/>
      <dgm:spPr/>
    </dgm:pt>
    <dgm:pt modelId="{600A406A-E6CB-594A-B400-09FC87DD37D7}" type="pres">
      <dgm:prSet presAssocID="{F0210C36-8B73-F849-AA78-C422EF0B6AC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781D5E4B-F86D-924A-BC41-C7667655BD82}" type="pres">
      <dgm:prSet presAssocID="{F0210C36-8B73-F849-AA78-C422EF0B6AC3}" presName="desTx" presStyleLbl="alignAccFollowNode1" presStyleIdx="1" presStyleCnt="3">
        <dgm:presLayoutVars>
          <dgm:bulletEnabled val="1"/>
        </dgm:presLayoutVars>
      </dgm:prSet>
      <dgm:spPr/>
    </dgm:pt>
    <dgm:pt modelId="{CF5C868E-4188-E842-825E-E64AC3825641}" type="pres">
      <dgm:prSet presAssocID="{722C20C0-7951-ED4A-890A-D5CF1293B5AC}" presName="space" presStyleCnt="0"/>
      <dgm:spPr/>
    </dgm:pt>
    <dgm:pt modelId="{346E93D3-76A5-AF46-90C6-993BC88247B5}" type="pres">
      <dgm:prSet presAssocID="{3AC66A0A-0CC5-CD41-9185-E7ED24830A0D}" presName="composite" presStyleCnt="0"/>
      <dgm:spPr/>
    </dgm:pt>
    <dgm:pt modelId="{6AB72217-9CC8-814A-89F2-9C29E0F7760E}" type="pres">
      <dgm:prSet presAssocID="{3AC66A0A-0CC5-CD41-9185-E7ED24830A0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AD21AE2-02DA-6B47-91BB-A7BFD64D0D3D}" type="pres">
      <dgm:prSet presAssocID="{3AC66A0A-0CC5-CD41-9185-E7ED24830A0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B3F6101-9C34-DA40-9604-CAA43C2579D3}" type="presOf" srcId="{E2706A80-FBDC-CE42-8505-E65EE75F2392}" destId="{7AD21AE2-02DA-6B47-91BB-A7BFD64D0D3D}" srcOrd="0" destOrd="1" presId="urn:microsoft.com/office/officeart/2005/8/layout/hList1"/>
    <dgm:cxn modelId="{DA42B004-451B-C048-AEF0-CE4814CF05C6}" srcId="{86C54FC2-4C85-CB44-A4F4-ABAB06F3C868}" destId="{3AC66A0A-0CC5-CD41-9185-E7ED24830A0D}" srcOrd="2" destOrd="0" parTransId="{F5708234-65E1-A247-866B-2B1A3A19CA31}" sibTransId="{1EFBD5D0-2076-2C4C-A5BB-04901C284780}"/>
    <dgm:cxn modelId="{C74A721C-3A03-AA4A-9596-F1492B556F03}" type="presOf" srcId="{7C51F1C4-BFDA-4C40-9913-F2E564136400}" destId="{8F1AEFA8-7AB2-234A-AAE8-EE53294DDF6C}" srcOrd="0" destOrd="0" presId="urn:microsoft.com/office/officeart/2005/8/layout/hList1"/>
    <dgm:cxn modelId="{C5DE4A1F-1E11-AF40-B6BA-F44C2D99716F}" srcId="{F0210C36-8B73-F849-AA78-C422EF0B6AC3}" destId="{C2789DE8-6DCB-6C46-95AF-608CD4311EB7}" srcOrd="2" destOrd="0" parTransId="{6E855388-D3E6-B24D-9B4C-7214AC745131}" sibTransId="{B11C5472-F629-F44E-919F-0EDF9BF0C97B}"/>
    <dgm:cxn modelId="{9D5B7F27-40D4-9C40-9F20-D9160E0F8E75}" type="presOf" srcId="{955A6B91-8A3C-A14D-837E-359A37B17597}" destId="{781D5E4B-F86D-924A-BC41-C7667655BD82}" srcOrd="0" destOrd="1" presId="urn:microsoft.com/office/officeart/2005/8/layout/hList1"/>
    <dgm:cxn modelId="{1BBFEA60-415C-0E44-B030-92981E1EDCCC}" type="presOf" srcId="{F0210C36-8B73-F849-AA78-C422EF0B6AC3}" destId="{600A406A-E6CB-594A-B400-09FC87DD37D7}" srcOrd="0" destOrd="0" presId="urn:microsoft.com/office/officeart/2005/8/layout/hList1"/>
    <dgm:cxn modelId="{7356766D-476C-6940-9D68-09EFF604CC4E}" type="presOf" srcId="{B9742CE6-D30B-064E-B9EF-0A464A5B94FA}" destId="{C11B8927-92E9-E448-AC55-A1999D35A709}" srcOrd="0" destOrd="0" presId="urn:microsoft.com/office/officeart/2005/8/layout/hList1"/>
    <dgm:cxn modelId="{A5F09F6D-DC60-A749-A3E6-7AF50746F228}" srcId="{F0210C36-8B73-F849-AA78-C422EF0B6AC3}" destId="{955A6B91-8A3C-A14D-837E-359A37B17597}" srcOrd="1" destOrd="0" parTransId="{AD4C649A-6FD8-9645-A2F0-69B26517E022}" sibTransId="{6BA25D15-70B9-5B43-A7AE-1008DB96FB7D}"/>
    <dgm:cxn modelId="{E84B274E-67F6-134D-AAED-E98D0520FE13}" srcId="{B9742CE6-D30B-064E-B9EF-0A464A5B94FA}" destId="{7C51F1C4-BFDA-4C40-9913-F2E564136400}" srcOrd="0" destOrd="0" parTransId="{A14ED91B-4C4D-1149-828F-D7F407C5FB39}" sibTransId="{186F9B06-802A-6D47-884A-BC3B51571991}"/>
    <dgm:cxn modelId="{A7095F53-46EC-984B-A989-0F6BFFB890AC}" type="presOf" srcId="{776CFA40-5620-6E44-AF23-6975BBAC3C46}" destId="{7AD21AE2-02DA-6B47-91BB-A7BFD64D0D3D}" srcOrd="0" destOrd="2" presId="urn:microsoft.com/office/officeart/2005/8/layout/hList1"/>
    <dgm:cxn modelId="{00270659-FABF-9148-AFEE-F25D235B7E61}" srcId="{3AC66A0A-0CC5-CD41-9185-E7ED24830A0D}" destId="{E2706A80-FBDC-CE42-8505-E65EE75F2392}" srcOrd="1" destOrd="0" parTransId="{5A7A47C1-D1DA-5C49-9C00-EA43E242AC37}" sibTransId="{A971CF12-E45D-FC47-9BD6-DFF6213F051E}"/>
    <dgm:cxn modelId="{60264B7D-24E3-5443-9921-3535E09DC18E}" type="presOf" srcId="{C2789DE8-6DCB-6C46-95AF-608CD4311EB7}" destId="{781D5E4B-F86D-924A-BC41-C7667655BD82}" srcOrd="0" destOrd="2" presId="urn:microsoft.com/office/officeart/2005/8/layout/hList1"/>
    <dgm:cxn modelId="{8F094D95-4199-DA43-90BB-6ACCBF9B255C}" srcId="{86C54FC2-4C85-CB44-A4F4-ABAB06F3C868}" destId="{B9742CE6-D30B-064E-B9EF-0A464A5B94FA}" srcOrd="0" destOrd="0" parTransId="{D8D27A1B-6171-554F-9B9C-AB5B813776DD}" sibTransId="{8E306268-8958-2F45-9CA8-AF1610342D4E}"/>
    <dgm:cxn modelId="{08AD0AAA-892F-8C41-A0FA-65D5ED03C6C6}" srcId="{F0210C36-8B73-F849-AA78-C422EF0B6AC3}" destId="{DCF74B8E-A671-8E4A-BFBD-2CC2FFDA8297}" srcOrd="0" destOrd="0" parTransId="{76EC7298-07F5-D445-8E97-75905916F027}" sibTransId="{A0C61965-9A6C-364A-8FEB-0999E4179577}"/>
    <dgm:cxn modelId="{955A61AA-5770-BB45-83DA-AE3A6DCC9A81}" srcId="{B9742CE6-D30B-064E-B9EF-0A464A5B94FA}" destId="{A343F2A3-E15C-AE4A-AF5D-7F3F748901A8}" srcOrd="2" destOrd="0" parTransId="{C7A42D0E-0EAF-134F-8A23-E136E7CB7726}" sibTransId="{9548CAA9-4263-D04A-B1C9-477CB3598AD4}"/>
    <dgm:cxn modelId="{C2F1C8AA-076F-0146-9233-C198FCF289DC}" type="presOf" srcId="{8CD9D30F-AAC0-9047-ACEB-97184EA3C8D1}" destId="{8F1AEFA8-7AB2-234A-AAE8-EE53294DDF6C}" srcOrd="0" destOrd="1" presId="urn:microsoft.com/office/officeart/2005/8/layout/hList1"/>
    <dgm:cxn modelId="{AC460AB2-8980-AA46-B6F3-2F3278B265D3}" type="presOf" srcId="{3AC66A0A-0CC5-CD41-9185-E7ED24830A0D}" destId="{6AB72217-9CC8-814A-89F2-9C29E0F7760E}" srcOrd="0" destOrd="0" presId="urn:microsoft.com/office/officeart/2005/8/layout/hList1"/>
    <dgm:cxn modelId="{382E3AB5-22E3-9F46-9477-E27710FE652F}" srcId="{3AC66A0A-0CC5-CD41-9185-E7ED24830A0D}" destId="{C96C59EA-46A9-054D-A394-3AFA374FC8A4}" srcOrd="0" destOrd="0" parTransId="{4CD6D663-9D9C-6E40-B2B1-01B5A748C3B5}" sibTransId="{CA690B4D-B136-5F4D-ABD3-85B92DD20B38}"/>
    <dgm:cxn modelId="{F4DB16BB-B289-0141-92EF-A4F0E9C56FDC}" srcId="{86C54FC2-4C85-CB44-A4F4-ABAB06F3C868}" destId="{F0210C36-8B73-F849-AA78-C422EF0B6AC3}" srcOrd="1" destOrd="0" parTransId="{5C1D6CFD-3F35-C74A-B806-664DF9A68045}" sibTransId="{722C20C0-7951-ED4A-890A-D5CF1293B5AC}"/>
    <dgm:cxn modelId="{85295CC9-19C9-9C4E-BAEB-03DECB874F7A}" type="presOf" srcId="{86C54FC2-4C85-CB44-A4F4-ABAB06F3C868}" destId="{CCF78B0F-D6D7-EC44-BF6C-DE1726354E74}" srcOrd="0" destOrd="0" presId="urn:microsoft.com/office/officeart/2005/8/layout/hList1"/>
    <dgm:cxn modelId="{2588D1CC-E906-6A4A-B79E-02D8109299C8}" srcId="{B9742CE6-D30B-064E-B9EF-0A464A5B94FA}" destId="{8CD9D30F-AAC0-9047-ACEB-97184EA3C8D1}" srcOrd="1" destOrd="0" parTransId="{B202B404-92CE-9D41-8B8D-9CE90F04FCDE}" sibTransId="{C9D84BEF-9D5A-D04B-B207-0BB593196CB7}"/>
    <dgm:cxn modelId="{86A1ACD9-F4D0-C145-8C80-C506B4739B9F}" type="presOf" srcId="{C96C59EA-46A9-054D-A394-3AFA374FC8A4}" destId="{7AD21AE2-02DA-6B47-91BB-A7BFD64D0D3D}" srcOrd="0" destOrd="0" presId="urn:microsoft.com/office/officeart/2005/8/layout/hList1"/>
    <dgm:cxn modelId="{B5BEB7DD-63D0-8D47-92EF-9D14A1440DC5}" srcId="{3AC66A0A-0CC5-CD41-9185-E7ED24830A0D}" destId="{776CFA40-5620-6E44-AF23-6975BBAC3C46}" srcOrd="2" destOrd="0" parTransId="{2A761A0D-3DBA-D54E-B227-730E4B07E825}" sibTransId="{602E318F-F9EB-C548-BE9B-E957643DF46D}"/>
    <dgm:cxn modelId="{6259C7EA-7FA2-9F48-8D61-454BADDC2A31}" type="presOf" srcId="{DCF74B8E-A671-8E4A-BFBD-2CC2FFDA8297}" destId="{781D5E4B-F86D-924A-BC41-C7667655BD82}" srcOrd="0" destOrd="0" presId="urn:microsoft.com/office/officeart/2005/8/layout/hList1"/>
    <dgm:cxn modelId="{DCC1E7FD-8FAA-0E4E-9D35-C133F4B7045F}" type="presOf" srcId="{A343F2A3-E15C-AE4A-AF5D-7F3F748901A8}" destId="{8F1AEFA8-7AB2-234A-AAE8-EE53294DDF6C}" srcOrd="0" destOrd="2" presId="urn:microsoft.com/office/officeart/2005/8/layout/hList1"/>
    <dgm:cxn modelId="{39A4E633-FFC2-224C-8EAB-A6CB99CF51FE}" type="presParOf" srcId="{CCF78B0F-D6D7-EC44-BF6C-DE1726354E74}" destId="{C48FF894-851E-3944-8461-25192C2A06CB}" srcOrd="0" destOrd="0" presId="urn:microsoft.com/office/officeart/2005/8/layout/hList1"/>
    <dgm:cxn modelId="{DC31DA98-DE22-9C45-A631-ADBF0C821F56}" type="presParOf" srcId="{C48FF894-851E-3944-8461-25192C2A06CB}" destId="{C11B8927-92E9-E448-AC55-A1999D35A709}" srcOrd="0" destOrd="0" presId="urn:microsoft.com/office/officeart/2005/8/layout/hList1"/>
    <dgm:cxn modelId="{085E6547-15FA-1842-A4B7-C83C9CD50C97}" type="presParOf" srcId="{C48FF894-851E-3944-8461-25192C2A06CB}" destId="{8F1AEFA8-7AB2-234A-AAE8-EE53294DDF6C}" srcOrd="1" destOrd="0" presId="urn:microsoft.com/office/officeart/2005/8/layout/hList1"/>
    <dgm:cxn modelId="{D2889AA1-848F-1442-A90D-582A45850B7B}" type="presParOf" srcId="{CCF78B0F-D6D7-EC44-BF6C-DE1726354E74}" destId="{D641147A-24EB-DB47-92C1-D30ABCA5F985}" srcOrd="1" destOrd="0" presId="urn:microsoft.com/office/officeart/2005/8/layout/hList1"/>
    <dgm:cxn modelId="{084C1648-41EE-2445-A4AE-65AAA489EB16}" type="presParOf" srcId="{CCF78B0F-D6D7-EC44-BF6C-DE1726354E74}" destId="{857CEAD5-E3F4-004A-8CCB-701C2B735E32}" srcOrd="2" destOrd="0" presId="urn:microsoft.com/office/officeart/2005/8/layout/hList1"/>
    <dgm:cxn modelId="{0EB8AB36-4FA9-A945-9C3A-BCFAD48070F2}" type="presParOf" srcId="{857CEAD5-E3F4-004A-8CCB-701C2B735E32}" destId="{600A406A-E6CB-594A-B400-09FC87DD37D7}" srcOrd="0" destOrd="0" presId="urn:microsoft.com/office/officeart/2005/8/layout/hList1"/>
    <dgm:cxn modelId="{2BB19477-E6BB-274F-993C-4F12092372DB}" type="presParOf" srcId="{857CEAD5-E3F4-004A-8CCB-701C2B735E32}" destId="{781D5E4B-F86D-924A-BC41-C7667655BD82}" srcOrd="1" destOrd="0" presId="urn:microsoft.com/office/officeart/2005/8/layout/hList1"/>
    <dgm:cxn modelId="{E8A639C2-E0F3-E445-9C7A-2C211300399E}" type="presParOf" srcId="{CCF78B0F-D6D7-EC44-BF6C-DE1726354E74}" destId="{CF5C868E-4188-E842-825E-E64AC3825641}" srcOrd="3" destOrd="0" presId="urn:microsoft.com/office/officeart/2005/8/layout/hList1"/>
    <dgm:cxn modelId="{A7334599-DD5E-A74D-B3C9-4CFA13241024}" type="presParOf" srcId="{CCF78B0F-D6D7-EC44-BF6C-DE1726354E74}" destId="{346E93D3-76A5-AF46-90C6-993BC88247B5}" srcOrd="4" destOrd="0" presId="urn:microsoft.com/office/officeart/2005/8/layout/hList1"/>
    <dgm:cxn modelId="{1A6FBF10-8DC8-F542-8546-49836C4C73C9}" type="presParOf" srcId="{346E93D3-76A5-AF46-90C6-993BC88247B5}" destId="{6AB72217-9CC8-814A-89F2-9C29E0F7760E}" srcOrd="0" destOrd="0" presId="urn:microsoft.com/office/officeart/2005/8/layout/hList1"/>
    <dgm:cxn modelId="{D71EFA19-CBA3-5F4E-B774-7649154A227F}" type="presParOf" srcId="{346E93D3-76A5-AF46-90C6-993BC88247B5}" destId="{7AD21AE2-02DA-6B47-91BB-A7BFD64D0D3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6BA16E-AC4F-E04B-820B-E3B87DFBC5A9}">
      <dsp:nvSpPr>
        <dsp:cNvPr id="0" name=""/>
        <dsp:cNvSpPr/>
      </dsp:nvSpPr>
      <dsp:spPr>
        <a:xfrm>
          <a:off x="0" y="513056"/>
          <a:ext cx="2700300" cy="1620180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Target acquisition and information gathering</a:t>
          </a:r>
        </a:p>
      </dsp:txBody>
      <dsp:txXfrm>
        <a:off x="0" y="513056"/>
        <a:ext cx="2700300" cy="1620180"/>
      </dsp:txXfrm>
    </dsp:sp>
    <dsp:sp modelId="{BC544D0F-1EDE-9443-BA37-B40EB0DF35F8}">
      <dsp:nvSpPr>
        <dsp:cNvPr id="0" name=""/>
        <dsp:cNvSpPr/>
      </dsp:nvSpPr>
      <dsp:spPr>
        <a:xfrm>
          <a:off x="2970329" y="513056"/>
          <a:ext cx="2700300" cy="1620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Initial access</a:t>
          </a:r>
        </a:p>
      </dsp:txBody>
      <dsp:txXfrm>
        <a:off x="2970329" y="513056"/>
        <a:ext cx="2700300" cy="1620180"/>
      </dsp:txXfrm>
    </dsp:sp>
    <dsp:sp modelId="{4B00634A-7EB6-4A48-B27F-677F606BAC24}">
      <dsp:nvSpPr>
        <dsp:cNvPr id="0" name=""/>
        <dsp:cNvSpPr/>
      </dsp:nvSpPr>
      <dsp:spPr>
        <a:xfrm>
          <a:off x="5940659" y="513056"/>
          <a:ext cx="2700300" cy="1620180"/>
        </a:xfrm>
        <a:prstGeom prst="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Privilege escalation</a:t>
          </a:r>
        </a:p>
      </dsp:txBody>
      <dsp:txXfrm>
        <a:off x="5940659" y="513056"/>
        <a:ext cx="2700300" cy="1620180"/>
      </dsp:txXfrm>
    </dsp:sp>
    <dsp:sp modelId="{22169D04-2360-A443-8CE5-0174128DF5E6}">
      <dsp:nvSpPr>
        <dsp:cNvPr id="0" name=""/>
        <dsp:cNvSpPr/>
      </dsp:nvSpPr>
      <dsp:spPr>
        <a:xfrm>
          <a:off x="0" y="2403266"/>
          <a:ext cx="2700300" cy="1620180"/>
        </a:xfrm>
        <a:prstGeom prst="rect">
          <a:avLst/>
        </a:prstGeom>
        <a:solidFill>
          <a:schemeClr val="accent5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Information gathering or system exploit</a:t>
          </a:r>
        </a:p>
      </dsp:txBody>
      <dsp:txXfrm>
        <a:off x="0" y="2403266"/>
        <a:ext cx="2700300" cy="1620180"/>
      </dsp:txXfrm>
    </dsp:sp>
    <dsp:sp modelId="{14485093-1F1B-5D49-B8E1-02E45C547FDB}">
      <dsp:nvSpPr>
        <dsp:cNvPr id="0" name=""/>
        <dsp:cNvSpPr/>
      </dsp:nvSpPr>
      <dsp:spPr>
        <a:xfrm>
          <a:off x="2970329" y="2403267"/>
          <a:ext cx="2700300" cy="162018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Maintaining access</a:t>
          </a:r>
        </a:p>
      </dsp:txBody>
      <dsp:txXfrm>
        <a:off x="2970329" y="2403267"/>
        <a:ext cx="2700300" cy="1620180"/>
      </dsp:txXfrm>
    </dsp:sp>
    <dsp:sp modelId="{D278A66A-1C9D-964C-944D-320621A818BD}">
      <dsp:nvSpPr>
        <dsp:cNvPr id="0" name=""/>
        <dsp:cNvSpPr/>
      </dsp:nvSpPr>
      <dsp:spPr>
        <a:xfrm>
          <a:off x="5940659" y="2403267"/>
          <a:ext cx="2700300" cy="1620180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Covering tracks</a:t>
          </a:r>
        </a:p>
      </dsp:txBody>
      <dsp:txXfrm>
        <a:off x="5940659" y="2403267"/>
        <a:ext cx="2700300" cy="16201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8D718-DFE5-C244-B833-90A7F5ED6EE8}">
      <dsp:nvSpPr>
        <dsp:cNvPr id="0" name=""/>
        <dsp:cNvSpPr/>
      </dsp:nvSpPr>
      <dsp:spPr>
        <a:xfrm>
          <a:off x="0" y="13470"/>
          <a:ext cx="3188705" cy="127548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Comprises three logical components:</a:t>
          </a:r>
          <a:endParaRPr lang="en-US" sz="22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3470"/>
        <a:ext cx="3188705" cy="1275482"/>
      </dsp:txXfrm>
    </dsp:sp>
    <dsp:sp modelId="{E6C517A6-D3A6-FF4C-B4A7-4E1B0F119722}">
      <dsp:nvSpPr>
        <dsp:cNvPr id="0" name=""/>
        <dsp:cNvSpPr/>
      </dsp:nvSpPr>
      <dsp:spPr>
        <a:xfrm>
          <a:off x="0" y="1302422"/>
          <a:ext cx="3188705" cy="27230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ts val="0"/>
            </a:spcBef>
            <a:spcAft>
              <a:spcPts val="1032"/>
            </a:spcAft>
            <a:buChar char="•"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Sensors – </a:t>
          </a:r>
          <a:r>
            <a:rPr lang="en-US" sz="1600" b="0" kern="1200" dirty="0">
              <a:latin typeface="Arial" panose="020B0604020202020204" pitchFamily="34" charset="0"/>
              <a:cs typeface="Arial" panose="020B0604020202020204" pitchFamily="34" charset="0"/>
            </a:rPr>
            <a:t>collect data (e.g., network packets, log files, and system call traces)</a:t>
          </a:r>
        </a:p>
        <a:p>
          <a:pPr marL="171450" lvl="1" indent="-171450" algn="l" defTabSz="711200" rtl="0">
            <a:lnSpc>
              <a:spcPct val="90000"/>
            </a:lnSpc>
            <a:spcBef>
              <a:spcPts val="0"/>
            </a:spcBef>
            <a:spcAft>
              <a:spcPts val="1032"/>
            </a:spcAft>
            <a:buChar char="•"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Analyzers – </a:t>
          </a:r>
          <a:r>
            <a:rPr lang="en-US" sz="1600" b="0" kern="1200" dirty="0">
              <a:latin typeface="Arial" panose="020B0604020202020204" pitchFamily="34" charset="0"/>
              <a:cs typeface="Arial" panose="020B0604020202020204" pitchFamily="34" charset="0"/>
            </a:rPr>
            <a:t>read sensor data and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0" kern="1200" dirty="0">
              <a:latin typeface="Arial" panose="020B0604020202020204" pitchFamily="34" charset="0"/>
              <a:cs typeface="Arial" panose="020B0604020202020204" pitchFamily="34" charset="0"/>
            </a:rPr>
            <a:t>determine if intrusion has occurred, archive evidence for future analysis, and guide actions </a:t>
          </a:r>
        </a:p>
        <a:p>
          <a:pPr marL="171450" lvl="1" indent="-171450" algn="l" defTabSz="711200" rtl="0">
            <a:lnSpc>
              <a:spcPct val="90000"/>
            </a:lnSpc>
            <a:spcBef>
              <a:spcPts val="0"/>
            </a:spcBef>
            <a:spcAft>
              <a:spcPts val="1032"/>
            </a:spcAft>
            <a:buChar char="•"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User interface – </a:t>
          </a:r>
          <a:r>
            <a:rPr lang="en-US" sz="1600" b="0" kern="1200" dirty="0">
              <a:latin typeface="Arial" panose="020B0604020202020204" pitchFamily="34" charset="0"/>
              <a:cs typeface="Arial" panose="020B0604020202020204" pitchFamily="34" charset="0"/>
            </a:rPr>
            <a:t>view output or control system behavior</a:t>
          </a:r>
        </a:p>
      </dsp:txBody>
      <dsp:txXfrm>
        <a:off x="0" y="1302422"/>
        <a:ext cx="3188705" cy="2723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1B8927-92E9-E448-AC55-A1999D35A709}">
      <dsp:nvSpPr>
        <dsp:cNvPr id="0" name=""/>
        <dsp:cNvSpPr/>
      </dsp:nvSpPr>
      <dsp:spPr>
        <a:xfrm>
          <a:off x="2647" y="19172"/>
          <a:ext cx="2581751" cy="489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Statistical</a:t>
          </a:r>
        </a:p>
      </dsp:txBody>
      <dsp:txXfrm>
        <a:off x="2647" y="19172"/>
        <a:ext cx="2581751" cy="489600"/>
      </dsp:txXfrm>
    </dsp:sp>
    <dsp:sp modelId="{8F1AEFA8-7AB2-234A-AAE8-EE53294DDF6C}">
      <dsp:nvSpPr>
        <dsp:cNvPr id="0" name=""/>
        <dsp:cNvSpPr/>
      </dsp:nvSpPr>
      <dsp:spPr>
        <a:xfrm>
          <a:off x="2647" y="508772"/>
          <a:ext cx="2581751" cy="37186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Analysis of the observed behavior using univariate, multivariate, or time-series models of observed metrics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Change-detection principles are used</a:t>
          </a:r>
        </a:p>
      </dsp:txBody>
      <dsp:txXfrm>
        <a:off x="2647" y="508772"/>
        <a:ext cx="2581751" cy="3718617"/>
      </dsp:txXfrm>
    </dsp:sp>
    <dsp:sp modelId="{600A406A-E6CB-594A-B400-09FC87DD37D7}">
      <dsp:nvSpPr>
        <dsp:cNvPr id="0" name=""/>
        <dsp:cNvSpPr/>
      </dsp:nvSpPr>
      <dsp:spPr>
        <a:xfrm>
          <a:off x="2945844" y="19172"/>
          <a:ext cx="2581751" cy="489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Knowledge based</a:t>
          </a:r>
        </a:p>
      </dsp:txBody>
      <dsp:txXfrm>
        <a:off x="2945844" y="19172"/>
        <a:ext cx="2581751" cy="489600"/>
      </dsp:txXfrm>
    </dsp:sp>
    <dsp:sp modelId="{781D5E4B-F86D-924A-BC41-C7667655BD82}">
      <dsp:nvSpPr>
        <dsp:cNvPr id="0" name=""/>
        <dsp:cNvSpPr/>
      </dsp:nvSpPr>
      <dsp:spPr>
        <a:xfrm>
          <a:off x="2945844" y="508772"/>
          <a:ext cx="2581751" cy="37186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Approaches use an expert system that classifies observed behavior according to a set of rules that model legitimate behavior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Difficulty and time consuming to develop a high-quality knowledge from the data, and requires human experts to assist with the process</a:t>
          </a:r>
        </a:p>
      </dsp:txBody>
      <dsp:txXfrm>
        <a:off x="2945844" y="508772"/>
        <a:ext cx="2581751" cy="3718617"/>
      </dsp:txXfrm>
    </dsp:sp>
    <dsp:sp modelId="{6AB72217-9CC8-814A-89F2-9C29E0F7760E}">
      <dsp:nvSpPr>
        <dsp:cNvPr id="0" name=""/>
        <dsp:cNvSpPr/>
      </dsp:nvSpPr>
      <dsp:spPr>
        <a:xfrm>
          <a:off x="5889040" y="19172"/>
          <a:ext cx="2581751" cy="489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Machine-learning</a:t>
          </a:r>
        </a:p>
      </dsp:txBody>
      <dsp:txXfrm>
        <a:off x="5889040" y="19172"/>
        <a:ext cx="2581751" cy="489600"/>
      </dsp:txXfrm>
    </dsp:sp>
    <dsp:sp modelId="{7AD21AE2-02DA-6B47-91BB-A7BFD64D0D3D}">
      <dsp:nvSpPr>
        <dsp:cNvPr id="0" name=""/>
        <dsp:cNvSpPr/>
      </dsp:nvSpPr>
      <dsp:spPr>
        <a:xfrm>
          <a:off x="5889040" y="508772"/>
          <a:ext cx="2581751" cy="37186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Approaches automatically determine a suitable classification model from the training data using data mining techniques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Training process typically requires lots of sanitized data, and takes significant time and computational resources</a:t>
          </a:r>
        </a:p>
      </dsp:txBody>
      <dsp:txXfrm>
        <a:off x="5889040" y="508772"/>
        <a:ext cx="2581751" cy="37186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E49A57-252E-5856-0249-6E1EAAAF7E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069BF-16CF-3C74-F2F3-606931B6C7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CCDF5-1267-5645-AE4B-2A75F94B291A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383E8-9CF2-B618-90AB-4456BAA66D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A6E49-8BEC-E6BD-7A2D-565CDA1425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8DCE6-73C3-6547-87E9-607ADF5AB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6025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04B2-5B56-1C46-8F9D-E0702B1A86A5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60373-E21E-9E43-BB3A-0658B3FEE4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0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469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33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7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48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62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56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C8847-C870-FC49-BAC8-7739469A7F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08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59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5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C8847-C870-FC49-BAC8-7739469A7F4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04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D8DB9D91-12A9-6D85-5C4A-107079AA87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3"/>
            <a:ext cx="12192000" cy="6844631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C0596B2-8BCF-CDB9-86A8-E5F1D3BA8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4144617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 for Presentation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5FA1AF5-5DD9-B40B-465B-79A7653C5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5550" y="5744152"/>
            <a:ext cx="4660900" cy="35022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400" dirty="0"/>
              <a:t>Date xx, 202x</a:t>
            </a:r>
          </a:p>
        </p:txBody>
      </p:sp>
    </p:spTree>
    <p:extLst>
      <p:ext uri="{BB962C8B-B14F-4D97-AF65-F5344CB8AC3E}">
        <p14:creationId xmlns:p14="http://schemas.microsoft.com/office/powerpoint/2010/main" val="1216705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1600200"/>
            <a:ext cx="11277599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14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653E720E-FE37-173B-65F6-62EFA236FB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571500"/>
            <a:ext cx="11277600" cy="736439"/>
          </a:xfrm>
          <a:prstGeom prst="rect">
            <a:avLst/>
          </a:prstGeom>
        </p:spPr>
        <p:txBody>
          <a:bodyPr anchor="t"/>
          <a:lstStyle>
            <a:lvl1pPr algn="l">
              <a:defRPr sz="36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endParaRPr lang="en-US" sz="7200" dirty="0">
              <a:solidFill>
                <a:srgbClr val="005A95"/>
              </a:solidFill>
            </a:endParaRP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77A9F672-EF72-2298-66D3-AB7575B19E3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1" y="1600200"/>
            <a:ext cx="5638800" cy="3886200"/>
          </a:xfrm>
          <a:prstGeom prst="rect">
            <a:avLst/>
          </a:prstGeom>
        </p:spPr>
        <p:txBody>
          <a:bodyPr/>
          <a:lstStyle>
            <a:lvl1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rgbClr val="006199"/>
              </a:buClr>
              <a:defRPr b="0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D8FF0C6D-7B44-4491-2943-59A5D94A7B3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99667" y="1593184"/>
            <a:ext cx="4935132" cy="3892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 sz="2800" b="0" i="0" kern="1200" dirty="0">
                <a:solidFill>
                  <a:srgbClr val="7671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24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47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4A8D20-7863-7BFB-62B7-82573F4C0688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0061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56D25ECA-C5BA-AE0A-264F-72583C103F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5154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0F28B-6949-8A10-8B7C-D18BAEBD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45B7E347-82C1-5BCB-9E72-D9CF29D032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580" y="5641720"/>
            <a:ext cx="1829546" cy="7854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CF72C4-98D7-9FF3-70FE-096C982889BD}"/>
              </a:ext>
            </a:extLst>
          </p:cNvPr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BBBF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995E"/>
              </a:highlight>
            </a:endParaRP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88E2CF5-F61B-C587-8CED-45B374FC4C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8461" y="2286000"/>
            <a:ext cx="7335078" cy="11430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812381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8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456" userDrawn="1">
          <p15:clr>
            <a:srgbClr val="FBAE40"/>
          </p15:clr>
        </p15:guide>
        <p15:guide id="4" orient="horz" pos="360" userDrawn="1">
          <p15:clr>
            <a:srgbClr val="FBAE40"/>
          </p15:clr>
        </p15:guide>
        <p15:guide id="5" orient="horz" pos="1008" userDrawn="1">
          <p15:clr>
            <a:srgbClr val="FBAE40"/>
          </p15:clr>
        </p15:guide>
        <p15:guide id="6" pos="288" userDrawn="1">
          <p15:clr>
            <a:srgbClr val="FBAE40"/>
          </p15:clr>
        </p15:guide>
        <p15:guide id="7" pos="739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84A3350B-D6F5-E020-D657-C3F27D9B1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682"/>
            <a:ext cx="12199526" cy="6848856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67772414-34C0-529E-33AE-2D9DF25D31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28461" y="2863661"/>
            <a:ext cx="7335078" cy="1412031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4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3600" dirty="0"/>
              <a:t>Divider Title Slide</a:t>
            </a:r>
          </a:p>
          <a:p>
            <a:r>
              <a:rPr lang="en-US" sz="3600" dirty="0"/>
              <a:t>Line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865473-E2AD-6245-4447-BAEF54B15394}"/>
              </a:ext>
            </a:extLst>
          </p:cNvPr>
          <p:cNvSpPr/>
          <p:nvPr userDrawn="1"/>
        </p:nvSpPr>
        <p:spPr>
          <a:xfrm>
            <a:off x="2428461" y="4275692"/>
            <a:ext cx="7335078" cy="99085"/>
          </a:xfrm>
          <a:prstGeom prst="rect">
            <a:avLst/>
          </a:prstGeom>
          <a:solidFill>
            <a:srgbClr val="006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725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231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18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57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5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836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57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21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062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506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527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587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560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068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36A3-E6B7-CC43-A8FA-0B94F0D35B4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FCB6-F3ED-DC4B-9103-56EDD9D7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78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BA7C3E-9407-286B-C955-92021F6E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49987" y="6211957"/>
            <a:ext cx="2684813" cy="274623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A1A663-AB5A-1C46-BB3F-DC91B87E167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DB1E25ED-196F-AD3E-730C-350C97EE93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0049"/>
          <a:stretch/>
        </p:blipFill>
        <p:spPr>
          <a:xfrm>
            <a:off x="0" y="6684"/>
            <a:ext cx="6096000" cy="685131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F3FDA9FC-5FAF-19E1-2999-FA81EB28D6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33" y="2772348"/>
            <a:ext cx="4702175" cy="1846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>
                <a:solidFill>
                  <a:srgbClr val="7671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Long Title Goes Here</a:t>
            </a:r>
          </a:p>
          <a:p>
            <a:pPr lvl="0"/>
            <a:r>
              <a:rPr lang="en-US" dirty="0" err="1"/>
              <a:t>Xxxxxxx</a:t>
            </a:r>
            <a:endParaRPr lang="en-US" dirty="0"/>
          </a:p>
          <a:p>
            <a:pPr lvl="0"/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529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16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9" r:id="rId3"/>
    <p:sldLayoutId id="2147483655" r:id="rId4"/>
    <p:sldLayoutId id="2147483658" r:id="rId5"/>
    <p:sldLayoutId id="2147483660" r:id="rId6"/>
    <p:sldLayoutId id="2147483649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105" y="6583679"/>
            <a:ext cx="157404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Fall 2013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583679"/>
            <a:ext cx="3860800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MU CS 4001/7001 Cloud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89576" y="6583679"/>
            <a:ext cx="827592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36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rgbClr val="0000FF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hyperlink" Target="http://www.snort.org/" TargetMode="External"/><Relationship Id="rId4" Type="http://schemas.openxmlformats.org/officeDocument/2006/relationships/hyperlink" Target="http://www.wireshark.org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cqu@fgcu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32AD01-B626-8541-DD34-941AFABB40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161824"/>
            <a:ext cx="12192000" cy="650141"/>
          </a:xfrm>
        </p:spPr>
        <p:txBody>
          <a:bodyPr/>
          <a:lstStyle/>
          <a:p>
            <a:r>
              <a:rPr lang="en-US" sz="4800" dirty="0"/>
              <a:t>CEN 3078 Computer Security</a:t>
            </a:r>
            <a:endParaRPr lang="en-US" sz="2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AC5A7-CF21-681C-AD2A-CAFD76C83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58705" y="5663508"/>
            <a:ext cx="6674590" cy="350227"/>
          </a:xfrm>
        </p:spPr>
        <p:txBody>
          <a:bodyPr/>
          <a:lstStyle/>
          <a:p>
            <a:r>
              <a:rPr lang="en-US" sz="2400" dirty="0"/>
              <a:t>Module 1 – Application and Network Analysis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535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7155FF-C31E-4AC6-BFFA-E46AF52F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9A1A663-AB5A-1C46-BB3F-DC91B87E167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758D06-223B-4ABB-B038-E5907DC0A6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Module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21398-CE95-4290-A860-E1477BCE3728}"/>
              </a:ext>
            </a:extLst>
          </p:cNvPr>
          <p:cNvSpPr/>
          <p:nvPr/>
        </p:nvSpPr>
        <p:spPr>
          <a:xfrm>
            <a:off x="6623423" y="835662"/>
            <a:ext cx="485312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Network and application layers – security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Packet sniffing and spoofing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Intrusion detection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Legal and ethical issues</a:t>
            </a:r>
          </a:p>
        </p:txBody>
      </p:sp>
    </p:spTree>
    <p:extLst>
      <p:ext uri="{BB962C8B-B14F-4D97-AF65-F5344CB8AC3E}">
        <p14:creationId xmlns:p14="http://schemas.microsoft.com/office/powerpoint/2010/main" val="63172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Classes of Intruders – Cyber Criminals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B85425-53C2-4147-B20A-1A81AE59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077755"/>
          </a:xfrm>
        </p:spPr>
        <p:txBody>
          <a:bodyPr>
            <a:normAutofit/>
          </a:bodyPr>
          <a:lstStyle/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Hackers/Crackers</a:t>
            </a: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: Individuals or members of an organized crime group with a goal of financial reward</a:t>
            </a:r>
          </a:p>
          <a:p>
            <a:pPr lvl="1"/>
            <a:r>
              <a:rPr lang="en-US" sz="1600" dirty="0">
                <a:latin typeface="Arial" pitchFamily="-110" charset="0"/>
              </a:rPr>
              <a:t>Verizon found that 92% of the breaches they investigated were by outsiders, with 14% by insiders, and with some breaches involving both outsiders and insiders</a:t>
            </a:r>
          </a:p>
          <a:p>
            <a:pPr lvl="1"/>
            <a:r>
              <a:rPr lang="en-US" sz="16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Insiders were responsible for a small number of very large dataset compromises</a:t>
            </a: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Their activities may include: </a:t>
            </a:r>
          </a:p>
          <a:p>
            <a:pPr marL="1261872" lvl="2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Identity theft</a:t>
            </a:r>
          </a:p>
          <a:p>
            <a:pPr marL="1261872" lvl="2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Theft of financial credentials</a:t>
            </a:r>
          </a:p>
          <a:p>
            <a:pPr marL="1261872" lvl="2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Corporate espionage</a:t>
            </a:r>
          </a:p>
          <a:p>
            <a:pPr marL="1261872" lvl="2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Data theft</a:t>
            </a:r>
          </a:p>
          <a:p>
            <a:pPr marL="1261872" lvl="2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Data ransoming</a:t>
            </a: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Typically they are young, often Eastern European, Russian, or southeast Asian hackers, who do business on the Web</a:t>
            </a:r>
          </a:p>
          <a:p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They meet in underground forums (e.g., </a:t>
            </a:r>
            <a:r>
              <a:rPr lang="en-US" sz="2000" dirty="0" err="1">
                <a:latin typeface="Arial" pitchFamily="-110" charset="0"/>
              </a:rPr>
              <a:t>DarkMarket.org</a:t>
            </a:r>
            <a:r>
              <a:rPr lang="en-US" sz="2000" dirty="0">
                <a:latin typeface="Arial" pitchFamily="-110" charset="0"/>
              </a:rPr>
              <a:t> and </a:t>
            </a:r>
            <a:r>
              <a:rPr lang="en-US" sz="2000" dirty="0" err="1">
                <a:latin typeface="Arial" pitchFamily="-110" charset="0"/>
              </a:rPr>
              <a:t>theftservices.com</a:t>
            </a: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) to trade tips and data and coordinate attacks</a:t>
            </a:r>
            <a:endParaRPr lang="en-US" sz="2000" dirty="0"/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 startAt="9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95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Classes of Intruders – Activists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B85425-53C2-4147-B20A-1A81AE59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077755"/>
          </a:xfrm>
        </p:spPr>
        <p:txBody>
          <a:bodyPr>
            <a:normAutofit/>
          </a:bodyPr>
          <a:lstStyle/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Are either individuals, usually working as insiders, or members of a larger group of outsider attackers, who are motivated by social or political causes</a:t>
            </a:r>
            <a:endParaRPr lang="en-US" sz="1800" dirty="0">
              <a:effectLst>
                <a:outerShdw blurRad="50800" dist="50800" dir="270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endParaRPr lang="en-US" sz="2000" dirty="0">
              <a:effectLst>
                <a:outerShdw blurRad="50800" dist="50800" dir="270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Aim of their attacks is often to promote and publicize their cause typically through: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</a:pPr>
            <a:r>
              <a:rPr lang="en-US" sz="18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Website defacement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</a:pPr>
            <a:r>
              <a:rPr lang="en-US" sz="18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Denial of service attacks 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</a:pPr>
            <a:r>
              <a:rPr lang="en-US" sz="18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Theft and distribution of data that results in negative publicity or compromise of their targets </a:t>
            </a:r>
            <a:r>
              <a:rPr lang="en-US" sz="1800" dirty="0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(e.g., Edward Snowden, Chelsea Manning)</a:t>
            </a: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endParaRPr lang="en-US" sz="2000" dirty="0">
              <a:effectLst>
                <a:outerShdw blurRad="50800" dist="50800" dir="270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Also know as </a:t>
            </a:r>
            <a:r>
              <a:rPr lang="en-US" sz="2000" dirty="0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Hacktivists</a:t>
            </a: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 - Skill level is often quite low sometimes </a:t>
            </a:r>
            <a:r>
              <a:rPr lang="en-US" sz="2000" dirty="0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(i.e., script-kiddies)</a:t>
            </a: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 but there are large skilled groups </a:t>
            </a:r>
          </a:p>
          <a:p>
            <a:pPr marL="4572" indent="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None/>
            </a:pPr>
            <a:r>
              <a:rPr lang="en-US" sz="20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		</a:t>
            </a:r>
            <a:r>
              <a:rPr lang="en-US" sz="1800" dirty="0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(e.g., Anonymous Group, </a:t>
            </a:r>
            <a:r>
              <a:rPr lang="en-US" sz="1800" dirty="0" err="1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LulzSec</a:t>
            </a:r>
            <a:r>
              <a:rPr lang="en-US" sz="1800" dirty="0">
                <a:solidFill>
                  <a:srgbClr val="FF0000"/>
                </a:solidFill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)</a:t>
            </a:r>
          </a:p>
          <a:p>
            <a:pPr marL="347472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endParaRPr lang="en-US" sz="2000" dirty="0">
              <a:effectLst>
                <a:outerShdw blurRad="50800" dist="50800" dir="270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 startAt="9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BAD78-E5BA-824E-8497-E2102AEB4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0" y="5352393"/>
            <a:ext cx="1040832" cy="1143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44AEE3-3369-ED43-9321-A8AF822F7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869" y="5352393"/>
            <a:ext cx="1176670" cy="136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8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Examples of Intrusion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B85425-53C2-4147-B20A-1A81AE59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7638"/>
            <a:ext cx="8229600" cy="5077755"/>
          </a:xfrm>
        </p:spPr>
        <p:txBody>
          <a:bodyPr>
            <a:normAutofit/>
          </a:bodyPr>
          <a:lstStyle/>
          <a:p>
            <a:pPr marL="4572" indent="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None/>
            </a:pPr>
            <a:r>
              <a:rPr lang="en-US" sz="24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NIST SP 800-61 (</a:t>
            </a:r>
            <a:r>
              <a:rPr lang="en-US" sz="2400" i="1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Computer Security Incident Handling Guide</a:t>
            </a:r>
            <a:r>
              <a:rPr lang="en-US" sz="2400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) List: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Remote root compromise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Web server defacement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Guessing/cracking passwords</a:t>
            </a:r>
          </a:p>
          <a:p>
            <a:pPr marL="747522" lvl="1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Copying databases containing credit card numbers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Viewing sensitive data without authorization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Running a packet sniffer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Distributing pirated software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Using an unsecured device to access internal network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Impersonating an executive to get information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Using an unattended workstation</a:t>
            </a:r>
          </a:p>
          <a:p>
            <a:pPr marL="804672" lvl="1" indent="-34290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50800" dist="50800" dir="2700000" algn="tl" rotWithShape="0">
                    <a:schemeClr val="bg1">
                      <a:alpha val="30000"/>
                    </a:schemeClr>
                  </a:outerShdw>
                </a:effectLst>
              </a:rPr>
              <a:t>…</a:t>
            </a:r>
          </a:p>
          <a:p>
            <a:pPr marL="4572" indent="0">
              <a:lnSpc>
                <a:spcPct val="80000"/>
              </a:lnSpc>
              <a:spcBef>
                <a:spcPts val="800"/>
              </a:spcBef>
              <a:buClr>
                <a:schemeClr val="tx1"/>
              </a:buClr>
              <a:buSzPct val="140000"/>
              <a:buNone/>
            </a:pPr>
            <a:endParaRPr lang="en-US" sz="2000" dirty="0">
              <a:effectLst>
                <a:outerShdw blurRad="50800" dist="50800" dir="2700000" algn="tl" rotWithShape="0">
                  <a:schemeClr val="bg1">
                    <a:alpha val="3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 startAt="9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33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Intruder Behavior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BC142A15-B738-9E40-A54F-80161D43B4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59280" y="1160748"/>
          <a:ext cx="8640960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526E248-FFA0-FB43-9F65-10C653818904}"/>
              </a:ext>
            </a:extLst>
          </p:cNvPr>
          <p:cNvSpPr/>
          <p:nvPr/>
        </p:nvSpPr>
        <p:spPr>
          <a:xfrm>
            <a:off x="1943768" y="5244148"/>
            <a:ext cx="855647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432FF"/>
                </a:solidFill>
                <a:latin typeface="Arial" pitchFamily="-110" charset="0"/>
              </a:rPr>
              <a:t>The techniques and behavior patterns of intruders are constantly shifting, to exploit newly discovered weaknesses and to evade detection and countermeasures</a:t>
            </a:r>
          </a:p>
          <a:p>
            <a:r>
              <a:rPr lang="en-US" sz="1600" dirty="0">
                <a:solidFill>
                  <a:srgbClr val="FF0000"/>
                </a:solidFill>
                <a:latin typeface="Arial" pitchFamily="-110" charset="0"/>
              </a:rPr>
              <a:t>E.g., they start with a phishing attack that results in the installation of malware that steals login credentials that eventually results in the compromise of a Point-of-Sale terminal</a:t>
            </a:r>
            <a:endParaRPr lang="en-US" sz="1600" i="1" dirty="0">
              <a:solidFill>
                <a:srgbClr val="FF0000"/>
              </a:solidFill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529FE5C-01B5-4940-BF41-1747F873C216}"/>
              </a:ext>
            </a:extLst>
          </p:cNvPr>
          <p:cNvSpPr/>
          <p:nvPr/>
        </p:nvSpPr>
        <p:spPr>
          <a:xfrm>
            <a:off x="4469219" y="2594345"/>
            <a:ext cx="531628" cy="2020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97CCE73E-3627-AE4E-81EC-77ED8908F7E2}"/>
              </a:ext>
            </a:extLst>
          </p:cNvPr>
          <p:cNvSpPr/>
          <p:nvPr/>
        </p:nvSpPr>
        <p:spPr>
          <a:xfrm>
            <a:off x="7344972" y="2594345"/>
            <a:ext cx="531628" cy="2020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05C021F-2513-2545-9C20-FA7F236476A9}"/>
              </a:ext>
            </a:extLst>
          </p:cNvPr>
          <p:cNvSpPr/>
          <p:nvPr/>
        </p:nvSpPr>
        <p:spPr>
          <a:xfrm rot="5400000">
            <a:off x="8980969" y="3327992"/>
            <a:ext cx="531628" cy="2020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08504AB-D52B-4344-9755-9708E2652B7D}"/>
              </a:ext>
            </a:extLst>
          </p:cNvPr>
          <p:cNvSpPr/>
          <p:nvPr/>
        </p:nvSpPr>
        <p:spPr>
          <a:xfrm rot="10800000">
            <a:off x="7456614" y="4457470"/>
            <a:ext cx="531628" cy="2020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B5853910-DE94-A544-83FB-DAB69C96A2D3}"/>
              </a:ext>
            </a:extLst>
          </p:cNvPr>
          <p:cNvSpPr/>
          <p:nvPr/>
        </p:nvSpPr>
        <p:spPr>
          <a:xfrm rot="10800000">
            <a:off x="4392133" y="4558480"/>
            <a:ext cx="531628" cy="20201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07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Definitions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B85425-53C2-4147-B20A-1A81AE597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1582" y="1417639"/>
            <a:ext cx="8229600" cy="5067245"/>
          </a:xfrm>
        </p:spPr>
        <p:txBody>
          <a:bodyPr>
            <a:normAutofit fontScale="70000" lnSpcReduction="20000"/>
          </a:bodyPr>
          <a:lstStyle/>
          <a:p>
            <a:r>
              <a:rPr lang="en-US" sz="2900" b="1" dirty="0">
                <a:latin typeface="Arial" pitchFamily="-110" charset="0"/>
              </a:rPr>
              <a:t>Security Intrusion</a:t>
            </a:r>
            <a:r>
              <a:rPr lang="en-US" sz="2900" dirty="0">
                <a:latin typeface="Arial" pitchFamily="-110" charset="0"/>
              </a:rPr>
              <a:t>: </a:t>
            </a:r>
          </a:p>
          <a:p>
            <a:pPr lvl="1"/>
            <a:r>
              <a:rPr lang="en-US" sz="2600" dirty="0">
                <a:latin typeface="Arial" pitchFamily="-110" charset="0"/>
              </a:rPr>
              <a:t>Unauthorized act of bypassing the security mechanisms of a system</a:t>
            </a:r>
          </a:p>
          <a:p>
            <a:pPr marL="0" indent="0">
              <a:buNone/>
            </a:pPr>
            <a:endParaRPr lang="en-US" sz="2400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Intrusion Detection</a:t>
            </a:r>
            <a:r>
              <a:rPr lang="en-US" sz="2900" dirty="0">
                <a:latin typeface="Arial" pitchFamily="-110" charset="0"/>
              </a:rPr>
              <a:t>: </a:t>
            </a:r>
          </a:p>
          <a:p>
            <a:pPr lvl="1"/>
            <a:r>
              <a:rPr lang="en-US" sz="2600" dirty="0">
                <a:latin typeface="Arial" pitchFamily="-110" charset="0"/>
              </a:rPr>
              <a:t>A hardware or software function that gathers and analyzes information from various areas within a computer or a network to identify possible security intrusions</a:t>
            </a:r>
          </a:p>
          <a:p>
            <a:endParaRPr lang="en-US" sz="2400" b="1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Intrusion Detection Systems (IDSs) / Intrusion Prevention Systems (IPSs):</a:t>
            </a:r>
            <a:r>
              <a:rPr lang="en-US" sz="2900" dirty="0">
                <a:latin typeface="Arial" pitchFamily="-110" charset="0"/>
              </a:rPr>
              <a:t> </a:t>
            </a:r>
          </a:p>
          <a:p>
            <a:pPr lvl="1"/>
            <a:r>
              <a:rPr lang="en-US" sz="2600" dirty="0">
                <a:latin typeface="Arial" pitchFamily="-110" charset="0"/>
              </a:rPr>
              <a:t>Designed </a:t>
            </a:r>
            <a:r>
              <a:rPr lang="en-US" sz="2600" dirty="0">
                <a:solidFill>
                  <a:srgbClr val="C00000"/>
                </a:solidFill>
                <a:latin typeface="Arial" pitchFamily="-110" charset="0"/>
              </a:rPr>
              <a:t>to aid countering intrusion threats </a:t>
            </a:r>
            <a:r>
              <a:rPr lang="en-US" sz="2600" dirty="0">
                <a:latin typeface="Arial" pitchFamily="-110" charset="0"/>
              </a:rPr>
              <a:t>and are reasonably effective against known, less sophisticated attacks (e.g., large-scale email scams)</a:t>
            </a:r>
          </a:p>
          <a:p>
            <a:pPr lvl="1"/>
            <a:r>
              <a:rPr lang="en-US" sz="2600" dirty="0">
                <a:latin typeface="Arial" pitchFamily="-110" charset="0"/>
              </a:rPr>
              <a:t>They may </a:t>
            </a:r>
            <a:r>
              <a:rPr lang="en-US" sz="2600" dirty="0">
                <a:solidFill>
                  <a:srgbClr val="C00000"/>
                </a:solidFill>
                <a:latin typeface="Arial" pitchFamily="-110" charset="0"/>
              </a:rPr>
              <a:t>not be effective against the more sophisticated, targeted attacks</a:t>
            </a:r>
            <a:r>
              <a:rPr lang="en-US" sz="2600" dirty="0">
                <a:latin typeface="Arial" pitchFamily="-110" charset="0"/>
              </a:rPr>
              <a:t> by some criminal or state-sponsored intruders (e.g., new, zero-day exploits)</a:t>
            </a:r>
          </a:p>
          <a:p>
            <a:pPr lvl="1"/>
            <a:r>
              <a:rPr lang="en-US" sz="2600" dirty="0">
                <a:latin typeface="Arial" pitchFamily="-110" charset="0"/>
              </a:rPr>
              <a:t>They are part of a defense-in-depth strategy that may also include encryption of sensitive information, detailed audit trails, strong authentication and authorization controls, and active management of application and network security</a:t>
            </a:r>
          </a:p>
          <a:p>
            <a:endParaRPr lang="en-US" sz="2400" dirty="0">
              <a:latin typeface="Arial" pitchFamily="-110" charset="0"/>
            </a:endParaRPr>
          </a:p>
          <a:p>
            <a:pPr>
              <a:buFont typeface="+mj-lt"/>
              <a:buAutoNum type="arabicPeriod" startAt="9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3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IDS vs IPS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242" name="Picture 2" descr="Intrusion Detection (IDS) VS Intrusion Prevention (IPS) What’s The Difference">
            <a:extLst>
              <a:ext uri="{FF2B5EF4-FFF2-40B4-BE49-F238E27FC236}">
                <a16:creationId xmlns:a16="http://schemas.microsoft.com/office/drawing/2014/main" id="{E9B14651-D7CA-1646-91DE-847E5D4A6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2301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052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013351"/>
          </a:xfrm>
        </p:spPr>
        <p:txBody>
          <a:bodyPr>
            <a:normAutofit/>
          </a:bodyPr>
          <a:lstStyle/>
          <a:p>
            <a:r>
              <a:rPr lang="en-US" sz="3600" dirty="0"/>
              <a:t>Intrusion Detection System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A3001188-09C8-1D4A-B10A-6C1F493E1D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44016" y="2164660"/>
          <a:ext cx="3188705" cy="4025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6A93C7D-418A-534F-BA4D-BCA3559C7F56}"/>
              </a:ext>
            </a:extLst>
          </p:cNvPr>
          <p:cNvSpPr txBox="1">
            <a:spLocks/>
          </p:cNvSpPr>
          <p:nvPr/>
        </p:nvSpPr>
        <p:spPr>
          <a:xfrm>
            <a:off x="1859280" y="1544549"/>
            <a:ext cx="5119266" cy="4025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lvl="1" indent="-571500">
              <a:spcBef>
                <a:spcPts val="12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Host-based IDS (HIDS)</a:t>
            </a:r>
          </a:p>
          <a:p>
            <a:pPr marL="806450" lvl="1" indent="-457200">
              <a:spcBef>
                <a:spcPts val="1200"/>
              </a:spcBef>
              <a:buClr>
                <a:schemeClr val="tx1"/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Monitors the characteristics of a single host and its users for suspicious activity</a:t>
            </a:r>
          </a:p>
          <a:p>
            <a:pPr marL="571500" lvl="1" indent="-571500">
              <a:spcBef>
                <a:spcPts val="12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Network-based IDS (NIDS)</a:t>
            </a:r>
          </a:p>
          <a:p>
            <a:pPr marL="806450" lvl="1" indent="-457200">
              <a:spcBef>
                <a:spcPts val="1200"/>
              </a:spcBef>
              <a:buClr>
                <a:schemeClr val="tx1"/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Monitors network traffic and analyzes network, transport, and application protocols to identify suspicious activity</a:t>
            </a:r>
          </a:p>
          <a:p>
            <a:pPr marL="571500" lvl="1" indent="-571500">
              <a:spcBef>
                <a:spcPts val="1200"/>
              </a:spcBef>
              <a:buClr>
                <a:schemeClr val="tx1"/>
              </a:buClr>
              <a:buSzPct val="140000"/>
              <a:buFont typeface="Arial" charset="0"/>
              <a:buChar char="•"/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Distributed or hybrid IDS</a:t>
            </a:r>
          </a:p>
          <a:p>
            <a:pPr marL="806450" lvl="1" indent="-457200">
              <a:spcBef>
                <a:spcPts val="1200"/>
              </a:spcBef>
              <a:buClr>
                <a:schemeClr val="tx1"/>
              </a:buClr>
              <a:buSzPct val="140000"/>
              <a:buFont typeface="Courier New" panose="02070309020205020404" pitchFamily="49" charset="0"/>
              <a:buChar char="o"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Combines information from a number of sensors, often both host and network based, in a central analyzer and user interface that is able to better identify and respond to intrusion activity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422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Analysis Approaches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13046-18B1-5F4A-B39A-6187BA35F3A3}"/>
              </a:ext>
            </a:extLst>
          </p:cNvPr>
          <p:cNvSpPr txBox="1"/>
          <p:nvPr/>
        </p:nvSpPr>
        <p:spPr>
          <a:xfrm>
            <a:off x="7656787" y="2377855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Self-monitor and detect intruder modification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51156F1-6896-CC45-9ABF-E481F6B7F5E2}"/>
              </a:ext>
            </a:extLst>
          </p:cNvPr>
          <p:cNvSpPr txBox="1">
            <a:spLocks/>
          </p:cNvSpPr>
          <p:nvPr/>
        </p:nvSpPr>
        <p:spPr>
          <a:xfrm>
            <a:off x="1991544" y="1700809"/>
            <a:ext cx="3931920" cy="5737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Anomaly detection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0C51ACD-950A-5340-ABD5-33A5462B6A64}"/>
              </a:ext>
            </a:extLst>
          </p:cNvPr>
          <p:cNvSpPr txBox="1">
            <a:spLocks/>
          </p:cNvSpPr>
          <p:nvPr/>
        </p:nvSpPr>
        <p:spPr>
          <a:xfrm>
            <a:off x="6240016" y="1484784"/>
            <a:ext cx="3931920" cy="94793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Signature/Heuristic detection</a:t>
            </a:r>
            <a:endParaRPr lang="en-US" sz="2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B8E22AC0-37E6-D448-8269-40E19C8846E7}"/>
              </a:ext>
            </a:extLst>
          </p:cNvPr>
          <p:cNvSpPr txBox="1">
            <a:spLocks/>
          </p:cNvSpPr>
          <p:nvPr/>
        </p:nvSpPr>
        <p:spPr>
          <a:xfrm>
            <a:off x="1991544" y="2378985"/>
            <a:ext cx="3931920" cy="3827929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buClr>
                <a:prstClr val="black"/>
              </a:buClr>
              <a:buSzPct val="140000"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Involves the collection of data relating to the behavior of legitimate users over a period of time</a:t>
            </a:r>
          </a:p>
          <a:p>
            <a:pPr>
              <a:spcAft>
                <a:spcPts val="800"/>
              </a:spcAft>
              <a:buClr>
                <a:prstClr val="black"/>
              </a:buClr>
              <a:buSzPct val="140000"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observed behavior is analyzed to determine whether this behavior is that of a legitimate user or that of an intruder</a:t>
            </a:r>
          </a:p>
          <a:p>
            <a:r>
              <a:rPr lang="en-US" sz="2400" dirty="0">
                <a:solidFill>
                  <a:srgbClr val="C00000"/>
                </a:solidFill>
                <a:latin typeface="Arial" pitchFamily="-110" charset="0"/>
              </a:rPr>
              <a:t>Can detect unknown, zero-day attacks</a:t>
            </a:r>
            <a:r>
              <a:rPr lang="en-US" sz="2400" dirty="0">
                <a:solidFill>
                  <a:prstClr val="black"/>
                </a:solidFill>
                <a:latin typeface="Arial" pitchFamily="-110" charset="0"/>
              </a:rPr>
              <a:t>, as it starts with known good behavior and identifies anomalies to it – but false alarms are common!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24EFC607-EB60-8441-A7B0-5710D9912CE9}"/>
              </a:ext>
            </a:extLst>
          </p:cNvPr>
          <p:cNvSpPr txBox="1">
            <a:spLocks/>
          </p:cNvSpPr>
          <p:nvPr/>
        </p:nvSpPr>
        <p:spPr>
          <a:xfrm>
            <a:off x="6240016" y="2457200"/>
            <a:ext cx="3931920" cy="3446929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buClr>
                <a:prstClr val="black"/>
              </a:buClr>
              <a:buSzPct val="140000"/>
            </a:pPr>
            <a:r>
              <a:rPr lang="en-US" sz="1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a set of known malicious data patterns or attack rules that are compared with current behavior</a:t>
            </a:r>
          </a:p>
          <a:p>
            <a:pPr>
              <a:spcAft>
                <a:spcPts val="800"/>
              </a:spcAft>
              <a:buClr>
                <a:prstClr val="black"/>
              </a:buClr>
              <a:buSzPct val="140000"/>
            </a:pPr>
            <a:r>
              <a:rPr lang="en-US" sz="1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 known as misuse detection</a:t>
            </a:r>
          </a:p>
          <a:p>
            <a:pPr>
              <a:spcAft>
                <a:spcPts val="800"/>
              </a:spcAft>
              <a:buClr>
                <a:prstClr val="black"/>
              </a:buClr>
              <a:buSzPct val="140000"/>
            </a:pPr>
            <a:r>
              <a:rPr lang="en-US" sz="19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only identify known attacks for which it has patterns or rules</a:t>
            </a:r>
          </a:p>
        </p:txBody>
      </p:sp>
    </p:spTree>
    <p:extLst>
      <p:ext uri="{BB962C8B-B14F-4D97-AF65-F5344CB8AC3E}">
        <p14:creationId xmlns:p14="http://schemas.microsoft.com/office/powerpoint/2010/main" val="221922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Anomaly Detection Classification Approaches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13046-18B1-5F4A-B39A-6187BA35F3A3}"/>
              </a:ext>
            </a:extLst>
          </p:cNvPr>
          <p:cNvSpPr txBox="1"/>
          <p:nvPr/>
        </p:nvSpPr>
        <p:spPr>
          <a:xfrm>
            <a:off x="7656787" y="2377855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Self-monitor and detect intruder modification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42EB0225-21B1-1048-B64E-5D799E53959C}"/>
              </a:ext>
            </a:extLst>
          </p:cNvPr>
          <p:cNvGraphicFramePr/>
          <p:nvPr/>
        </p:nvGraphicFramePr>
        <p:xfrm>
          <a:off x="1859280" y="1417638"/>
          <a:ext cx="8473440" cy="4246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21BD542-6136-A443-9D83-E2E7BBFF2A04}"/>
              </a:ext>
            </a:extLst>
          </p:cNvPr>
          <p:cNvSpPr/>
          <p:nvPr/>
        </p:nvSpPr>
        <p:spPr>
          <a:xfrm>
            <a:off x="2400301" y="5735063"/>
            <a:ext cx="7762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i="1" dirty="0">
                <a:solidFill>
                  <a:srgbClr val="0432FF"/>
                </a:solidFill>
                <a:latin typeface="Arial" pitchFamily="-110" charset="0"/>
              </a:rPr>
              <a:t>Two key issues that affect the relative performance of these alternatives are: (</a:t>
            </a:r>
            <a:r>
              <a:rPr lang="en-US" i="1" dirty="0" err="1">
                <a:solidFill>
                  <a:srgbClr val="0432FF"/>
                </a:solidFill>
                <a:latin typeface="Arial" pitchFamily="-110" charset="0"/>
              </a:rPr>
              <a:t>i</a:t>
            </a:r>
            <a:r>
              <a:rPr lang="en-US" i="1" dirty="0">
                <a:solidFill>
                  <a:srgbClr val="0432FF"/>
                </a:solidFill>
                <a:latin typeface="Arial" pitchFamily="-110" charset="0"/>
              </a:rPr>
              <a:t>) the efficiency/effectiveness, and (ii) cost of the detection process</a:t>
            </a:r>
            <a:endParaRPr lang="en-US" i="1" dirty="0">
              <a:solidFill>
                <a:srgbClr val="0432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3983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FD556-D2CE-C640-9CC8-20CD5D3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280" y="274638"/>
            <a:ext cx="835152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Machine Learning Approaches Proposed for an IDS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1B816-646D-7B46-A933-34BF9D5B0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 defTabSz="457200"/>
            <a:fld id="{2A0DFCB6-F3ED-DC4B-9103-56EDD9D71AD8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457200"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C9188-BF75-0B47-9F9F-075D870C7331}"/>
              </a:ext>
            </a:extLst>
          </p:cNvPr>
          <p:cNvSpPr txBox="1"/>
          <p:nvPr/>
        </p:nvSpPr>
        <p:spPr>
          <a:xfrm>
            <a:off x="2228194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 human supervision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7A9282-C7AF-D041-A778-03DB7C119DFE}"/>
              </a:ext>
            </a:extLst>
          </p:cNvPr>
          <p:cNvSpPr txBox="1"/>
          <p:nvPr/>
        </p:nvSpPr>
        <p:spPr>
          <a:xfrm>
            <a:off x="5002925" y="2299028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 from crashes and reinitializations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13046-18B1-5F4A-B39A-6187BA35F3A3}"/>
              </a:ext>
            </a:extLst>
          </p:cNvPr>
          <p:cNvSpPr txBox="1"/>
          <p:nvPr/>
        </p:nvSpPr>
        <p:spPr>
          <a:xfrm>
            <a:off x="7656787" y="2377855"/>
            <a:ext cx="21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400" i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Self-monitor and detect intruder modification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082865F-E81A-A947-8649-73276A67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72" y="1403343"/>
            <a:ext cx="8449218" cy="4918844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 dirty="0">
                <a:latin typeface="Arial" pitchFamily="-110" charset="0"/>
              </a:rPr>
              <a:t>Bayesian networks:  </a:t>
            </a:r>
            <a:r>
              <a:rPr lang="en-US" sz="2900" dirty="0">
                <a:latin typeface="Arial" pitchFamily="-110" charset="0"/>
              </a:rPr>
              <a:t>Encode probabilistic relationships among observed metrics</a:t>
            </a:r>
          </a:p>
          <a:p>
            <a:endParaRPr lang="en-US" sz="2900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Markov models:  </a:t>
            </a:r>
            <a:r>
              <a:rPr lang="en-US" sz="2900" dirty="0">
                <a:latin typeface="Arial" pitchFamily="-110" charset="0"/>
              </a:rPr>
              <a:t>Develop a model with sets of states, some possibly hidden, interconnected by transition probabilities</a:t>
            </a:r>
          </a:p>
          <a:p>
            <a:endParaRPr lang="en-US" sz="2900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Neural networks:  </a:t>
            </a:r>
            <a:r>
              <a:rPr lang="en-US" sz="2900" dirty="0">
                <a:latin typeface="Arial" pitchFamily="-110" charset="0"/>
              </a:rPr>
              <a:t>Simulate human brain operation with neurons and synapse between them, that classify observed data</a:t>
            </a:r>
          </a:p>
          <a:p>
            <a:endParaRPr lang="en-US" sz="2900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Fuzzy logic:  </a:t>
            </a:r>
            <a:r>
              <a:rPr lang="en-US" sz="2900" dirty="0">
                <a:latin typeface="Arial" pitchFamily="-110" charset="0"/>
              </a:rPr>
              <a:t>Uses fuzzy set theory where reasoning is approximate, and can accommodate uncertainty</a:t>
            </a:r>
          </a:p>
          <a:p>
            <a:pPr marL="0" indent="0">
              <a:buNone/>
            </a:pPr>
            <a:endParaRPr lang="en-US" sz="2900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Genetic algorithms:  </a:t>
            </a:r>
            <a:r>
              <a:rPr lang="en-US" sz="2900" dirty="0">
                <a:latin typeface="Arial" pitchFamily="-110" charset="0"/>
              </a:rPr>
              <a:t>Uses techniques inspired by evolutionary biology, including inheritance, mutation, selection and recombination, to develop classification rules</a:t>
            </a:r>
          </a:p>
          <a:p>
            <a:endParaRPr lang="en-US" sz="2900" dirty="0">
              <a:latin typeface="Arial" pitchFamily="-110" charset="0"/>
            </a:endParaRPr>
          </a:p>
          <a:p>
            <a:r>
              <a:rPr lang="en-US" sz="2900" b="1" dirty="0">
                <a:latin typeface="Arial" pitchFamily="-110" charset="0"/>
              </a:rPr>
              <a:t>Clustering and outlier detection:  </a:t>
            </a:r>
            <a:r>
              <a:rPr lang="en-US" sz="2900" dirty="0">
                <a:latin typeface="Arial" pitchFamily="-110" charset="0"/>
              </a:rPr>
              <a:t>Group the observed data into clusters based on some similarity or distance measure, and then identify subsequent data as either belonging to a cluster or as an outlier</a:t>
            </a:r>
            <a:endParaRPr lang="en-US" sz="2400" dirty="0">
              <a:latin typeface="Arial" pitchFamily="-110" charset="0"/>
            </a:endParaRPr>
          </a:p>
          <a:p>
            <a:pPr>
              <a:buFont typeface="+mj-lt"/>
              <a:buAutoNum type="arabicPeriod" startAt="9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058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7620000" cy="1143000"/>
          </a:xfrm>
        </p:spPr>
        <p:txBody>
          <a:bodyPr/>
          <a:lstStyle/>
          <a:p>
            <a:r>
              <a:rPr lang="en-US"/>
              <a:t>Network Security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5600" y="1600201"/>
            <a:ext cx="7467600" cy="4525963"/>
          </a:xfrm>
        </p:spPr>
        <p:txBody>
          <a:bodyPr/>
          <a:lstStyle/>
          <a:p>
            <a:pPr>
              <a:defRPr/>
            </a:pPr>
            <a:r>
              <a:rPr lang="en-US" b="1" dirty="0" err="1"/>
              <a:t>Wireshark</a:t>
            </a:r>
            <a:r>
              <a:rPr lang="en-US" dirty="0"/>
              <a:t> - monitors all information entering and leaving the computer</a:t>
            </a:r>
          </a:p>
          <a:p>
            <a:pPr marL="36576" indent="0"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b="1" dirty="0"/>
              <a:t>Snort</a:t>
            </a:r>
            <a:r>
              <a:rPr lang="en-US" dirty="0"/>
              <a:t> – highly configurable and portable host-based and network-based IDS; detects intrusions into the system and logs them for further examination on servers &amp; networks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018" y="1727200"/>
            <a:ext cx="990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018" y="4114800"/>
            <a:ext cx="3017838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6700276" y="2067911"/>
            <a:ext cx="3911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2000" dirty="0">
                <a:latin typeface="Arial"/>
                <a:cs typeface="Arial"/>
                <a:hlinkClick r:id="rId4"/>
              </a:rPr>
              <a:t>http://www.wireshark.org</a:t>
            </a:r>
            <a:r>
              <a:rPr lang="en-US" sz="2000" dirty="0">
                <a:latin typeface="Arial"/>
                <a:cs typeface="Arial"/>
              </a:rPr>
              <a:t> </a:t>
            </a: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sz="2000" dirty="0">
                <a:latin typeface="Arial"/>
                <a:cs typeface="Arial"/>
                <a:hlinkClick r:id="rId5"/>
              </a:rPr>
              <a:t>http://www.snort.org</a:t>
            </a:r>
            <a:r>
              <a:rPr lang="en-US" sz="2000" dirty="0">
                <a:latin typeface="Arial"/>
                <a:cs typeface="Arial"/>
              </a:rPr>
              <a:t> 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91182" y="6583679"/>
            <a:ext cx="620694" cy="137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2A0DFCB6-F3ED-DC4B-9103-56EDD9D71AD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94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00B632-AAC8-470D-9DA7-990C3D587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13AC3-B25C-451D-9BEA-FFCE3152E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Network, IoT, and Cybersecurity Lab </a:t>
            </a:r>
          </a:p>
          <a:p>
            <a:r>
              <a:rPr lang="en-US" dirty="0"/>
              <a:t>(</a:t>
            </a:r>
            <a:r>
              <a:rPr lang="en-US" dirty="0" err="1"/>
              <a:t>EagleCyberNest</a:t>
            </a:r>
            <a:r>
              <a:rPr lang="en-US" dirty="0"/>
              <a:t> @ HE 303)</a:t>
            </a:r>
          </a:p>
          <a:p>
            <a:r>
              <a:rPr lang="en-US" dirty="0"/>
              <a:t>Is Hiring!!!</a:t>
            </a:r>
          </a:p>
        </p:txBody>
      </p:sp>
    </p:spTree>
    <p:extLst>
      <p:ext uri="{BB962C8B-B14F-4D97-AF65-F5344CB8AC3E}">
        <p14:creationId xmlns:p14="http://schemas.microsoft.com/office/powerpoint/2010/main" val="4038715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9C1A1-85F3-42CE-B63E-B7A93FE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1A663-AB5A-1C46-BB3F-DC91B87E167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1AAEAD-496F-4A52-91C4-3DCF0B294C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Network, IoT, and Cybersecurity Research Lab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0D9498-2241-4E84-8885-D0ACA124AD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We’re the 1</a:t>
            </a:r>
            <a:r>
              <a:rPr lang="en-US" baseline="30000" dirty="0"/>
              <a:t>st</a:t>
            </a:r>
            <a:r>
              <a:rPr lang="en-US" dirty="0"/>
              <a:t> student research lab focus on network and cybersecurity in the computing and software engineering department!!!</a:t>
            </a:r>
          </a:p>
          <a:p>
            <a:r>
              <a:rPr lang="en-US" dirty="0"/>
              <a:t>This research job counts for FGCU service-learning hours!</a:t>
            </a:r>
          </a:p>
          <a:p>
            <a:r>
              <a:rPr lang="en-US" dirty="0"/>
              <a:t>We have tons of network devices and resources (e.g., routers, switches, racks, high-speed network)!!!</a:t>
            </a:r>
          </a:p>
          <a:p>
            <a:r>
              <a:rPr lang="en-US" dirty="0"/>
              <a:t>We even have drones!</a:t>
            </a:r>
          </a:p>
          <a:p>
            <a:r>
              <a:rPr lang="en-US" dirty="0"/>
              <a:t>Come and join us! Email your resume now! </a:t>
            </a:r>
            <a:r>
              <a:rPr lang="en-US" dirty="0">
                <a:hlinkClick r:id="rId2"/>
              </a:rPr>
              <a:t>cqu@fgcu.edu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75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GCU 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2361</TotalTime>
  <Words>1263</Words>
  <Application>Microsoft Office PowerPoint</Application>
  <PresentationFormat>Widescreen</PresentationFormat>
  <Paragraphs>182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1_Office Theme</vt:lpstr>
      <vt:lpstr>PowerPoint Presentation</vt:lpstr>
      <vt:lpstr>PowerPoint Presentation</vt:lpstr>
      <vt:lpstr>Classes of Intruders – Cyber Criminals</vt:lpstr>
      <vt:lpstr>Classes of Intruders – Activists</vt:lpstr>
      <vt:lpstr>Examples of Intrusion</vt:lpstr>
      <vt:lpstr>Intruder Behavior</vt:lpstr>
      <vt:lpstr>Definitions</vt:lpstr>
      <vt:lpstr>IDS vs IPS</vt:lpstr>
      <vt:lpstr>Intrusion Detection System</vt:lpstr>
      <vt:lpstr>Analysis Approaches</vt:lpstr>
      <vt:lpstr>Anomaly Detection Classification Approaches</vt:lpstr>
      <vt:lpstr>Machine Learning Approaches Proposed for an IDS</vt:lpstr>
      <vt:lpstr>Network Security Tools</vt:lpstr>
      <vt:lpstr>PowerPoint Presentation</vt:lpstr>
      <vt:lpstr>Network, IoT, and Cybersecurity Research Lab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Patterson, Maria</dc:creator>
  <cp:lastModifiedBy>Qu, Chengyi</cp:lastModifiedBy>
  <cp:revision>30</cp:revision>
  <dcterms:created xsi:type="dcterms:W3CDTF">2022-11-16T16:52:58Z</dcterms:created>
  <dcterms:modified xsi:type="dcterms:W3CDTF">2025-01-18T13:57:59Z</dcterms:modified>
</cp:coreProperties>
</file>
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7" r:id="rId2"/>
  </p:sldMasterIdLst>
  <p:notesMasterIdLst>
    <p:notesMasterId r:id="rId38"/>
  </p:notesMasterIdLst>
  <p:handoutMasterIdLst>
    <p:handoutMasterId r:id="rId39"/>
  </p:handoutMasterIdLst>
  <p:sldIdLst>
    <p:sldId id="258" r:id="rId3"/>
    <p:sldId id="1265" r:id="rId4"/>
    <p:sldId id="633" r:id="rId5"/>
    <p:sldId id="634" r:id="rId6"/>
    <p:sldId id="635" r:id="rId7"/>
    <p:sldId id="636" r:id="rId8"/>
    <p:sldId id="637" r:id="rId9"/>
    <p:sldId id="638" r:id="rId10"/>
    <p:sldId id="639" r:id="rId11"/>
    <p:sldId id="640" r:id="rId12"/>
    <p:sldId id="641" r:id="rId13"/>
    <p:sldId id="643" r:id="rId14"/>
    <p:sldId id="644" r:id="rId15"/>
    <p:sldId id="645" r:id="rId16"/>
    <p:sldId id="672" r:id="rId17"/>
    <p:sldId id="673" r:id="rId18"/>
    <p:sldId id="674" r:id="rId19"/>
    <p:sldId id="675" r:id="rId20"/>
    <p:sldId id="676" r:id="rId21"/>
    <p:sldId id="677" r:id="rId22"/>
    <p:sldId id="678" r:id="rId23"/>
    <p:sldId id="679" r:id="rId24"/>
    <p:sldId id="680" r:id="rId25"/>
    <p:sldId id="681" r:id="rId26"/>
    <p:sldId id="682" r:id="rId27"/>
    <p:sldId id="683" r:id="rId28"/>
    <p:sldId id="684" r:id="rId29"/>
    <p:sldId id="685" r:id="rId30"/>
    <p:sldId id="686" r:id="rId31"/>
    <p:sldId id="687" r:id="rId32"/>
    <p:sldId id="688" r:id="rId33"/>
    <p:sldId id="689" r:id="rId34"/>
    <p:sldId id="695" r:id="rId35"/>
    <p:sldId id="694" r:id="rId36"/>
    <p:sldId id="6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88693" autoAdjust="0"/>
  </p:normalViewPr>
  <p:slideViewPr>
    <p:cSldViewPr snapToGrid="0" showGuides="1">
      <p:cViewPr varScale="1">
        <p:scale>
          <a:sx n="142" d="100"/>
          <a:sy n="142" d="100"/>
        </p:scale>
        <p:origin x="1464" y="120"/>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2AD67459-F6B2-4EB7-BD08-89A77A9534CE}"/>
    <pc:docChg chg="undo custSel addSld delSld modSld">
      <pc:chgData name="Qu, Chengyi" userId="9f02c3db-5b00-4063-9ad4-7cdd84fdd2bb" providerId="ADAL" clId="{2AD67459-F6B2-4EB7-BD08-89A77A9534CE}" dt="2024-01-30T21:52:58.093" v="198" actId="20577"/>
      <pc:docMkLst>
        <pc:docMk/>
      </pc:docMkLst>
      <pc:sldChg chg="modSp mod">
        <pc:chgData name="Qu, Chengyi" userId="9f02c3db-5b00-4063-9ad4-7cdd84fdd2bb" providerId="ADAL" clId="{2AD67459-F6B2-4EB7-BD08-89A77A9534CE}" dt="2024-01-30T21:52:17.455" v="179" actId="20577"/>
        <pc:sldMkLst>
          <pc:docMk/>
          <pc:sldMk cId="0" sldId="256"/>
        </pc:sldMkLst>
      </pc:sldChg>
      <pc:sldChg chg="del">
        <pc:chgData name="Qu, Chengyi" userId="9f02c3db-5b00-4063-9ad4-7cdd84fdd2bb" providerId="ADAL" clId="{2AD67459-F6B2-4EB7-BD08-89A77A9534CE}" dt="2024-01-30T20:07:42.571" v="0" actId="47"/>
        <pc:sldMkLst>
          <pc:docMk/>
          <pc:sldMk cId="4285260508" sldId="272"/>
        </pc:sldMkLst>
      </pc:sldChg>
      <pc:sldChg chg="del">
        <pc:chgData name="Qu, Chengyi" userId="9f02c3db-5b00-4063-9ad4-7cdd84fdd2bb" providerId="ADAL" clId="{2AD67459-F6B2-4EB7-BD08-89A77A9534CE}" dt="2024-01-30T20:07:42.571" v="0" actId="47"/>
        <pc:sldMkLst>
          <pc:docMk/>
          <pc:sldMk cId="1026168530" sldId="274"/>
        </pc:sldMkLst>
      </pc:sldChg>
      <pc:sldChg chg="del">
        <pc:chgData name="Qu, Chengyi" userId="9f02c3db-5b00-4063-9ad4-7cdd84fdd2bb" providerId="ADAL" clId="{2AD67459-F6B2-4EB7-BD08-89A77A9534CE}" dt="2024-01-30T20:07:42.571" v="0" actId="47"/>
        <pc:sldMkLst>
          <pc:docMk/>
          <pc:sldMk cId="1305972062" sldId="275"/>
        </pc:sldMkLst>
      </pc:sldChg>
      <pc:sldChg chg="del">
        <pc:chgData name="Qu, Chengyi" userId="9f02c3db-5b00-4063-9ad4-7cdd84fdd2bb" providerId="ADAL" clId="{2AD67459-F6B2-4EB7-BD08-89A77A9534CE}" dt="2024-01-30T20:07:42.571" v="0" actId="47"/>
        <pc:sldMkLst>
          <pc:docMk/>
          <pc:sldMk cId="2242056526" sldId="276"/>
        </pc:sldMkLst>
      </pc:sldChg>
      <pc:sldChg chg="del">
        <pc:chgData name="Qu, Chengyi" userId="9f02c3db-5b00-4063-9ad4-7cdd84fdd2bb" providerId="ADAL" clId="{2AD67459-F6B2-4EB7-BD08-89A77A9534CE}" dt="2024-01-30T20:07:42.571" v="0" actId="47"/>
        <pc:sldMkLst>
          <pc:docMk/>
          <pc:sldMk cId="1552594960" sldId="279"/>
        </pc:sldMkLst>
      </pc:sldChg>
      <pc:sldChg chg="del">
        <pc:chgData name="Qu, Chengyi" userId="9f02c3db-5b00-4063-9ad4-7cdd84fdd2bb" providerId="ADAL" clId="{2AD67459-F6B2-4EB7-BD08-89A77A9534CE}" dt="2024-01-30T20:07:42.571" v="0" actId="47"/>
        <pc:sldMkLst>
          <pc:docMk/>
          <pc:sldMk cId="1989998856" sldId="280"/>
        </pc:sldMkLst>
      </pc:sldChg>
      <pc:sldChg chg="del">
        <pc:chgData name="Qu, Chengyi" userId="9f02c3db-5b00-4063-9ad4-7cdd84fdd2bb" providerId="ADAL" clId="{2AD67459-F6B2-4EB7-BD08-89A77A9534CE}" dt="2024-01-30T20:07:42.571" v="0" actId="47"/>
        <pc:sldMkLst>
          <pc:docMk/>
          <pc:sldMk cId="2246992091" sldId="281"/>
        </pc:sldMkLst>
      </pc:sldChg>
      <pc:sldChg chg="del">
        <pc:chgData name="Qu, Chengyi" userId="9f02c3db-5b00-4063-9ad4-7cdd84fdd2bb" providerId="ADAL" clId="{2AD67459-F6B2-4EB7-BD08-89A77A9534CE}" dt="2024-01-30T20:07:42.571" v="0" actId="47"/>
        <pc:sldMkLst>
          <pc:docMk/>
          <pc:sldMk cId="2387288212" sldId="305"/>
        </pc:sldMkLst>
      </pc:sldChg>
      <pc:sldChg chg="del">
        <pc:chgData name="Qu, Chengyi" userId="9f02c3db-5b00-4063-9ad4-7cdd84fdd2bb" providerId="ADAL" clId="{2AD67459-F6B2-4EB7-BD08-89A77A9534CE}" dt="2024-01-30T20:07:42.571" v="0" actId="47"/>
        <pc:sldMkLst>
          <pc:docMk/>
          <pc:sldMk cId="3887296429" sldId="306"/>
        </pc:sldMkLst>
      </pc:sldChg>
      <pc:sldChg chg="add">
        <pc:chgData name="Qu, Chengyi" userId="9f02c3db-5b00-4063-9ad4-7cdd84fdd2bb" providerId="ADAL" clId="{2AD67459-F6B2-4EB7-BD08-89A77A9534CE}" dt="2024-01-30T20:10:32.734" v="1"/>
        <pc:sldMkLst>
          <pc:docMk/>
          <pc:sldMk cId="4266121674" sldId="310"/>
        </pc:sldMkLst>
      </pc:sldChg>
      <pc:sldChg chg="modSp add mod">
        <pc:chgData name="Qu, Chengyi" userId="9f02c3db-5b00-4063-9ad4-7cdd84fdd2bb" providerId="ADAL" clId="{2AD67459-F6B2-4EB7-BD08-89A77A9534CE}" dt="2024-01-30T20:10:32.921" v="3" actId="27636"/>
        <pc:sldMkLst>
          <pc:docMk/>
          <pc:sldMk cId="397340874" sldId="311"/>
        </pc:sldMkLst>
      </pc:sldChg>
      <pc:sldChg chg="modSp add mod">
        <pc:chgData name="Qu, Chengyi" userId="9f02c3db-5b00-4063-9ad4-7cdd84fdd2bb" providerId="ADAL" clId="{2AD67459-F6B2-4EB7-BD08-89A77A9534CE}" dt="2024-01-30T20:10:32.896" v="2" actId="27636"/>
        <pc:sldMkLst>
          <pc:docMk/>
          <pc:sldMk cId="1891869304" sldId="312"/>
        </pc:sldMkLst>
      </pc:sldChg>
      <pc:sldChg chg="modSp add mod">
        <pc:chgData name="Qu, Chengyi" userId="9f02c3db-5b00-4063-9ad4-7cdd84fdd2bb" providerId="ADAL" clId="{2AD67459-F6B2-4EB7-BD08-89A77A9534CE}" dt="2024-01-30T20:17:11.845" v="12" actId="1076"/>
        <pc:sldMkLst>
          <pc:docMk/>
          <pc:sldMk cId="2140572250" sldId="313"/>
        </pc:sldMkLst>
      </pc:sldChg>
      <pc:sldChg chg="modSp add del mod">
        <pc:chgData name="Qu, Chengyi" userId="9f02c3db-5b00-4063-9ad4-7cdd84fdd2bb" providerId="ADAL" clId="{2AD67459-F6B2-4EB7-BD08-89A77A9534CE}" dt="2024-01-30T20:17:18.068" v="13" actId="47"/>
        <pc:sldMkLst>
          <pc:docMk/>
          <pc:sldMk cId="4049178258" sldId="314"/>
        </pc:sldMkLst>
      </pc:sldChg>
      <pc:sldChg chg="modSp add mod">
        <pc:chgData name="Qu, Chengyi" userId="9f02c3db-5b00-4063-9ad4-7cdd84fdd2bb" providerId="ADAL" clId="{2AD67459-F6B2-4EB7-BD08-89A77A9534CE}" dt="2024-01-30T20:12:43.317" v="8" actId="27636"/>
        <pc:sldMkLst>
          <pc:docMk/>
          <pc:sldMk cId="2771919027" sldId="315"/>
        </pc:sldMkLst>
      </pc:sldChg>
      <pc:sldChg chg="add del">
        <pc:chgData name="Qu, Chengyi" userId="9f02c3db-5b00-4063-9ad4-7cdd84fdd2bb" providerId="ADAL" clId="{2AD67459-F6B2-4EB7-BD08-89A77A9534CE}" dt="2024-01-30T20:17:20.382" v="14" actId="47"/>
        <pc:sldMkLst>
          <pc:docMk/>
          <pc:sldMk cId="4017082117" sldId="316"/>
        </pc:sldMkLst>
      </pc:sldChg>
      <pc:sldChg chg="modSp add mod modClrScheme chgLayout">
        <pc:chgData name="Qu, Chengyi" userId="9f02c3db-5b00-4063-9ad4-7cdd84fdd2bb" providerId="ADAL" clId="{2AD67459-F6B2-4EB7-BD08-89A77A9534CE}" dt="2024-01-30T20:17:54.972" v="22" actId="1076"/>
        <pc:sldMkLst>
          <pc:docMk/>
          <pc:sldMk cId="2610447627" sldId="317"/>
        </pc:sldMkLst>
      </pc:sldChg>
      <pc:sldChg chg="modSp add mod">
        <pc:chgData name="Qu, Chengyi" userId="9f02c3db-5b00-4063-9ad4-7cdd84fdd2bb" providerId="ADAL" clId="{2AD67459-F6B2-4EB7-BD08-89A77A9534CE}" dt="2024-01-30T20:24:01.196" v="24" actId="403"/>
        <pc:sldMkLst>
          <pc:docMk/>
          <pc:sldMk cId="1554699303" sldId="318"/>
        </pc:sldMkLst>
      </pc:sldChg>
      <pc:sldChg chg="modSp add mod">
        <pc:chgData name="Qu, Chengyi" userId="9f02c3db-5b00-4063-9ad4-7cdd84fdd2bb" providerId="ADAL" clId="{2AD67459-F6B2-4EB7-BD08-89A77A9534CE}" dt="2024-01-30T20:12:43.356" v="11" actId="27636"/>
        <pc:sldMkLst>
          <pc:docMk/>
          <pc:sldMk cId="4261292706" sldId="319"/>
        </pc:sldMkLst>
      </pc:sldChg>
      <pc:sldChg chg="modSp add mod">
        <pc:chgData name="Qu, Chengyi" userId="9f02c3db-5b00-4063-9ad4-7cdd84fdd2bb" providerId="ADAL" clId="{2AD67459-F6B2-4EB7-BD08-89A77A9534CE}" dt="2024-01-30T21:07:46.277" v="121" actId="113"/>
        <pc:sldMkLst>
          <pc:docMk/>
          <pc:sldMk cId="4160575002" sldId="321"/>
        </pc:sldMkLst>
      </pc:sldChg>
      <pc:sldChg chg="modSp add mod">
        <pc:chgData name="Qu, Chengyi" userId="9f02c3db-5b00-4063-9ad4-7cdd84fdd2bb" providerId="ADAL" clId="{2AD67459-F6B2-4EB7-BD08-89A77A9534CE}" dt="2024-01-30T21:47:14.427" v="126" actId="113"/>
        <pc:sldMkLst>
          <pc:docMk/>
          <pc:sldMk cId="2042401734" sldId="322"/>
        </pc:sldMkLst>
      </pc:sldChg>
      <pc:sldChg chg="modSp add mod">
        <pc:chgData name="Qu, Chengyi" userId="9f02c3db-5b00-4063-9ad4-7cdd84fdd2bb" providerId="ADAL" clId="{2AD67459-F6B2-4EB7-BD08-89A77A9534CE}" dt="2024-01-30T21:47:22.124" v="132" actId="113"/>
        <pc:sldMkLst>
          <pc:docMk/>
          <pc:sldMk cId="29790647" sldId="323"/>
        </pc:sldMkLst>
      </pc:sldChg>
      <pc:sldChg chg="modSp add mod">
        <pc:chgData name="Qu, Chengyi" userId="9f02c3db-5b00-4063-9ad4-7cdd84fdd2bb" providerId="ADAL" clId="{2AD67459-F6B2-4EB7-BD08-89A77A9534CE}" dt="2024-01-30T21:47:18.372" v="129" actId="113"/>
        <pc:sldMkLst>
          <pc:docMk/>
          <pc:sldMk cId="3123380444" sldId="324"/>
        </pc:sldMkLst>
      </pc:sldChg>
      <pc:sldChg chg="modSp add mod">
        <pc:chgData name="Qu, Chengyi" userId="9f02c3db-5b00-4063-9ad4-7cdd84fdd2bb" providerId="ADAL" clId="{2AD67459-F6B2-4EB7-BD08-89A77A9534CE}" dt="2024-01-30T21:47:27.153" v="135" actId="113"/>
        <pc:sldMkLst>
          <pc:docMk/>
          <pc:sldMk cId="1014335648" sldId="325"/>
        </pc:sldMkLst>
      </pc:sldChg>
      <pc:sldChg chg="add del">
        <pc:chgData name="Qu, Chengyi" userId="9f02c3db-5b00-4063-9ad4-7cdd84fdd2bb" providerId="ADAL" clId="{2AD67459-F6B2-4EB7-BD08-89A77A9534CE}" dt="2024-01-30T20:46:03.667" v="26"/>
        <pc:sldMkLst>
          <pc:docMk/>
          <pc:sldMk cId="0" sldId="329"/>
        </pc:sldMkLst>
      </pc:sldChg>
      <pc:sldChg chg="del">
        <pc:chgData name="Qu, Chengyi" userId="9f02c3db-5b00-4063-9ad4-7cdd84fdd2bb" providerId="ADAL" clId="{2AD67459-F6B2-4EB7-BD08-89A77A9534CE}" dt="2024-01-30T20:49:47.305" v="48"/>
        <pc:sldMkLst>
          <pc:docMk/>
          <pc:sldMk cId="0" sldId="337"/>
        </pc:sldMkLst>
      </pc:sldChg>
      <pc:sldChg chg="del">
        <pc:chgData name="Qu, Chengyi" userId="9f02c3db-5b00-4063-9ad4-7cdd84fdd2bb" providerId="ADAL" clId="{2AD67459-F6B2-4EB7-BD08-89A77A9534CE}" dt="2024-01-30T20:07:42.571" v="0" actId="47"/>
        <pc:sldMkLst>
          <pc:docMk/>
          <pc:sldMk cId="1987998376" sldId="964"/>
        </pc:sldMkLst>
      </pc:sldChg>
      <pc:sldChg chg="del">
        <pc:chgData name="Qu, Chengyi" userId="9f02c3db-5b00-4063-9ad4-7cdd84fdd2bb" providerId="ADAL" clId="{2AD67459-F6B2-4EB7-BD08-89A77A9534CE}" dt="2024-01-30T20:07:42.571" v="0" actId="47"/>
        <pc:sldMkLst>
          <pc:docMk/>
          <pc:sldMk cId="81497876" sldId="965"/>
        </pc:sldMkLst>
      </pc:sldChg>
      <pc:sldChg chg="del">
        <pc:chgData name="Qu, Chengyi" userId="9f02c3db-5b00-4063-9ad4-7cdd84fdd2bb" providerId="ADAL" clId="{2AD67459-F6B2-4EB7-BD08-89A77A9534CE}" dt="2024-01-30T20:07:42.571" v="0" actId="47"/>
        <pc:sldMkLst>
          <pc:docMk/>
          <pc:sldMk cId="1391119021" sldId="966"/>
        </pc:sldMkLst>
      </pc:sldChg>
      <pc:sldChg chg="del">
        <pc:chgData name="Qu, Chengyi" userId="9f02c3db-5b00-4063-9ad4-7cdd84fdd2bb" providerId="ADAL" clId="{2AD67459-F6B2-4EB7-BD08-89A77A9534CE}" dt="2024-01-30T20:07:42.571" v="0" actId="47"/>
        <pc:sldMkLst>
          <pc:docMk/>
          <pc:sldMk cId="438849163" sldId="967"/>
        </pc:sldMkLst>
      </pc:sldChg>
      <pc:sldChg chg="del">
        <pc:chgData name="Qu, Chengyi" userId="9f02c3db-5b00-4063-9ad4-7cdd84fdd2bb" providerId="ADAL" clId="{2AD67459-F6B2-4EB7-BD08-89A77A9534CE}" dt="2024-01-30T20:07:42.571" v="0" actId="47"/>
        <pc:sldMkLst>
          <pc:docMk/>
          <pc:sldMk cId="3951012725" sldId="968"/>
        </pc:sldMkLst>
      </pc:sldChg>
      <pc:sldChg chg="del">
        <pc:chgData name="Qu, Chengyi" userId="9f02c3db-5b00-4063-9ad4-7cdd84fdd2bb" providerId="ADAL" clId="{2AD67459-F6B2-4EB7-BD08-89A77A9534CE}" dt="2024-01-30T20:07:42.571" v="0" actId="47"/>
        <pc:sldMkLst>
          <pc:docMk/>
          <pc:sldMk cId="233124414" sldId="1007"/>
        </pc:sldMkLst>
      </pc:sldChg>
      <pc:sldChg chg="del">
        <pc:chgData name="Qu, Chengyi" userId="9f02c3db-5b00-4063-9ad4-7cdd84fdd2bb" providerId="ADAL" clId="{2AD67459-F6B2-4EB7-BD08-89A77A9534CE}" dt="2024-01-30T20:07:42.571" v="0" actId="47"/>
        <pc:sldMkLst>
          <pc:docMk/>
          <pc:sldMk cId="2645911935" sldId="1083"/>
        </pc:sldMkLst>
      </pc:sldChg>
      <pc:sldChg chg="del">
        <pc:chgData name="Qu, Chengyi" userId="9f02c3db-5b00-4063-9ad4-7cdd84fdd2bb" providerId="ADAL" clId="{2AD67459-F6B2-4EB7-BD08-89A77A9534CE}" dt="2024-01-30T20:07:42.571" v="0" actId="47"/>
        <pc:sldMkLst>
          <pc:docMk/>
          <pc:sldMk cId="147584997" sldId="1084"/>
        </pc:sldMkLst>
      </pc:sldChg>
      <pc:sldChg chg="del">
        <pc:chgData name="Qu, Chengyi" userId="9f02c3db-5b00-4063-9ad4-7cdd84fdd2bb" providerId="ADAL" clId="{2AD67459-F6B2-4EB7-BD08-89A77A9534CE}" dt="2024-01-30T20:07:42.571" v="0" actId="47"/>
        <pc:sldMkLst>
          <pc:docMk/>
          <pc:sldMk cId="2680331947" sldId="1085"/>
        </pc:sldMkLst>
      </pc:sldChg>
      <pc:sldChg chg="del">
        <pc:chgData name="Qu, Chengyi" userId="9f02c3db-5b00-4063-9ad4-7cdd84fdd2bb" providerId="ADAL" clId="{2AD67459-F6B2-4EB7-BD08-89A77A9534CE}" dt="2024-01-30T20:07:42.571" v="0" actId="47"/>
        <pc:sldMkLst>
          <pc:docMk/>
          <pc:sldMk cId="2696498074" sldId="1086"/>
        </pc:sldMkLst>
      </pc:sldChg>
      <pc:sldChg chg="del">
        <pc:chgData name="Qu, Chengyi" userId="9f02c3db-5b00-4063-9ad4-7cdd84fdd2bb" providerId="ADAL" clId="{2AD67459-F6B2-4EB7-BD08-89A77A9534CE}" dt="2024-01-30T20:07:42.571" v="0" actId="47"/>
        <pc:sldMkLst>
          <pc:docMk/>
          <pc:sldMk cId="94232623" sldId="1257"/>
        </pc:sldMkLst>
      </pc:sldChg>
      <pc:sldChg chg="del">
        <pc:chgData name="Qu, Chengyi" userId="9f02c3db-5b00-4063-9ad4-7cdd84fdd2bb" providerId="ADAL" clId="{2AD67459-F6B2-4EB7-BD08-89A77A9534CE}" dt="2024-01-30T20:07:42.571" v="0" actId="47"/>
        <pc:sldMkLst>
          <pc:docMk/>
          <pc:sldMk cId="2434809446" sldId="1258"/>
        </pc:sldMkLst>
      </pc:sldChg>
      <pc:sldChg chg="del">
        <pc:chgData name="Qu, Chengyi" userId="9f02c3db-5b00-4063-9ad4-7cdd84fdd2bb" providerId="ADAL" clId="{2AD67459-F6B2-4EB7-BD08-89A77A9534CE}" dt="2024-01-30T20:07:42.571" v="0" actId="47"/>
        <pc:sldMkLst>
          <pc:docMk/>
          <pc:sldMk cId="2914323500" sldId="1259"/>
        </pc:sldMkLst>
      </pc:sldChg>
      <pc:sldChg chg="del">
        <pc:chgData name="Qu, Chengyi" userId="9f02c3db-5b00-4063-9ad4-7cdd84fdd2bb" providerId="ADAL" clId="{2AD67459-F6B2-4EB7-BD08-89A77A9534CE}" dt="2024-01-30T20:07:42.571" v="0" actId="47"/>
        <pc:sldMkLst>
          <pc:docMk/>
          <pc:sldMk cId="1876543634" sldId="1260"/>
        </pc:sldMkLst>
      </pc:sldChg>
      <pc:sldChg chg="del">
        <pc:chgData name="Qu, Chengyi" userId="9f02c3db-5b00-4063-9ad4-7cdd84fdd2bb" providerId="ADAL" clId="{2AD67459-F6B2-4EB7-BD08-89A77A9534CE}" dt="2024-01-30T20:07:42.571" v="0" actId="47"/>
        <pc:sldMkLst>
          <pc:docMk/>
          <pc:sldMk cId="2325914770" sldId="1261"/>
        </pc:sldMkLst>
      </pc:sldChg>
      <pc:sldChg chg="addSp delSp modSp add mod">
        <pc:chgData name="Qu, Chengyi" userId="9f02c3db-5b00-4063-9ad4-7cdd84fdd2bb" providerId="ADAL" clId="{2AD67459-F6B2-4EB7-BD08-89A77A9534CE}" dt="2024-01-30T20:47:30.088" v="47" actId="207"/>
        <pc:sldMkLst>
          <pc:docMk/>
          <pc:sldMk cId="2288592048" sldId="1269"/>
        </pc:sldMkLst>
      </pc:sldChg>
      <pc:sldChg chg="modSp new mod">
        <pc:chgData name="Qu, Chengyi" userId="9f02c3db-5b00-4063-9ad4-7cdd84fdd2bb" providerId="ADAL" clId="{2AD67459-F6B2-4EB7-BD08-89A77A9534CE}" dt="2024-01-30T21:04:21.904" v="117" actId="20577"/>
        <pc:sldMkLst>
          <pc:docMk/>
          <pc:sldMk cId="2843450976" sldId="1270"/>
        </pc:sldMkLst>
      </pc:sldChg>
      <pc:sldChg chg="modSp new mod">
        <pc:chgData name="Qu, Chengyi" userId="9f02c3db-5b00-4063-9ad4-7cdd84fdd2bb" providerId="ADAL" clId="{2AD67459-F6B2-4EB7-BD08-89A77A9534CE}" dt="2024-01-30T20:59:39.501" v="116" actId="113"/>
        <pc:sldMkLst>
          <pc:docMk/>
          <pc:sldMk cId="566162244" sldId="1271"/>
        </pc:sldMkLst>
      </pc:sldChg>
      <pc:sldChg chg="modSp new mod">
        <pc:chgData name="Qu, Chengyi" userId="9f02c3db-5b00-4063-9ad4-7cdd84fdd2bb" providerId="ADAL" clId="{2AD67459-F6B2-4EB7-BD08-89A77A9534CE}" dt="2024-01-30T21:50:27.716" v="156" actId="20577"/>
        <pc:sldMkLst>
          <pc:docMk/>
          <pc:sldMk cId="605728639" sldId="1272"/>
        </pc:sldMkLst>
      </pc:sldChg>
      <pc:sldChg chg="modSp new mod">
        <pc:chgData name="Qu, Chengyi" userId="9f02c3db-5b00-4063-9ad4-7cdd84fdd2bb" providerId="ADAL" clId="{2AD67459-F6B2-4EB7-BD08-89A77A9534CE}" dt="2024-01-30T21:52:58.093" v="198" actId="20577"/>
        <pc:sldMkLst>
          <pc:docMk/>
          <pc:sldMk cId="2574300258" sldId="1273"/>
        </pc:sldMkLst>
      </pc:sldChg>
      <pc:sldMasterChg chg="delSldLayout">
        <pc:chgData name="Qu, Chengyi" userId="9f02c3db-5b00-4063-9ad4-7cdd84fdd2bb" providerId="ADAL" clId="{2AD67459-F6B2-4EB7-BD08-89A77A9534CE}" dt="2024-01-30T20:07:42.571" v="0" actId="47"/>
        <pc:sldMasterMkLst>
          <pc:docMk/>
          <pc:sldMasterMk cId="2807116942" sldId="2147483648"/>
        </pc:sldMasterMkLst>
        <pc:sldLayoutChg chg="del">
          <pc:chgData name="Qu, Chengyi" userId="9f02c3db-5b00-4063-9ad4-7cdd84fdd2bb" providerId="ADAL" clId="{2AD67459-F6B2-4EB7-BD08-89A77A9534CE}" dt="2024-01-30T20:07:42.571" v="0" actId="47"/>
          <pc:sldLayoutMkLst>
            <pc:docMk/>
            <pc:sldMasterMk cId="2807116942" sldId="2147483648"/>
            <pc:sldLayoutMk cId="2582956718" sldId="2147483662"/>
          </pc:sldLayoutMkLst>
        </pc:sldLayoutChg>
        <pc:sldLayoutChg chg="del">
          <pc:chgData name="Qu, Chengyi" userId="9f02c3db-5b00-4063-9ad4-7cdd84fdd2bb" providerId="ADAL" clId="{2AD67459-F6B2-4EB7-BD08-89A77A9534CE}" dt="2024-01-30T20:07:42.571" v="0" actId="47"/>
          <pc:sldLayoutMkLst>
            <pc:docMk/>
            <pc:sldMasterMk cId="2807116942" sldId="2147483648"/>
            <pc:sldLayoutMk cId="2960784913" sldId="2147483680"/>
          </pc:sldLayoutMkLst>
        </pc:sldLayoutChg>
      </pc:sldMasterChg>
    </pc:docChg>
  </pc:docChgLst>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B8A68927-8F0D-4FCF-A9AA-7717E2476521}"/>
    <pc:docChg chg="undo custSel addSld delSld modSld sldOrd delMainMaster">
      <pc:chgData name="Qu, Chengyi" userId="9f02c3db-5b00-4063-9ad4-7cdd84fdd2bb" providerId="ADAL" clId="{B8A68927-8F0D-4FCF-A9AA-7717E2476521}" dt="2024-02-04T20:38:08.641" v="14" actId="20577"/>
      <pc:docMkLst>
        <pc:docMk/>
      </pc:docMkLst>
      <pc:sldChg chg="modSp mod ord">
        <pc:chgData name="Qu, Chengyi" userId="9f02c3db-5b00-4063-9ad4-7cdd84fdd2bb" providerId="ADAL" clId="{B8A68927-8F0D-4FCF-A9AA-7717E2476521}" dt="2024-02-04T20:11:03.283" v="6" actId="20577"/>
        <pc:sldMkLst>
          <pc:docMk/>
          <pc:sldMk cId="0" sldId="256"/>
        </pc:sldMkLst>
      </pc:sldChg>
      <pc:sldChg chg="del">
        <pc:chgData name="Qu, Chengyi" userId="9f02c3db-5b00-4063-9ad4-7cdd84fdd2bb" providerId="ADAL" clId="{B8A68927-8F0D-4FCF-A9AA-7717E2476521}" dt="2024-02-04T20:10:32.345" v="0" actId="47"/>
        <pc:sldMkLst>
          <pc:docMk/>
          <pc:sldMk cId="1350622502" sldId="302"/>
        </pc:sldMkLst>
      </pc:sldChg>
      <pc:sldChg chg="del">
        <pc:chgData name="Qu, Chengyi" userId="9f02c3db-5b00-4063-9ad4-7cdd84fdd2bb" providerId="ADAL" clId="{B8A68927-8F0D-4FCF-A9AA-7717E2476521}" dt="2024-02-04T20:11:12.269" v="7" actId="47"/>
        <pc:sldMkLst>
          <pc:docMk/>
          <pc:sldMk cId="4081942817" sldId="309"/>
        </pc:sldMkLst>
      </pc:sldChg>
      <pc:sldChg chg="del">
        <pc:chgData name="Qu, Chengyi" userId="9f02c3db-5b00-4063-9ad4-7cdd84fdd2bb" providerId="ADAL" clId="{B8A68927-8F0D-4FCF-A9AA-7717E2476521}" dt="2024-02-04T20:11:12.269" v="7" actId="47"/>
        <pc:sldMkLst>
          <pc:docMk/>
          <pc:sldMk cId="4266121674" sldId="310"/>
        </pc:sldMkLst>
      </pc:sldChg>
      <pc:sldChg chg="del">
        <pc:chgData name="Qu, Chengyi" userId="9f02c3db-5b00-4063-9ad4-7cdd84fdd2bb" providerId="ADAL" clId="{B8A68927-8F0D-4FCF-A9AA-7717E2476521}" dt="2024-02-04T20:11:12.269" v="7" actId="47"/>
        <pc:sldMkLst>
          <pc:docMk/>
          <pc:sldMk cId="397340874" sldId="311"/>
        </pc:sldMkLst>
      </pc:sldChg>
      <pc:sldChg chg="del">
        <pc:chgData name="Qu, Chengyi" userId="9f02c3db-5b00-4063-9ad4-7cdd84fdd2bb" providerId="ADAL" clId="{B8A68927-8F0D-4FCF-A9AA-7717E2476521}" dt="2024-02-04T20:11:12.269" v="7" actId="47"/>
        <pc:sldMkLst>
          <pc:docMk/>
          <pc:sldMk cId="1891869304" sldId="312"/>
        </pc:sldMkLst>
      </pc:sldChg>
      <pc:sldChg chg="del">
        <pc:chgData name="Qu, Chengyi" userId="9f02c3db-5b00-4063-9ad4-7cdd84fdd2bb" providerId="ADAL" clId="{B8A68927-8F0D-4FCF-A9AA-7717E2476521}" dt="2024-02-04T20:11:12.269" v="7" actId="47"/>
        <pc:sldMkLst>
          <pc:docMk/>
          <pc:sldMk cId="2140572250" sldId="313"/>
        </pc:sldMkLst>
      </pc:sldChg>
      <pc:sldChg chg="del">
        <pc:chgData name="Qu, Chengyi" userId="9f02c3db-5b00-4063-9ad4-7cdd84fdd2bb" providerId="ADAL" clId="{B8A68927-8F0D-4FCF-A9AA-7717E2476521}" dt="2024-02-04T20:11:12.269" v="7" actId="47"/>
        <pc:sldMkLst>
          <pc:docMk/>
          <pc:sldMk cId="2771919027" sldId="315"/>
        </pc:sldMkLst>
      </pc:sldChg>
      <pc:sldChg chg="del">
        <pc:chgData name="Qu, Chengyi" userId="9f02c3db-5b00-4063-9ad4-7cdd84fdd2bb" providerId="ADAL" clId="{B8A68927-8F0D-4FCF-A9AA-7717E2476521}" dt="2024-02-04T20:11:12.269" v="7" actId="47"/>
        <pc:sldMkLst>
          <pc:docMk/>
          <pc:sldMk cId="2610447627" sldId="317"/>
        </pc:sldMkLst>
      </pc:sldChg>
      <pc:sldChg chg="del">
        <pc:chgData name="Qu, Chengyi" userId="9f02c3db-5b00-4063-9ad4-7cdd84fdd2bb" providerId="ADAL" clId="{B8A68927-8F0D-4FCF-A9AA-7717E2476521}" dt="2024-02-04T20:11:12.269" v="7" actId="47"/>
        <pc:sldMkLst>
          <pc:docMk/>
          <pc:sldMk cId="1554699303" sldId="318"/>
        </pc:sldMkLst>
      </pc:sldChg>
      <pc:sldChg chg="del">
        <pc:chgData name="Qu, Chengyi" userId="9f02c3db-5b00-4063-9ad4-7cdd84fdd2bb" providerId="ADAL" clId="{B8A68927-8F0D-4FCF-A9AA-7717E2476521}" dt="2024-02-04T20:11:12.269" v="7" actId="47"/>
        <pc:sldMkLst>
          <pc:docMk/>
          <pc:sldMk cId="4261292706" sldId="319"/>
        </pc:sldMkLst>
      </pc:sldChg>
      <pc:sldChg chg="del">
        <pc:chgData name="Qu, Chengyi" userId="9f02c3db-5b00-4063-9ad4-7cdd84fdd2bb" providerId="ADAL" clId="{B8A68927-8F0D-4FCF-A9AA-7717E2476521}" dt="2024-02-04T20:11:12.269" v="7" actId="47"/>
        <pc:sldMkLst>
          <pc:docMk/>
          <pc:sldMk cId="4160575002" sldId="321"/>
        </pc:sldMkLst>
      </pc:sldChg>
      <pc:sldChg chg="del">
        <pc:chgData name="Qu, Chengyi" userId="9f02c3db-5b00-4063-9ad4-7cdd84fdd2bb" providerId="ADAL" clId="{B8A68927-8F0D-4FCF-A9AA-7717E2476521}" dt="2024-02-04T20:11:12.269" v="7" actId="47"/>
        <pc:sldMkLst>
          <pc:docMk/>
          <pc:sldMk cId="2042401734" sldId="322"/>
        </pc:sldMkLst>
      </pc:sldChg>
      <pc:sldChg chg="del">
        <pc:chgData name="Qu, Chengyi" userId="9f02c3db-5b00-4063-9ad4-7cdd84fdd2bb" providerId="ADAL" clId="{B8A68927-8F0D-4FCF-A9AA-7717E2476521}" dt="2024-02-04T20:11:12.269" v="7" actId="47"/>
        <pc:sldMkLst>
          <pc:docMk/>
          <pc:sldMk cId="29790647" sldId="323"/>
        </pc:sldMkLst>
      </pc:sldChg>
      <pc:sldChg chg="del">
        <pc:chgData name="Qu, Chengyi" userId="9f02c3db-5b00-4063-9ad4-7cdd84fdd2bb" providerId="ADAL" clId="{B8A68927-8F0D-4FCF-A9AA-7717E2476521}" dt="2024-02-04T20:11:12.269" v="7" actId="47"/>
        <pc:sldMkLst>
          <pc:docMk/>
          <pc:sldMk cId="3123380444" sldId="324"/>
        </pc:sldMkLst>
      </pc:sldChg>
      <pc:sldChg chg="del">
        <pc:chgData name="Qu, Chengyi" userId="9f02c3db-5b00-4063-9ad4-7cdd84fdd2bb" providerId="ADAL" clId="{B8A68927-8F0D-4FCF-A9AA-7717E2476521}" dt="2024-02-04T20:11:12.269" v="7" actId="47"/>
        <pc:sldMkLst>
          <pc:docMk/>
          <pc:sldMk cId="1014335648" sldId="325"/>
        </pc:sldMkLst>
      </pc:sldChg>
      <pc:sldChg chg="del">
        <pc:chgData name="Qu, Chengyi" userId="9f02c3db-5b00-4063-9ad4-7cdd84fdd2bb" providerId="ADAL" clId="{B8A68927-8F0D-4FCF-A9AA-7717E2476521}" dt="2024-02-04T20:11:12.269" v="7" actId="47"/>
        <pc:sldMkLst>
          <pc:docMk/>
          <pc:sldMk cId="1332023612" sldId="326"/>
        </pc:sldMkLst>
      </pc:sldChg>
      <pc:sldChg chg="del">
        <pc:chgData name="Qu, Chengyi" userId="9f02c3db-5b00-4063-9ad4-7cdd84fdd2bb" providerId="ADAL" clId="{B8A68927-8F0D-4FCF-A9AA-7717E2476521}" dt="2024-02-04T20:11:12.269" v="7" actId="47"/>
        <pc:sldMkLst>
          <pc:docMk/>
          <pc:sldMk cId="3737461284" sldId="360"/>
        </pc:sldMkLst>
      </pc:sldChg>
      <pc:sldChg chg="del">
        <pc:chgData name="Qu, Chengyi" userId="9f02c3db-5b00-4063-9ad4-7cdd84fdd2bb" providerId="ADAL" clId="{B8A68927-8F0D-4FCF-A9AA-7717E2476521}" dt="2024-02-04T20:11:12.269" v="7" actId="47"/>
        <pc:sldMkLst>
          <pc:docMk/>
          <pc:sldMk cId="2347205576" sldId="361"/>
        </pc:sldMkLst>
      </pc:sldChg>
      <pc:sldChg chg="del">
        <pc:chgData name="Qu, Chengyi" userId="9f02c3db-5b00-4063-9ad4-7cdd84fdd2bb" providerId="ADAL" clId="{B8A68927-8F0D-4FCF-A9AA-7717E2476521}" dt="2024-02-04T20:11:12.269" v="7" actId="47"/>
        <pc:sldMkLst>
          <pc:docMk/>
          <pc:sldMk cId="309228740" sldId="362"/>
        </pc:sldMkLst>
      </pc:sldChg>
      <pc:sldChg chg="add del">
        <pc:chgData name="Qu, Chengyi" userId="9f02c3db-5b00-4063-9ad4-7cdd84fdd2bb" providerId="ADAL" clId="{B8A68927-8F0D-4FCF-A9AA-7717E2476521}" dt="2024-02-04T20:27:02.848" v="13"/>
        <pc:sldMkLst>
          <pc:docMk/>
          <pc:sldMk cId="1217450473" sldId="367"/>
        </pc:sldMkLst>
      </pc:sldChg>
      <pc:sldChg chg="add del">
        <pc:chgData name="Qu, Chengyi" userId="9f02c3db-5b00-4063-9ad4-7cdd84fdd2bb" providerId="ADAL" clId="{B8A68927-8F0D-4FCF-A9AA-7717E2476521}" dt="2024-02-04T20:27:02.848" v="13"/>
        <pc:sldMkLst>
          <pc:docMk/>
          <pc:sldMk cId="178958858" sldId="371"/>
        </pc:sldMkLst>
      </pc:sldChg>
      <pc:sldChg chg="modSp add del mod">
        <pc:chgData name="Qu, Chengyi" userId="9f02c3db-5b00-4063-9ad4-7cdd84fdd2bb" providerId="ADAL" clId="{B8A68927-8F0D-4FCF-A9AA-7717E2476521}" dt="2024-02-04T20:27:02.848" v="13"/>
        <pc:sldMkLst>
          <pc:docMk/>
          <pc:sldMk cId="2316534037" sldId="374"/>
        </pc:sldMkLst>
      </pc:sldChg>
      <pc:sldChg chg="modSp add del mod">
        <pc:chgData name="Qu, Chengyi" userId="9f02c3db-5b00-4063-9ad4-7cdd84fdd2bb" providerId="ADAL" clId="{B8A68927-8F0D-4FCF-A9AA-7717E2476521}" dt="2024-02-04T20:27:02.848" v="13"/>
        <pc:sldMkLst>
          <pc:docMk/>
          <pc:sldMk cId="1419336903" sldId="382"/>
        </pc:sldMkLst>
      </pc:sldChg>
      <pc:sldChg chg="add del">
        <pc:chgData name="Qu, Chengyi" userId="9f02c3db-5b00-4063-9ad4-7cdd84fdd2bb" providerId="ADAL" clId="{B8A68927-8F0D-4FCF-A9AA-7717E2476521}" dt="2024-02-04T20:27:02.848" v="13"/>
        <pc:sldMkLst>
          <pc:docMk/>
          <pc:sldMk cId="3370047568" sldId="383"/>
        </pc:sldMkLst>
      </pc:sldChg>
      <pc:sldChg chg="add del">
        <pc:chgData name="Qu, Chengyi" userId="9f02c3db-5b00-4063-9ad4-7cdd84fdd2bb" providerId="ADAL" clId="{B8A68927-8F0D-4FCF-A9AA-7717E2476521}" dt="2024-02-04T20:27:02.848" v="13"/>
        <pc:sldMkLst>
          <pc:docMk/>
          <pc:sldMk cId="2055057035" sldId="384"/>
        </pc:sldMkLst>
      </pc:sldChg>
      <pc:sldChg chg="modSp add del mod">
        <pc:chgData name="Qu, Chengyi" userId="9f02c3db-5b00-4063-9ad4-7cdd84fdd2bb" providerId="ADAL" clId="{B8A68927-8F0D-4FCF-A9AA-7717E2476521}" dt="2024-02-04T20:27:02.848" v="13"/>
        <pc:sldMkLst>
          <pc:docMk/>
          <pc:sldMk cId="2640340070" sldId="385"/>
        </pc:sldMkLst>
      </pc:sldChg>
      <pc:sldChg chg="add del">
        <pc:chgData name="Qu, Chengyi" userId="9f02c3db-5b00-4063-9ad4-7cdd84fdd2bb" providerId="ADAL" clId="{B8A68927-8F0D-4FCF-A9AA-7717E2476521}" dt="2024-02-04T20:27:02.848" v="13"/>
        <pc:sldMkLst>
          <pc:docMk/>
          <pc:sldMk cId="2993049085" sldId="386"/>
        </pc:sldMkLst>
      </pc:sldChg>
      <pc:sldChg chg="add del">
        <pc:chgData name="Qu, Chengyi" userId="9f02c3db-5b00-4063-9ad4-7cdd84fdd2bb" providerId="ADAL" clId="{B8A68927-8F0D-4FCF-A9AA-7717E2476521}" dt="2024-02-04T20:27:02.848" v="13"/>
        <pc:sldMkLst>
          <pc:docMk/>
          <pc:sldMk cId="1540118003" sldId="387"/>
        </pc:sldMkLst>
      </pc:sldChg>
      <pc:sldChg chg="add del">
        <pc:chgData name="Qu, Chengyi" userId="9f02c3db-5b00-4063-9ad4-7cdd84fdd2bb" providerId="ADAL" clId="{B8A68927-8F0D-4FCF-A9AA-7717E2476521}" dt="2024-02-04T20:27:02.848" v="13"/>
        <pc:sldMkLst>
          <pc:docMk/>
          <pc:sldMk cId="2294238332" sldId="388"/>
        </pc:sldMkLst>
      </pc:sldChg>
      <pc:sldChg chg="add del">
        <pc:chgData name="Qu, Chengyi" userId="9f02c3db-5b00-4063-9ad4-7cdd84fdd2bb" providerId="ADAL" clId="{B8A68927-8F0D-4FCF-A9AA-7717E2476521}" dt="2024-02-04T20:27:02.848" v="13"/>
        <pc:sldMkLst>
          <pc:docMk/>
          <pc:sldMk cId="3885871552" sldId="389"/>
        </pc:sldMkLst>
      </pc:sldChg>
      <pc:sldChg chg="add del">
        <pc:chgData name="Qu, Chengyi" userId="9f02c3db-5b00-4063-9ad4-7cdd84fdd2bb" providerId="ADAL" clId="{B8A68927-8F0D-4FCF-A9AA-7717E2476521}" dt="2024-02-04T20:27:02.848" v="13"/>
        <pc:sldMkLst>
          <pc:docMk/>
          <pc:sldMk cId="1846400946" sldId="390"/>
        </pc:sldMkLst>
      </pc:sldChg>
      <pc:sldChg chg="add del modNotesTx">
        <pc:chgData name="Qu, Chengyi" userId="9f02c3db-5b00-4063-9ad4-7cdd84fdd2bb" providerId="ADAL" clId="{B8A68927-8F0D-4FCF-A9AA-7717E2476521}" dt="2024-02-04T20:38:08.641" v="14" actId="20577"/>
        <pc:sldMkLst>
          <pc:docMk/>
          <pc:sldMk cId="2515851175" sldId="391"/>
        </pc:sldMkLst>
      </pc:sldChg>
      <pc:sldChg chg="add del">
        <pc:chgData name="Qu, Chengyi" userId="9f02c3db-5b00-4063-9ad4-7cdd84fdd2bb" providerId="ADAL" clId="{B8A68927-8F0D-4FCF-A9AA-7717E2476521}" dt="2024-02-04T20:27:02.848" v="13"/>
        <pc:sldMkLst>
          <pc:docMk/>
          <pc:sldMk cId="31746736" sldId="392"/>
        </pc:sldMkLst>
      </pc:sldChg>
      <pc:sldChg chg="add del">
        <pc:chgData name="Qu, Chengyi" userId="9f02c3db-5b00-4063-9ad4-7cdd84fdd2bb" providerId="ADAL" clId="{B8A68927-8F0D-4FCF-A9AA-7717E2476521}" dt="2024-02-04T20:27:02.848" v="13"/>
        <pc:sldMkLst>
          <pc:docMk/>
          <pc:sldMk cId="3184566003" sldId="393"/>
        </pc:sldMkLst>
      </pc:sldChg>
      <pc:sldChg chg="add del">
        <pc:chgData name="Qu, Chengyi" userId="9f02c3db-5b00-4063-9ad4-7cdd84fdd2bb" providerId="ADAL" clId="{B8A68927-8F0D-4FCF-A9AA-7717E2476521}" dt="2024-02-04T20:27:02.848" v="13"/>
        <pc:sldMkLst>
          <pc:docMk/>
          <pc:sldMk cId="1671043101" sldId="394"/>
        </pc:sldMkLst>
      </pc:sldChg>
      <pc:sldChg chg="add del">
        <pc:chgData name="Qu, Chengyi" userId="9f02c3db-5b00-4063-9ad4-7cdd84fdd2bb" providerId="ADAL" clId="{B8A68927-8F0D-4FCF-A9AA-7717E2476521}" dt="2024-02-04T20:27:02.848" v="13"/>
        <pc:sldMkLst>
          <pc:docMk/>
          <pc:sldMk cId="4219989565" sldId="395"/>
        </pc:sldMkLst>
      </pc:sldChg>
      <pc:sldChg chg="add del">
        <pc:chgData name="Qu, Chengyi" userId="9f02c3db-5b00-4063-9ad4-7cdd84fdd2bb" providerId="ADAL" clId="{B8A68927-8F0D-4FCF-A9AA-7717E2476521}" dt="2024-02-04T20:27:02.848" v="13"/>
        <pc:sldMkLst>
          <pc:docMk/>
          <pc:sldMk cId="2244718961" sldId="700"/>
        </pc:sldMkLst>
      </pc:sldChg>
      <pc:sldChg chg="del">
        <pc:chgData name="Qu, Chengyi" userId="9f02c3db-5b00-4063-9ad4-7cdd84fdd2bb" providerId="ADAL" clId="{B8A68927-8F0D-4FCF-A9AA-7717E2476521}" dt="2024-02-04T20:10:32.345" v="0" actId="47"/>
        <pc:sldMkLst>
          <pc:docMk/>
          <pc:sldMk cId="2651535271" sldId="1262"/>
        </pc:sldMkLst>
      </pc:sldChg>
      <pc:sldChg chg="del">
        <pc:chgData name="Qu, Chengyi" userId="9f02c3db-5b00-4063-9ad4-7cdd84fdd2bb" providerId="ADAL" clId="{B8A68927-8F0D-4FCF-A9AA-7717E2476521}" dt="2024-02-04T20:10:32.345" v="0" actId="47"/>
        <pc:sldMkLst>
          <pc:docMk/>
          <pc:sldMk cId="3767743320" sldId="1263"/>
        </pc:sldMkLst>
      </pc:sldChg>
      <pc:sldChg chg="del">
        <pc:chgData name="Qu, Chengyi" userId="9f02c3db-5b00-4063-9ad4-7cdd84fdd2bb" providerId="ADAL" clId="{B8A68927-8F0D-4FCF-A9AA-7717E2476521}" dt="2024-02-04T20:11:12.269" v="7" actId="47"/>
        <pc:sldMkLst>
          <pc:docMk/>
          <pc:sldMk cId="327016494" sldId="1264"/>
        </pc:sldMkLst>
      </pc:sldChg>
      <pc:sldChg chg="modSp mod">
        <pc:chgData name="Qu, Chengyi" userId="9f02c3db-5b00-4063-9ad4-7cdd84fdd2bb" providerId="ADAL" clId="{B8A68927-8F0D-4FCF-A9AA-7717E2476521}" dt="2024-02-04T20:10:43.130" v="2" actId="207"/>
        <pc:sldMkLst>
          <pc:docMk/>
          <pc:sldMk cId="3507344199" sldId="1265"/>
        </pc:sldMkLst>
      </pc:sldChg>
      <pc:sldChg chg="del">
        <pc:chgData name="Qu, Chengyi" userId="9f02c3db-5b00-4063-9ad4-7cdd84fdd2bb" providerId="ADAL" clId="{B8A68927-8F0D-4FCF-A9AA-7717E2476521}" dt="2024-02-04T20:10:32.345" v="0" actId="47"/>
        <pc:sldMkLst>
          <pc:docMk/>
          <pc:sldMk cId="1835531626" sldId="1266"/>
        </pc:sldMkLst>
      </pc:sldChg>
      <pc:sldChg chg="del">
        <pc:chgData name="Qu, Chengyi" userId="9f02c3db-5b00-4063-9ad4-7cdd84fdd2bb" providerId="ADAL" clId="{B8A68927-8F0D-4FCF-A9AA-7717E2476521}" dt="2024-02-04T20:11:12.269" v="7" actId="47"/>
        <pc:sldMkLst>
          <pc:docMk/>
          <pc:sldMk cId="2897299916" sldId="1267"/>
        </pc:sldMkLst>
      </pc:sldChg>
      <pc:sldChg chg="del">
        <pc:chgData name="Qu, Chengyi" userId="9f02c3db-5b00-4063-9ad4-7cdd84fdd2bb" providerId="ADAL" clId="{B8A68927-8F0D-4FCF-A9AA-7717E2476521}" dt="2024-02-04T20:11:12.269" v="7" actId="47"/>
        <pc:sldMkLst>
          <pc:docMk/>
          <pc:sldMk cId="730941134" sldId="1268"/>
        </pc:sldMkLst>
      </pc:sldChg>
      <pc:sldChg chg="del">
        <pc:chgData name="Qu, Chengyi" userId="9f02c3db-5b00-4063-9ad4-7cdd84fdd2bb" providerId="ADAL" clId="{B8A68927-8F0D-4FCF-A9AA-7717E2476521}" dt="2024-02-04T20:11:12.269" v="7" actId="47"/>
        <pc:sldMkLst>
          <pc:docMk/>
          <pc:sldMk cId="2288592048" sldId="1269"/>
        </pc:sldMkLst>
      </pc:sldChg>
      <pc:sldChg chg="del">
        <pc:chgData name="Qu, Chengyi" userId="9f02c3db-5b00-4063-9ad4-7cdd84fdd2bb" providerId="ADAL" clId="{B8A68927-8F0D-4FCF-A9AA-7717E2476521}" dt="2024-02-04T20:11:12.269" v="7" actId="47"/>
        <pc:sldMkLst>
          <pc:docMk/>
          <pc:sldMk cId="2843450976" sldId="1270"/>
        </pc:sldMkLst>
      </pc:sldChg>
      <pc:sldChg chg="del">
        <pc:chgData name="Qu, Chengyi" userId="9f02c3db-5b00-4063-9ad4-7cdd84fdd2bb" providerId="ADAL" clId="{B8A68927-8F0D-4FCF-A9AA-7717E2476521}" dt="2024-02-04T20:11:12.269" v="7" actId="47"/>
        <pc:sldMkLst>
          <pc:docMk/>
          <pc:sldMk cId="566162244" sldId="1271"/>
        </pc:sldMkLst>
      </pc:sldChg>
      <pc:sldChg chg="del">
        <pc:chgData name="Qu, Chengyi" userId="9f02c3db-5b00-4063-9ad4-7cdd84fdd2bb" providerId="ADAL" clId="{B8A68927-8F0D-4FCF-A9AA-7717E2476521}" dt="2024-02-04T20:11:12.269" v="7" actId="47"/>
        <pc:sldMkLst>
          <pc:docMk/>
          <pc:sldMk cId="605728639" sldId="1272"/>
        </pc:sldMkLst>
      </pc:sldChg>
      <pc:sldChg chg="del">
        <pc:chgData name="Qu, Chengyi" userId="9f02c3db-5b00-4063-9ad4-7cdd84fdd2bb" providerId="ADAL" clId="{B8A68927-8F0D-4FCF-A9AA-7717E2476521}" dt="2024-02-04T20:11:12.269" v="7" actId="47"/>
        <pc:sldMkLst>
          <pc:docMk/>
          <pc:sldMk cId="2574300258" sldId="1273"/>
        </pc:sldMkLst>
      </pc:sldChg>
      <pc:sldMasterChg chg="delSldLayout">
        <pc:chgData name="Qu, Chengyi" userId="9f02c3db-5b00-4063-9ad4-7cdd84fdd2bb" providerId="ADAL" clId="{B8A68927-8F0D-4FCF-A9AA-7717E2476521}" dt="2024-02-04T20:11:12.269" v="7" actId="47"/>
        <pc:sldMasterMkLst>
          <pc:docMk/>
          <pc:sldMasterMk cId="2807116942" sldId="2147483648"/>
        </pc:sldMasterMkLst>
        <pc:sldLayoutChg chg="del">
          <pc:chgData name="Qu, Chengyi" userId="9f02c3db-5b00-4063-9ad4-7cdd84fdd2bb" providerId="ADAL" clId="{B8A68927-8F0D-4FCF-A9AA-7717E2476521}" dt="2024-02-04T20:11:12.269" v="7" actId="47"/>
          <pc:sldLayoutMkLst>
            <pc:docMk/>
            <pc:sldMasterMk cId="2807116942" sldId="2147483648"/>
            <pc:sldLayoutMk cId="3178452526" sldId="2147483681"/>
          </pc:sldLayoutMkLst>
        </pc:sldLayoutChg>
      </pc:sldMasterChg>
      <pc:sldMasterChg chg="del delSldLayout">
        <pc:chgData name="Qu, Chengyi" userId="9f02c3db-5b00-4063-9ad4-7cdd84fdd2bb" providerId="ADAL" clId="{B8A68927-8F0D-4FCF-A9AA-7717E2476521}" dt="2024-02-04T20:11:12.269" v="7" actId="47"/>
        <pc:sldMasterMkLst>
          <pc:docMk/>
          <pc:sldMasterMk cId="3786389625" sldId="2147483683"/>
        </pc:sldMasterMkLst>
        <pc:sldLayoutChg chg="del">
          <pc:chgData name="Qu, Chengyi" userId="9f02c3db-5b00-4063-9ad4-7cdd84fdd2bb" providerId="ADAL" clId="{B8A68927-8F0D-4FCF-A9AA-7717E2476521}" dt="2024-02-04T20:11:12.269" v="7" actId="47"/>
          <pc:sldLayoutMkLst>
            <pc:docMk/>
            <pc:sldMasterMk cId="3786389625" sldId="2147483683"/>
            <pc:sldLayoutMk cId="1259363603" sldId="2147483684"/>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471717181" sldId="2147483685"/>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586057541" sldId="2147483686"/>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4246278388" sldId="2147483687"/>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941270850" sldId="2147483688"/>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4273289796" sldId="2147483689"/>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323698036" sldId="2147483690"/>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1475924351" sldId="2147483691"/>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1967705870" sldId="2147483692"/>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989082028" sldId="2147483693"/>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148730976" sldId="2147483694"/>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908134823" sldId="2147483695"/>
          </pc:sldLayoutMkLst>
        </pc:sldLayoutChg>
      </pc:sldMasterChg>
    </pc:docChg>
  </pc:docChgLst>
  <pc:docChgLst>
    <pc:chgData name="Qu, Chengyi" userId="9f02c3db-5b00-4063-9ad4-7cdd84fdd2bb" providerId="ADAL" clId="{5D22253E-DE3F-476C-9B84-7F722A90034C}"/>
    <pc:docChg chg="delSld">
      <pc:chgData name="Qu, Chengyi" userId="9f02c3db-5b00-4063-9ad4-7cdd84fdd2bb" providerId="ADAL" clId="{5D22253E-DE3F-476C-9B84-7F722A90034C}" dt="2025-02-18T03:50:46.708" v="3" actId="47"/>
      <pc:docMkLst>
        <pc:docMk/>
      </pc:docMkLst>
      <pc:sldChg chg="del">
        <pc:chgData name="Qu, Chengyi" userId="9f02c3db-5b00-4063-9ad4-7cdd84fdd2bb" providerId="ADAL" clId="{5D22253E-DE3F-476C-9B84-7F722A90034C}" dt="2025-02-18T03:48:14.238" v="0" actId="47"/>
        <pc:sldMkLst>
          <pc:docMk/>
          <pc:sldMk cId="1881150535" sldId="646"/>
        </pc:sldMkLst>
      </pc:sldChg>
      <pc:sldChg chg="del">
        <pc:chgData name="Qu, Chengyi" userId="9f02c3db-5b00-4063-9ad4-7cdd84fdd2bb" providerId="ADAL" clId="{5D22253E-DE3F-476C-9B84-7F722A90034C}" dt="2025-02-18T03:50:45.290" v="1" actId="47"/>
        <pc:sldMkLst>
          <pc:docMk/>
          <pc:sldMk cId="4038715374" sldId="1255"/>
        </pc:sldMkLst>
      </pc:sldChg>
      <pc:sldChg chg="del">
        <pc:chgData name="Qu, Chengyi" userId="9f02c3db-5b00-4063-9ad4-7cdd84fdd2bb" providerId="ADAL" clId="{5D22253E-DE3F-476C-9B84-7F722A90034C}" dt="2025-02-18T03:50:46.130" v="2" actId="47"/>
        <pc:sldMkLst>
          <pc:docMk/>
          <pc:sldMk cId="239755599" sldId="1256"/>
        </pc:sldMkLst>
      </pc:sldChg>
      <pc:sldChg chg="del">
        <pc:chgData name="Qu, Chengyi" userId="9f02c3db-5b00-4063-9ad4-7cdd84fdd2bb" providerId="ADAL" clId="{5D22253E-DE3F-476C-9B84-7F722A90034C}" dt="2025-02-18T03:50:46.708" v="3" actId="47"/>
        <pc:sldMkLst>
          <pc:docMk/>
          <pc:sldMk cId="3209912214" sldId="1266"/>
        </pc:sldMkLst>
      </pc:sldChg>
      <pc:sldMasterChg chg="delSldLayout">
        <pc:chgData name="Qu, Chengyi" userId="9f02c3db-5b00-4063-9ad4-7cdd84fdd2bb" providerId="ADAL" clId="{5D22253E-DE3F-476C-9B84-7F722A90034C}" dt="2025-02-18T03:50:46.708" v="3" actId="47"/>
        <pc:sldMasterMkLst>
          <pc:docMk/>
          <pc:sldMasterMk cId="1475865050" sldId="2147483667"/>
        </pc:sldMasterMkLst>
        <pc:sldLayoutChg chg="del">
          <pc:chgData name="Qu, Chengyi" userId="9f02c3db-5b00-4063-9ad4-7cdd84fdd2bb" providerId="ADAL" clId="{5D22253E-DE3F-476C-9B84-7F722A90034C}" dt="2025-02-18T03:50:46.708" v="3" actId="47"/>
          <pc:sldLayoutMkLst>
            <pc:docMk/>
            <pc:sldMasterMk cId="1475865050" sldId="2147483667"/>
            <pc:sldLayoutMk cId="2793314298" sldId="2147483680"/>
          </pc:sldLayoutMkLst>
        </pc:sldLayoutChg>
      </pc:sldMasterChg>
    </pc:docChg>
  </pc:docChgLst>
  <pc:docChgLst>
    <pc:chgData name="Qu, Chengyi" userId="9f02c3db-5b00-4063-9ad4-7cdd84fdd2bb" providerId="ADAL" clId="{397B8C19-8C06-4BDE-A892-FDAC9BE24FA4}"/>
    <pc:docChg chg="undo custSel addSld delSld modSld delMainMaster">
      <pc:chgData name="Qu, Chengyi" userId="9f02c3db-5b00-4063-9ad4-7cdd84fdd2bb" providerId="ADAL" clId="{397B8C19-8C06-4BDE-A892-FDAC9BE24FA4}" dt="2024-02-12T02:06:05.828" v="155" actId="207"/>
      <pc:docMkLst>
        <pc:docMk/>
      </pc:docMkLst>
      <pc:sldChg chg="del">
        <pc:chgData name="Qu, Chengyi" userId="9f02c3db-5b00-4063-9ad4-7cdd84fdd2bb" providerId="ADAL" clId="{397B8C19-8C06-4BDE-A892-FDAC9BE24FA4}" dt="2024-02-11T21:50:24.593" v="3" actId="47"/>
        <pc:sldMkLst>
          <pc:docMk/>
          <pc:sldMk cId="1672428454" sldId="260"/>
        </pc:sldMkLst>
      </pc:sldChg>
      <pc:sldChg chg="del">
        <pc:chgData name="Qu, Chengyi" userId="9f02c3db-5b00-4063-9ad4-7cdd84fdd2bb" providerId="ADAL" clId="{397B8C19-8C06-4BDE-A892-FDAC9BE24FA4}" dt="2024-02-11T21:50:24.593" v="3" actId="47"/>
        <pc:sldMkLst>
          <pc:docMk/>
          <pc:sldMk cId="3926442091" sldId="278"/>
        </pc:sldMkLst>
      </pc:sldChg>
      <pc:sldChg chg="del">
        <pc:chgData name="Qu, Chengyi" userId="9f02c3db-5b00-4063-9ad4-7cdd84fdd2bb" providerId="ADAL" clId="{397B8C19-8C06-4BDE-A892-FDAC9BE24FA4}" dt="2024-02-11T21:50:24.593" v="3" actId="47"/>
        <pc:sldMkLst>
          <pc:docMk/>
          <pc:sldMk cId="31746736" sldId="392"/>
        </pc:sldMkLst>
      </pc:sldChg>
      <pc:sldChg chg="del">
        <pc:chgData name="Qu, Chengyi" userId="9f02c3db-5b00-4063-9ad4-7cdd84fdd2bb" providerId="ADAL" clId="{397B8C19-8C06-4BDE-A892-FDAC9BE24FA4}" dt="2024-02-11T21:50:24.593" v="3" actId="47"/>
        <pc:sldMkLst>
          <pc:docMk/>
          <pc:sldMk cId="3184566003" sldId="393"/>
        </pc:sldMkLst>
      </pc:sldChg>
      <pc:sldChg chg="del">
        <pc:chgData name="Qu, Chengyi" userId="9f02c3db-5b00-4063-9ad4-7cdd84fdd2bb" providerId="ADAL" clId="{397B8C19-8C06-4BDE-A892-FDAC9BE24FA4}" dt="2024-02-11T21:50:24.593" v="3" actId="47"/>
        <pc:sldMkLst>
          <pc:docMk/>
          <pc:sldMk cId="1671043101" sldId="394"/>
        </pc:sldMkLst>
      </pc:sldChg>
      <pc:sldChg chg="del">
        <pc:chgData name="Qu, Chengyi" userId="9f02c3db-5b00-4063-9ad4-7cdd84fdd2bb" providerId="ADAL" clId="{397B8C19-8C06-4BDE-A892-FDAC9BE24FA4}" dt="2024-02-11T21:50:24.593" v="3" actId="47"/>
        <pc:sldMkLst>
          <pc:docMk/>
          <pc:sldMk cId="4219989565" sldId="395"/>
        </pc:sldMkLst>
      </pc:sldChg>
      <pc:sldChg chg="del">
        <pc:chgData name="Qu, Chengyi" userId="9f02c3db-5b00-4063-9ad4-7cdd84fdd2bb" providerId="ADAL" clId="{397B8C19-8C06-4BDE-A892-FDAC9BE24FA4}" dt="2024-02-11T21:50:24.593" v="3" actId="47"/>
        <pc:sldMkLst>
          <pc:docMk/>
          <pc:sldMk cId="1790099490" sldId="396"/>
        </pc:sldMkLst>
      </pc:sldChg>
      <pc:sldChg chg="del">
        <pc:chgData name="Qu, Chengyi" userId="9f02c3db-5b00-4063-9ad4-7cdd84fdd2bb" providerId="ADAL" clId="{397B8C19-8C06-4BDE-A892-FDAC9BE24FA4}" dt="2024-02-11T21:50:24.593" v="3" actId="47"/>
        <pc:sldMkLst>
          <pc:docMk/>
          <pc:sldMk cId="3002205896" sldId="398"/>
        </pc:sldMkLst>
      </pc:sldChg>
      <pc:sldChg chg="del">
        <pc:chgData name="Qu, Chengyi" userId="9f02c3db-5b00-4063-9ad4-7cdd84fdd2bb" providerId="ADAL" clId="{397B8C19-8C06-4BDE-A892-FDAC9BE24FA4}" dt="2024-02-11T21:50:24.593" v="3" actId="47"/>
        <pc:sldMkLst>
          <pc:docMk/>
          <pc:sldMk cId="1342671193" sldId="399"/>
        </pc:sldMkLst>
      </pc:sldChg>
      <pc:sldChg chg="del">
        <pc:chgData name="Qu, Chengyi" userId="9f02c3db-5b00-4063-9ad4-7cdd84fdd2bb" providerId="ADAL" clId="{397B8C19-8C06-4BDE-A892-FDAC9BE24FA4}" dt="2024-02-11T21:50:24.593" v="3" actId="47"/>
        <pc:sldMkLst>
          <pc:docMk/>
          <pc:sldMk cId="646371862" sldId="400"/>
        </pc:sldMkLst>
      </pc:sldChg>
      <pc:sldChg chg="del">
        <pc:chgData name="Qu, Chengyi" userId="9f02c3db-5b00-4063-9ad4-7cdd84fdd2bb" providerId="ADAL" clId="{397B8C19-8C06-4BDE-A892-FDAC9BE24FA4}" dt="2024-02-11T21:50:24.593" v="3" actId="47"/>
        <pc:sldMkLst>
          <pc:docMk/>
          <pc:sldMk cId="3946897576" sldId="401"/>
        </pc:sldMkLst>
      </pc:sldChg>
      <pc:sldChg chg="del">
        <pc:chgData name="Qu, Chengyi" userId="9f02c3db-5b00-4063-9ad4-7cdd84fdd2bb" providerId="ADAL" clId="{397B8C19-8C06-4BDE-A892-FDAC9BE24FA4}" dt="2024-02-11T21:50:24.593" v="3" actId="47"/>
        <pc:sldMkLst>
          <pc:docMk/>
          <pc:sldMk cId="3446725777" sldId="418"/>
        </pc:sldMkLst>
      </pc:sldChg>
      <pc:sldChg chg="del">
        <pc:chgData name="Qu, Chengyi" userId="9f02c3db-5b00-4063-9ad4-7cdd84fdd2bb" providerId="ADAL" clId="{397B8C19-8C06-4BDE-A892-FDAC9BE24FA4}" dt="2024-02-11T21:50:24.593" v="3" actId="47"/>
        <pc:sldMkLst>
          <pc:docMk/>
          <pc:sldMk cId="928474287" sldId="419"/>
        </pc:sldMkLst>
      </pc:sldChg>
      <pc:sldChg chg="del">
        <pc:chgData name="Qu, Chengyi" userId="9f02c3db-5b00-4063-9ad4-7cdd84fdd2bb" providerId="ADAL" clId="{397B8C19-8C06-4BDE-A892-FDAC9BE24FA4}" dt="2024-02-11T21:50:24.593" v="3" actId="47"/>
        <pc:sldMkLst>
          <pc:docMk/>
          <pc:sldMk cId="3460760720" sldId="421"/>
        </pc:sldMkLst>
      </pc:sldChg>
      <pc:sldChg chg="del">
        <pc:chgData name="Qu, Chengyi" userId="9f02c3db-5b00-4063-9ad4-7cdd84fdd2bb" providerId="ADAL" clId="{397B8C19-8C06-4BDE-A892-FDAC9BE24FA4}" dt="2024-02-11T21:50:24.593" v="3" actId="47"/>
        <pc:sldMkLst>
          <pc:docMk/>
          <pc:sldMk cId="2216415802" sldId="422"/>
        </pc:sldMkLst>
      </pc:sldChg>
      <pc:sldChg chg="delSp modSp add del mod delAnim">
        <pc:chgData name="Qu, Chengyi" userId="9f02c3db-5b00-4063-9ad4-7cdd84fdd2bb" providerId="ADAL" clId="{397B8C19-8C06-4BDE-A892-FDAC9BE24FA4}" dt="2024-02-11T21:53:37.163" v="13" actId="478"/>
        <pc:sldMkLst>
          <pc:docMk/>
          <pc:sldMk cId="1927004406" sldId="633"/>
        </pc:sldMkLst>
      </pc:sldChg>
      <pc:sldChg chg="modSp add del">
        <pc:chgData name="Qu, Chengyi" userId="9f02c3db-5b00-4063-9ad4-7cdd84fdd2bb" providerId="ADAL" clId="{397B8C19-8C06-4BDE-A892-FDAC9BE24FA4}" dt="2024-02-11T21:51:32.163" v="9"/>
        <pc:sldMkLst>
          <pc:docMk/>
          <pc:sldMk cId="3327658120" sldId="634"/>
        </pc:sldMkLst>
      </pc:sldChg>
      <pc:sldChg chg="modSp add del">
        <pc:chgData name="Qu, Chengyi" userId="9f02c3db-5b00-4063-9ad4-7cdd84fdd2bb" providerId="ADAL" clId="{397B8C19-8C06-4BDE-A892-FDAC9BE24FA4}" dt="2024-02-11T21:51:32.163" v="9"/>
        <pc:sldMkLst>
          <pc:docMk/>
          <pc:sldMk cId="2072688855" sldId="635"/>
        </pc:sldMkLst>
      </pc:sldChg>
      <pc:sldChg chg="modSp add del">
        <pc:chgData name="Qu, Chengyi" userId="9f02c3db-5b00-4063-9ad4-7cdd84fdd2bb" providerId="ADAL" clId="{397B8C19-8C06-4BDE-A892-FDAC9BE24FA4}" dt="2024-02-11T21:51:32.163" v="9"/>
        <pc:sldMkLst>
          <pc:docMk/>
          <pc:sldMk cId="1581542834" sldId="636"/>
        </pc:sldMkLst>
      </pc:sldChg>
      <pc:sldChg chg="modSp add del">
        <pc:chgData name="Qu, Chengyi" userId="9f02c3db-5b00-4063-9ad4-7cdd84fdd2bb" providerId="ADAL" clId="{397B8C19-8C06-4BDE-A892-FDAC9BE24FA4}" dt="2024-02-11T21:51:32.163" v="9"/>
        <pc:sldMkLst>
          <pc:docMk/>
          <pc:sldMk cId="3334244613" sldId="637"/>
        </pc:sldMkLst>
      </pc:sldChg>
      <pc:sldChg chg="add del">
        <pc:chgData name="Qu, Chengyi" userId="9f02c3db-5b00-4063-9ad4-7cdd84fdd2bb" providerId="ADAL" clId="{397B8C19-8C06-4BDE-A892-FDAC9BE24FA4}" dt="2024-02-11T21:51:32.163" v="9"/>
        <pc:sldMkLst>
          <pc:docMk/>
          <pc:sldMk cId="2570886114" sldId="638"/>
        </pc:sldMkLst>
      </pc:sldChg>
      <pc:sldChg chg="add del">
        <pc:chgData name="Qu, Chengyi" userId="9f02c3db-5b00-4063-9ad4-7cdd84fdd2bb" providerId="ADAL" clId="{397B8C19-8C06-4BDE-A892-FDAC9BE24FA4}" dt="2024-02-11T21:51:32.163" v="9"/>
        <pc:sldMkLst>
          <pc:docMk/>
          <pc:sldMk cId="1039379895" sldId="639"/>
        </pc:sldMkLst>
      </pc:sldChg>
      <pc:sldChg chg="add del">
        <pc:chgData name="Qu, Chengyi" userId="9f02c3db-5b00-4063-9ad4-7cdd84fdd2bb" providerId="ADAL" clId="{397B8C19-8C06-4BDE-A892-FDAC9BE24FA4}" dt="2024-02-11T21:51:32.163" v="9"/>
        <pc:sldMkLst>
          <pc:docMk/>
          <pc:sldMk cId="1913390666" sldId="640"/>
        </pc:sldMkLst>
      </pc:sldChg>
      <pc:sldChg chg="addSp modSp add del mod">
        <pc:chgData name="Qu, Chengyi" userId="9f02c3db-5b00-4063-9ad4-7cdd84fdd2bb" providerId="ADAL" clId="{397B8C19-8C06-4BDE-A892-FDAC9BE24FA4}" dt="2024-02-11T22:10:58.364" v="96" actId="20577"/>
        <pc:sldMkLst>
          <pc:docMk/>
          <pc:sldMk cId="3742767098" sldId="641"/>
        </pc:sldMkLst>
      </pc:sldChg>
      <pc:sldChg chg="modSp add del mod">
        <pc:chgData name="Qu, Chengyi" userId="9f02c3db-5b00-4063-9ad4-7cdd84fdd2bb" providerId="ADAL" clId="{397B8C19-8C06-4BDE-A892-FDAC9BE24FA4}" dt="2024-02-11T21:51:32.163" v="9"/>
        <pc:sldMkLst>
          <pc:docMk/>
          <pc:sldMk cId="1210879731" sldId="643"/>
        </pc:sldMkLst>
      </pc:sldChg>
      <pc:sldChg chg="modSp add del mod modNotesTx">
        <pc:chgData name="Qu, Chengyi" userId="9f02c3db-5b00-4063-9ad4-7cdd84fdd2bb" providerId="ADAL" clId="{397B8C19-8C06-4BDE-A892-FDAC9BE24FA4}" dt="2024-02-11T22:29:31.245" v="149"/>
        <pc:sldMkLst>
          <pc:docMk/>
          <pc:sldMk cId="3403893922" sldId="644"/>
        </pc:sldMkLst>
      </pc:sldChg>
      <pc:sldChg chg="add del">
        <pc:chgData name="Qu, Chengyi" userId="9f02c3db-5b00-4063-9ad4-7cdd84fdd2bb" providerId="ADAL" clId="{397B8C19-8C06-4BDE-A892-FDAC9BE24FA4}" dt="2024-02-11T21:51:32.163" v="9"/>
        <pc:sldMkLst>
          <pc:docMk/>
          <pc:sldMk cId="1668754033" sldId="645"/>
        </pc:sldMkLst>
      </pc:sldChg>
      <pc:sldChg chg="add del">
        <pc:chgData name="Qu, Chengyi" userId="9f02c3db-5b00-4063-9ad4-7cdd84fdd2bb" providerId="ADAL" clId="{397B8C19-8C06-4BDE-A892-FDAC9BE24FA4}" dt="2024-02-11T21:51:32.163" v="9"/>
        <pc:sldMkLst>
          <pc:docMk/>
          <pc:sldMk cId="1881150535" sldId="646"/>
        </pc:sldMkLst>
      </pc:sldChg>
      <pc:sldChg chg="add del">
        <pc:chgData name="Qu, Chengyi" userId="9f02c3db-5b00-4063-9ad4-7cdd84fdd2bb" providerId="ADAL" clId="{397B8C19-8C06-4BDE-A892-FDAC9BE24FA4}" dt="2024-02-11T21:52:26.671" v="11"/>
        <pc:sldMkLst>
          <pc:docMk/>
          <pc:sldMk cId="456788748" sldId="672"/>
        </pc:sldMkLst>
      </pc:sldChg>
      <pc:sldChg chg="add del">
        <pc:chgData name="Qu, Chengyi" userId="9f02c3db-5b00-4063-9ad4-7cdd84fdd2bb" providerId="ADAL" clId="{397B8C19-8C06-4BDE-A892-FDAC9BE24FA4}" dt="2024-02-11T21:52:26.671" v="11"/>
        <pc:sldMkLst>
          <pc:docMk/>
          <pc:sldMk cId="96406873" sldId="673"/>
        </pc:sldMkLst>
      </pc:sldChg>
      <pc:sldChg chg="add del">
        <pc:chgData name="Qu, Chengyi" userId="9f02c3db-5b00-4063-9ad4-7cdd84fdd2bb" providerId="ADAL" clId="{397B8C19-8C06-4BDE-A892-FDAC9BE24FA4}" dt="2024-02-11T21:52:26.671" v="11"/>
        <pc:sldMkLst>
          <pc:docMk/>
          <pc:sldMk cId="4154517867" sldId="674"/>
        </pc:sldMkLst>
      </pc:sldChg>
      <pc:sldChg chg="add del">
        <pc:chgData name="Qu, Chengyi" userId="9f02c3db-5b00-4063-9ad4-7cdd84fdd2bb" providerId="ADAL" clId="{397B8C19-8C06-4BDE-A892-FDAC9BE24FA4}" dt="2024-02-11T21:52:26.671" v="11"/>
        <pc:sldMkLst>
          <pc:docMk/>
          <pc:sldMk cId="3333933496" sldId="675"/>
        </pc:sldMkLst>
      </pc:sldChg>
      <pc:sldChg chg="add del">
        <pc:chgData name="Qu, Chengyi" userId="9f02c3db-5b00-4063-9ad4-7cdd84fdd2bb" providerId="ADAL" clId="{397B8C19-8C06-4BDE-A892-FDAC9BE24FA4}" dt="2024-02-11T21:52:26.671" v="11"/>
        <pc:sldMkLst>
          <pc:docMk/>
          <pc:sldMk cId="715274724" sldId="676"/>
        </pc:sldMkLst>
      </pc:sldChg>
      <pc:sldChg chg="add del">
        <pc:chgData name="Qu, Chengyi" userId="9f02c3db-5b00-4063-9ad4-7cdd84fdd2bb" providerId="ADAL" clId="{397B8C19-8C06-4BDE-A892-FDAC9BE24FA4}" dt="2024-02-11T21:52:26.671" v="11"/>
        <pc:sldMkLst>
          <pc:docMk/>
          <pc:sldMk cId="257868271" sldId="677"/>
        </pc:sldMkLst>
      </pc:sldChg>
      <pc:sldChg chg="add del">
        <pc:chgData name="Qu, Chengyi" userId="9f02c3db-5b00-4063-9ad4-7cdd84fdd2bb" providerId="ADAL" clId="{397B8C19-8C06-4BDE-A892-FDAC9BE24FA4}" dt="2024-02-11T21:52:26.671" v="11"/>
        <pc:sldMkLst>
          <pc:docMk/>
          <pc:sldMk cId="3746342220" sldId="678"/>
        </pc:sldMkLst>
      </pc:sldChg>
      <pc:sldChg chg="add del">
        <pc:chgData name="Qu, Chengyi" userId="9f02c3db-5b00-4063-9ad4-7cdd84fdd2bb" providerId="ADAL" clId="{397B8C19-8C06-4BDE-A892-FDAC9BE24FA4}" dt="2024-02-11T21:52:26.671" v="11"/>
        <pc:sldMkLst>
          <pc:docMk/>
          <pc:sldMk cId="3589473169" sldId="679"/>
        </pc:sldMkLst>
      </pc:sldChg>
      <pc:sldChg chg="add del">
        <pc:chgData name="Qu, Chengyi" userId="9f02c3db-5b00-4063-9ad4-7cdd84fdd2bb" providerId="ADAL" clId="{397B8C19-8C06-4BDE-A892-FDAC9BE24FA4}" dt="2024-02-11T21:52:26.671" v="11"/>
        <pc:sldMkLst>
          <pc:docMk/>
          <pc:sldMk cId="3560384563" sldId="680"/>
        </pc:sldMkLst>
      </pc:sldChg>
      <pc:sldChg chg="add del modNotes modNotesTx">
        <pc:chgData name="Qu, Chengyi" userId="9f02c3db-5b00-4063-9ad4-7cdd84fdd2bb" providerId="ADAL" clId="{397B8C19-8C06-4BDE-A892-FDAC9BE24FA4}" dt="2024-02-11T22:38:27.540" v="151"/>
        <pc:sldMkLst>
          <pc:docMk/>
          <pc:sldMk cId="2417826034" sldId="681"/>
        </pc:sldMkLst>
      </pc:sldChg>
      <pc:sldChg chg="add del">
        <pc:chgData name="Qu, Chengyi" userId="9f02c3db-5b00-4063-9ad4-7cdd84fdd2bb" providerId="ADAL" clId="{397B8C19-8C06-4BDE-A892-FDAC9BE24FA4}" dt="2024-02-11T21:52:26.671" v="11"/>
        <pc:sldMkLst>
          <pc:docMk/>
          <pc:sldMk cId="1487987344" sldId="682"/>
        </pc:sldMkLst>
      </pc:sldChg>
      <pc:sldChg chg="add del">
        <pc:chgData name="Qu, Chengyi" userId="9f02c3db-5b00-4063-9ad4-7cdd84fdd2bb" providerId="ADAL" clId="{397B8C19-8C06-4BDE-A892-FDAC9BE24FA4}" dt="2024-02-11T21:52:26.671" v="11"/>
        <pc:sldMkLst>
          <pc:docMk/>
          <pc:sldMk cId="2453424196" sldId="683"/>
        </pc:sldMkLst>
      </pc:sldChg>
      <pc:sldChg chg="add del">
        <pc:chgData name="Qu, Chengyi" userId="9f02c3db-5b00-4063-9ad4-7cdd84fdd2bb" providerId="ADAL" clId="{397B8C19-8C06-4BDE-A892-FDAC9BE24FA4}" dt="2024-02-11T21:52:26.671" v="11"/>
        <pc:sldMkLst>
          <pc:docMk/>
          <pc:sldMk cId="2152457748" sldId="684"/>
        </pc:sldMkLst>
      </pc:sldChg>
      <pc:sldChg chg="add del">
        <pc:chgData name="Qu, Chengyi" userId="9f02c3db-5b00-4063-9ad4-7cdd84fdd2bb" providerId="ADAL" clId="{397B8C19-8C06-4BDE-A892-FDAC9BE24FA4}" dt="2024-02-11T21:52:26.671" v="11"/>
        <pc:sldMkLst>
          <pc:docMk/>
          <pc:sldMk cId="2108412039" sldId="685"/>
        </pc:sldMkLst>
      </pc:sldChg>
      <pc:sldChg chg="add del">
        <pc:chgData name="Qu, Chengyi" userId="9f02c3db-5b00-4063-9ad4-7cdd84fdd2bb" providerId="ADAL" clId="{397B8C19-8C06-4BDE-A892-FDAC9BE24FA4}" dt="2024-02-11T21:52:26.671" v="11"/>
        <pc:sldMkLst>
          <pc:docMk/>
          <pc:sldMk cId="3783357540" sldId="686"/>
        </pc:sldMkLst>
      </pc:sldChg>
      <pc:sldChg chg="add del">
        <pc:chgData name="Qu, Chengyi" userId="9f02c3db-5b00-4063-9ad4-7cdd84fdd2bb" providerId="ADAL" clId="{397B8C19-8C06-4BDE-A892-FDAC9BE24FA4}" dt="2024-02-11T21:52:26.671" v="11"/>
        <pc:sldMkLst>
          <pc:docMk/>
          <pc:sldMk cId="1311487720" sldId="687"/>
        </pc:sldMkLst>
      </pc:sldChg>
      <pc:sldChg chg="add del">
        <pc:chgData name="Qu, Chengyi" userId="9f02c3db-5b00-4063-9ad4-7cdd84fdd2bb" providerId="ADAL" clId="{397B8C19-8C06-4BDE-A892-FDAC9BE24FA4}" dt="2024-02-11T21:52:26.671" v="11"/>
        <pc:sldMkLst>
          <pc:docMk/>
          <pc:sldMk cId="1498789726" sldId="688"/>
        </pc:sldMkLst>
      </pc:sldChg>
      <pc:sldChg chg="add del">
        <pc:chgData name="Qu, Chengyi" userId="9f02c3db-5b00-4063-9ad4-7cdd84fdd2bb" providerId="ADAL" clId="{397B8C19-8C06-4BDE-A892-FDAC9BE24FA4}" dt="2024-02-11T21:52:26.671" v="11"/>
        <pc:sldMkLst>
          <pc:docMk/>
          <pc:sldMk cId="777063748" sldId="689"/>
        </pc:sldMkLst>
      </pc:sldChg>
      <pc:sldChg chg="add del">
        <pc:chgData name="Qu, Chengyi" userId="9f02c3db-5b00-4063-9ad4-7cdd84fdd2bb" providerId="ADAL" clId="{397B8C19-8C06-4BDE-A892-FDAC9BE24FA4}" dt="2024-02-12T00:48:33.795" v="152" actId="47"/>
        <pc:sldMkLst>
          <pc:docMk/>
          <pc:sldMk cId="4116137758" sldId="690"/>
        </pc:sldMkLst>
      </pc:sldChg>
      <pc:sldChg chg="add del">
        <pc:chgData name="Qu, Chengyi" userId="9f02c3db-5b00-4063-9ad4-7cdd84fdd2bb" providerId="ADAL" clId="{397B8C19-8C06-4BDE-A892-FDAC9BE24FA4}" dt="2024-02-12T00:48:33.795" v="152" actId="47"/>
        <pc:sldMkLst>
          <pc:docMk/>
          <pc:sldMk cId="474055754" sldId="691"/>
        </pc:sldMkLst>
      </pc:sldChg>
      <pc:sldChg chg="add del">
        <pc:chgData name="Qu, Chengyi" userId="9f02c3db-5b00-4063-9ad4-7cdd84fdd2bb" providerId="ADAL" clId="{397B8C19-8C06-4BDE-A892-FDAC9BE24FA4}" dt="2024-02-12T00:48:33.795" v="152" actId="47"/>
        <pc:sldMkLst>
          <pc:docMk/>
          <pc:sldMk cId="460341792" sldId="692"/>
        </pc:sldMkLst>
      </pc:sldChg>
      <pc:sldChg chg="add del">
        <pc:chgData name="Qu, Chengyi" userId="9f02c3db-5b00-4063-9ad4-7cdd84fdd2bb" providerId="ADAL" clId="{397B8C19-8C06-4BDE-A892-FDAC9BE24FA4}" dt="2024-02-11T21:52:26.671" v="11"/>
        <pc:sldMkLst>
          <pc:docMk/>
          <pc:sldMk cId="1989709339" sldId="693"/>
        </pc:sldMkLst>
      </pc:sldChg>
      <pc:sldChg chg="add del">
        <pc:chgData name="Qu, Chengyi" userId="9f02c3db-5b00-4063-9ad4-7cdd84fdd2bb" providerId="ADAL" clId="{397B8C19-8C06-4BDE-A892-FDAC9BE24FA4}" dt="2024-02-11T21:52:26.671" v="11"/>
        <pc:sldMkLst>
          <pc:docMk/>
          <pc:sldMk cId="1913387589" sldId="694"/>
        </pc:sldMkLst>
      </pc:sldChg>
      <pc:sldChg chg="add del">
        <pc:chgData name="Qu, Chengyi" userId="9f02c3db-5b00-4063-9ad4-7cdd84fdd2bb" providerId="ADAL" clId="{397B8C19-8C06-4BDE-A892-FDAC9BE24FA4}" dt="2024-02-11T21:52:26.671" v="11"/>
        <pc:sldMkLst>
          <pc:docMk/>
          <pc:sldMk cId="3744046807" sldId="695"/>
        </pc:sldMkLst>
      </pc:sldChg>
      <pc:sldChg chg="add del">
        <pc:chgData name="Qu, Chengyi" userId="9f02c3db-5b00-4063-9ad4-7cdd84fdd2bb" providerId="ADAL" clId="{397B8C19-8C06-4BDE-A892-FDAC9BE24FA4}" dt="2024-02-12T00:48:33.795" v="152" actId="47"/>
        <pc:sldMkLst>
          <pc:docMk/>
          <pc:sldMk cId="2377650407" sldId="696"/>
        </pc:sldMkLst>
      </pc:sldChg>
      <pc:sldChg chg="add del">
        <pc:chgData name="Qu, Chengyi" userId="9f02c3db-5b00-4063-9ad4-7cdd84fdd2bb" providerId="ADAL" clId="{397B8C19-8C06-4BDE-A892-FDAC9BE24FA4}" dt="2024-02-12T00:48:33.795" v="152" actId="47"/>
        <pc:sldMkLst>
          <pc:docMk/>
          <pc:sldMk cId="1774760496" sldId="697"/>
        </pc:sldMkLst>
      </pc:sldChg>
      <pc:sldChg chg="add del">
        <pc:chgData name="Qu, Chengyi" userId="9f02c3db-5b00-4063-9ad4-7cdd84fdd2bb" providerId="ADAL" clId="{397B8C19-8C06-4BDE-A892-FDAC9BE24FA4}" dt="2024-02-11T21:52:36.183" v="12" actId="47"/>
        <pc:sldMkLst>
          <pc:docMk/>
          <pc:sldMk cId="1361360619" sldId="698"/>
        </pc:sldMkLst>
      </pc:sldChg>
      <pc:sldChg chg="del">
        <pc:chgData name="Qu, Chengyi" userId="9f02c3db-5b00-4063-9ad4-7cdd84fdd2bb" providerId="ADAL" clId="{397B8C19-8C06-4BDE-A892-FDAC9BE24FA4}" dt="2024-02-11T21:50:24.593" v="3" actId="47"/>
        <pc:sldMkLst>
          <pc:docMk/>
          <pc:sldMk cId="684431789" sldId="701"/>
        </pc:sldMkLst>
      </pc:sldChg>
      <pc:sldChg chg="del">
        <pc:chgData name="Qu, Chengyi" userId="9f02c3db-5b00-4063-9ad4-7cdd84fdd2bb" providerId="ADAL" clId="{397B8C19-8C06-4BDE-A892-FDAC9BE24FA4}" dt="2024-02-11T21:50:24.593" v="3" actId="47"/>
        <pc:sldMkLst>
          <pc:docMk/>
          <pc:sldMk cId="2889163335" sldId="702"/>
        </pc:sldMkLst>
      </pc:sldChg>
      <pc:sldChg chg="del">
        <pc:chgData name="Qu, Chengyi" userId="9f02c3db-5b00-4063-9ad4-7cdd84fdd2bb" providerId="ADAL" clId="{397B8C19-8C06-4BDE-A892-FDAC9BE24FA4}" dt="2024-02-11T21:50:24.593" v="3" actId="47"/>
        <pc:sldMkLst>
          <pc:docMk/>
          <pc:sldMk cId="3651479284" sldId="703"/>
        </pc:sldMkLst>
      </pc:sldChg>
      <pc:sldChg chg="modSp mod">
        <pc:chgData name="Qu, Chengyi" userId="9f02c3db-5b00-4063-9ad4-7cdd84fdd2bb" providerId="ADAL" clId="{397B8C19-8C06-4BDE-A892-FDAC9BE24FA4}" dt="2024-02-11T21:50:20.772" v="2" actId="207"/>
        <pc:sldMkLst>
          <pc:docMk/>
          <pc:sldMk cId="3507344199" sldId="1265"/>
        </pc:sldMkLst>
      </pc:sldChg>
      <pc:sldChg chg="del">
        <pc:chgData name="Qu, Chengyi" userId="9f02c3db-5b00-4063-9ad4-7cdd84fdd2bb" providerId="ADAL" clId="{397B8C19-8C06-4BDE-A892-FDAC9BE24FA4}" dt="2024-02-11T21:50:24.593" v="3" actId="47"/>
        <pc:sldMkLst>
          <pc:docMk/>
          <pc:sldMk cId="1996591682" sldId="1266"/>
        </pc:sldMkLst>
      </pc:sldChg>
      <pc:sldChg chg="modSp add mod">
        <pc:chgData name="Qu, Chengyi" userId="9f02c3db-5b00-4063-9ad4-7cdd84fdd2bb" providerId="ADAL" clId="{397B8C19-8C06-4BDE-A892-FDAC9BE24FA4}" dt="2024-02-12T02:06:05.828" v="155" actId="207"/>
        <pc:sldMkLst>
          <pc:docMk/>
          <pc:sldMk cId="3209912214" sldId="1266"/>
        </pc:sldMkLst>
      </pc:sldChg>
      <pc:sldChg chg="del">
        <pc:chgData name="Qu, Chengyi" userId="9f02c3db-5b00-4063-9ad4-7cdd84fdd2bb" providerId="ADAL" clId="{397B8C19-8C06-4BDE-A892-FDAC9BE24FA4}" dt="2024-02-11T21:50:24.593" v="3" actId="47"/>
        <pc:sldMkLst>
          <pc:docMk/>
          <pc:sldMk cId="1438909993" sldId="1267"/>
        </pc:sldMkLst>
      </pc:sldChg>
      <pc:sldChg chg="del">
        <pc:chgData name="Qu, Chengyi" userId="9f02c3db-5b00-4063-9ad4-7cdd84fdd2bb" providerId="ADAL" clId="{397B8C19-8C06-4BDE-A892-FDAC9BE24FA4}" dt="2024-02-11T21:50:24.593" v="3" actId="47"/>
        <pc:sldMkLst>
          <pc:docMk/>
          <pc:sldMk cId="3416110985" sldId="1268"/>
        </pc:sldMkLst>
      </pc:sldChg>
      <pc:sldChg chg="del">
        <pc:chgData name="Qu, Chengyi" userId="9f02c3db-5b00-4063-9ad4-7cdd84fdd2bb" providerId="ADAL" clId="{397B8C19-8C06-4BDE-A892-FDAC9BE24FA4}" dt="2024-02-11T21:50:24.593" v="3" actId="47"/>
        <pc:sldMkLst>
          <pc:docMk/>
          <pc:sldMk cId="2561194058" sldId="1269"/>
        </pc:sldMkLst>
      </pc:sldChg>
      <pc:sldChg chg="del">
        <pc:chgData name="Qu, Chengyi" userId="9f02c3db-5b00-4063-9ad4-7cdd84fdd2bb" providerId="ADAL" clId="{397B8C19-8C06-4BDE-A892-FDAC9BE24FA4}" dt="2024-02-11T21:50:24.593" v="3" actId="47"/>
        <pc:sldMkLst>
          <pc:docMk/>
          <pc:sldMk cId="2354105606" sldId="1270"/>
        </pc:sldMkLst>
      </pc:sldChg>
      <pc:sldChg chg="del">
        <pc:chgData name="Qu, Chengyi" userId="9f02c3db-5b00-4063-9ad4-7cdd84fdd2bb" providerId="ADAL" clId="{397B8C19-8C06-4BDE-A892-FDAC9BE24FA4}" dt="2024-02-11T21:50:24.593" v="3" actId="47"/>
        <pc:sldMkLst>
          <pc:docMk/>
          <pc:sldMk cId="1052560923" sldId="1271"/>
        </pc:sldMkLst>
      </pc:sldChg>
      <pc:sldChg chg="del">
        <pc:chgData name="Qu, Chengyi" userId="9f02c3db-5b00-4063-9ad4-7cdd84fdd2bb" providerId="ADAL" clId="{397B8C19-8C06-4BDE-A892-FDAC9BE24FA4}" dt="2024-02-11T21:50:24.593" v="3" actId="47"/>
        <pc:sldMkLst>
          <pc:docMk/>
          <pc:sldMk cId="1187497349" sldId="1272"/>
        </pc:sldMkLst>
      </pc:sldChg>
      <pc:sldChg chg="del">
        <pc:chgData name="Qu, Chengyi" userId="9f02c3db-5b00-4063-9ad4-7cdd84fdd2bb" providerId="ADAL" clId="{397B8C19-8C06-4BDE-A892-FDAC9BE24FA4}" dt="2024-02-11T21:50:24.593" v="3" actId="47"/>
        <pc:sldMkLst>
          <pc:docMk/>
          <pc:sldMk cId="1285252224" sldId="1273"/>
        </pc:sldMkLst>
      </pc:sldChg>
      <pc:sldMasterChg chg="del delSldLayout">
        <pc:chgData name="Qu, Chengyi" userId="9f02c3db-5b00-4063-9ad4-7cdd84fdd2bb" providerId="ADAL" clId="{397B8C19-8C06-4BDE-A892-FDAC9BE24FA4}" dt="2024-02-11T21:50:24.593" v="3" actId="47"/>
        <pc:sldMasterMkLst>
          <pc:docMk/>
          <pc:sldMasterMk cId="3956959006" sldId="2147483683"/>
        </pc:sldMasterMkLst>
        <pc:sldLayoutChg chg="del">
          <pc:chgData name="Qu, Chengyi" userId="9f02c3db-5b00-4063-9ad4-7cdd84fdd2bb" providerId="ADAL" clId="{397B8C19-8C06-4BDE-A892-FDAC9BE24FA4}" dt="2024-02-11T21:50:24.593" v="3" actId="47"/>
          <pc:sldLayoutMkLst>
            <pc:docMk/>
            <pc:sldMasterMk cId="3956959006" sldId="2147483683"/>
            <pc:sldLayoutMk cId="124677316" sldId="2147483684"/>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258750162" sldId="2147483685"/>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974488293" sldId="2147483686"/>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3891729509" sldId="2147483687"/>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437564073" sldId="2147483688"/>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655653278" sldId="2147483689"/>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3132126416" sldId="2147483690"/>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157330065" sldId="2147483691"/>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914932427" sldId="2147483692"/>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683540054" sldId="2147483693"/>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556580992" sldId="2147483694"/>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46637938" sldId="2147483695"/>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434463460" sldId="2147483696"/>
          </pc:sldLayoutMkLst>
        </pc:sldLayoutChg>
      </pc:sldMasterChg>
    </pc:docChg>
  </pc:docChgLst>
  <pc:docChgLst>
    <pc:chgData name="Qu, Chengyi" userId="9f02c3db-5b00-4063-9ad4-7cdd84fdd2bb" providerId="ADAL" clId="{1F24A312-CE90-46DA-8B2A-8596C84ACAA4}"/>
    <pc:docChg chg="undo custSel addSld delSld modSld sldOrd">
      <pc:chgData name="Qu, Chengyi" userId="9f02c3db-5b00-4063-9ad4-7cdd84fdd2bb" providerId="ADAL" clId="{1F24A312-CE90-46DA-8B2A-8596C84ACAA4}" dt="2024-01-28T20:05:13.466" v="368" actId="20577"/>
      <pc:docMkLst>
        <pc:docMk/>
      </pc:docMkLst>
      <pc:sldChg chg="modSp add mod">
        <pc:chgData name="Qu, Chengyi" userId="9f02c3db-5b00-4063-9ad4-7cdd84fdd2bb" providerId="ADAL" clId="{1F24A312-CE90-46DA-8B2A-8596C84ACAA4}" dt="2024-01-28T20:05:13.466" v="368" actId="20577"/>
        <pc:sldMkLst>
          <pc:docMk/>
          <pc:sldMk cId="0" sldId="256"/>
        </pc:sldMkLst>
      </pc:sldChg>
      <pc:sldChg chg="del">
        <pc:chgData name="Qu, Chengyi" userId="9f02c3db-5b00-4063-9ad4-7cdd84fdd2bb" providerId="ADAL" clId="{1F24A312-CE90-46DA-8B2A-8596C84ACAA4}" dt="2024-01-27T02:55:56.805" v="0" actId="47"/>
        <pc:sldMkLst>
          <pc:docMk/>
          <pc:sldMk cId="1990146364" sldId="259"/>
        </pc:sldMkLst>
      </pc:sldChg>
      <pc:sldChg chg="del">
        <pc:chgData name="Qu, Chengyi" userId="9f02c3db-5b00-4063-9ad4-7cdd84fdd2bb" providerId="ADAL" clId="{1F24A312-CE90-46DA-8B2A-8596C84ACAA4}" dt="2024-01-27T02:55:56.805" v="0" actId="47"/>
        <pc:sldMkLst>
          <pc:docMk/>
          <pc:sldMk cId="4236835058" sldId="266"/>
        </pc:sldMkLst>
      </pc:sldChg>
      <pc:sldChg chg="del">
        <pc:chgData name="Qu, Chengyi" userId="9f02c3db-5b00-4063-9ad4-7cdd84fdd2bb" providerId="ADAL" clId="{1F24A312-CE90-46DA-8B2A-8596C84ACAA4}" dt="2024-01-27T02:55:56.805" v="0" actId="47"/>
        <pc:sldMkLst>
          <pc:docMk/>
          <pc:sldMk cId="2712866180" sldId="267"/>
        </pc:sldMkLst>
      </pc:sldChg>
      <pc:sldChg chg="del">
        <pc:chgData name="Qu, Chengyi" userId="9f02c3db-5b00-4063-9ad4-7cdd84fdd2bb" providerId="ADAL" clId="{1F24A312-CE90-46DA-8B2A-8596C84ACAA4}" dt="2024-01-27T02:55:56.805" v="0" actId="47"/>
        <pc:sldMkLst>
          <pc:docMk/>
          <pc:sldMk cId="1180261676" sldId="268"/>
        </pc:sldMkLst>
      </pc:sldChg>
      <pc:sldChg chg="add modNotes">
        <pc:chgData name="Qu, Chengyi" userId="9f02c3db-5b00-4063-9ad4-7cdd84fdd2bb" providerId="ADAL" clId="{1F24A312-CE90-46DA-8B2A-8596C84ACAA4}" dt="2024-01-28T02:48:57.700" v="29"/>
        <pc:sldMkLst>
          <pc:docMk/>
          <pc:sldMk cId="4285260508" sldId="272"/>
        </pc:sldMkLst>
      </pc:sldChg>
      <pc:sldChg chg="add modNotes">
        <pc:chgData name="Qu, Chengyi" userId="9f02c3db-5b00-4063-9ad4-7cdd84fdd2bb" providerId="ADAL" clId="{1F24A312-CE90-46DA-8B2A-8596C84ACAA4}" dt="2024-01-28T02:48:57.700" v="29"/>
        <pc:sldMkLst>
          <pc:docMk/>
          <pc:sldMk cId="1026168530" sldId="274"/>
        </pc:sldMkLst>
      </pc:sldChg>
      <pc:sldChg chg="add modNotesTx">
        <pc:chgData name="Qu, Chengyi" userId="9f02c3db-5b00-4063-9ad4-7cdd84fdd2bb" providerId="ADAL" clId="{1F24A312-CE90-46DA-8B2A-8596C84ACAA4}" dt="2024-01-28T01:38:20.927" v="6"/>
        <pc:sldMkLst>
          <pc:docMk/>
          <pc:sldMk cId="1305972062" sldId="275"/>
        </pc:sldMkLst>
      </pc:sldChg>
      <pc:sldChg chg="add modNotes">
        <pc:chgData name="Qu, Chengyi" userId="9f02c3db-5b00-4063-9ad4-7cdd84fdd2bb" providerId="ADAL" clId="{1F24A312-CE90-46DA-8B2A-8596C84ACAA4}" dt="2024-01-28T02:48:57.700" v="29"/>
        <pc:sldMkLst>
          <pc:docMk/>
          <pc:sldMk cId="2242056526" sldId="276"/>
        </pc:sldMkLst>
      </pc:sldChg>
      <pc:sldChg chg="modSp add mod">
        <pc:chgData name="Qu, Chengyi" userId="9f02c3db-5b00-4063-9ad4-7cdd84fdd2bb" providerId="ADAL" clId="{1F24A312-CE90-46DA-8B2A-8596C84ACAA4}" dt="2024-01-28T01:39:04.731" v="8" actId="14100"/>
        <pc:sldMkLst>
          <pc:docMk/>
          <pc:sldMk cId="1552594960" sldId="279"/>
        </pc:sldMkLst>
      </pc:sldChg>
      <pc:sldChg chg="add modNotes">
        <pc:chgData name="Qu, Chengyi" userId="9f02c3db-5b00-4063-9ad4-7cdd84fdd2bb" providerId="ADAL" clId="{1F24A312-CE90-46DA-8B2A-8596C84ACAA4}" dt="2024-01-28T02:48:57.700" v="29"/>
        <pc:sldMkLst>
          <pc:docMk/>
          <pc:sldMk cId="1989998856" sldId="280"/>
        </pc:sldMkLst>
      </pc:sldChg>
      <pc:sldChg chg="addSp modSp add mod">
        <pc:chgData name="Qu, Chengyi" userId="9f02c3db-5b00-4063-9ad4-7cdd84fdd2bb" providerId="ADAL" clId="{1F24A312-CE90-46DA-8B2A-8596C84ACAA4}" dt="2024-01-28T01:48:33.608" v="26" actId="1076"/>
        <pc:sldMkLst>
          <pc:docMk/>
          <pc:sldMk cId="2246992091" sldId="281"/>
        </pc:sldMkLst>
      </pc:sldChg>
      <pc:sldChg chg="add del modNotes">
        <pc:chgData name="Qu, Chengyi" userId="9f02c3db-5b00-4063-9ad4-7cdd84fdd2bb" providerId="ADAL" clId="{1F24A312-CE90-46DA-8B2A-8596C84ACAA4}" dt="2024-01-28T03:32:53.811" v="315" actId="47"/>
        <pc:sldMkLst>
          <pc:docMk/>
          <pc:sldMk cId="1276839199" sldId="287"/>
        </pc:sldMkLst>
      </pc:sldChg>
      <pc:sldChg chg="add">
        <pc:chgData name="Qu, Chengyi" userId="9f02c3db-5b00-4063-9ad4-7cdd84fdd2bb" providerId="ADAL" clId="{1F24A312-CE90-46DA-8B2A-8596C84ACAA4}" dt="2024-01-28T03:17:44.957" v="290"/>
        <pc:sldMkLst>
          <pc:docMk/>
          <pc:sldMk cId="1350622502" sldId="302"/>
        </pc:sldMkLst>
      </pc:sldChg>
      <pc:sldChg chg="del">
        <pc:chgData name="Qu, Chengyi" userId="9f02c3db-5b00-4063-9ad4-7cdd84fdd2bb" providerId="ADAL" clId="{1F24A312-CE90-46DA-8B2A-8596C84ACAA4}" dt="2024-01-27T02:55:56.805" v="0" actId="47"/>
        <pc:sldMkLst>
          <pc:docMk/>
          <pc:sldMk cId="3696353953" sldId="303"/>
        </pc:sldMkLst>
      </pc:sldChg>
      <pc:sldChg chg="del">
        <pc:chgData name="Qu, Chengyi" userId="9f02c3db-5b00-4063-9ad4-7cdd84fdd2bb" providerId="ADAL" clId="{1F24A312-CE90-46DA-8B2A-8596C84ACAA4}" dt="2024-01-27T02:55:56.805" v="0" actId="47"/>
        <pc:sldMkLst>
          <pc:docMk/>
          <pc:sldMk cId="2713426596" sldId="304"/>
        </pc:sldMkLst>
      </pc:sldChg>
      <pc:sldChg chg="add del ord modNotes">
        <pc:chgData name="Qu, Chengyi" userId="9f02c3db-5b00-4063-9ad4-7cdd84fdd2bb" providerId="ADAL" clId="{1F24A312-CE90-46DA-8B2A-8596C84ACAA4}" dt="2024-01-28T02:53:16.825" v="262"/>
        <pc:sldMkLst>
          <pc:docMk/>
          <pc:sldMk cId="2387288212" sldId="305"/>
        </pc:sldMkLst>
      </pc:sldChg>
      <pc:sldChg chg="add del ord modNotes">
        <pc:chgData name="Qu, Chengyi" userId="9f02c3db-5b00-4063-9ad4-7cdd84fdd2bb" providerId="ADAL" clId="{1F24A312-CE90-46DA-8B2A-8596C84ACAA4}" dt="2024-01-28T02:53:16.825" v="262"/>
        <pc:sldMkLst>
          <pc:docMk/>
          <pc:sldMk cId="3887296429" sldId="306"/>
        </pc:sldMkLst>
      </pc:sldChg>
      <pc:sldChg chg="modSp add mod">
        <pc:chgData name="Qu, Chengyi" userId="9f02c3db-5b00-4063-9ad4-7cdd84fdd2bb" providerId="ADAL" clId="{1F24A312-CE90-46DA-8B2A-8596C84ACAA4}" dt="2024-01-28T03:36:39.075" v="327" actId="27636"/>
        <pc:sldMkLst>
          <pc:docMk/>
          <pc:sldMk cId="4081942817" sldId="309"/>
        </pc:sldMkLst>
      </pc:sldChg>
      <pc:sldChg chg="add">
        <pc:chgData name="Qu, Chengyi" userId="9f02c3db-5b00-4063-9ad4-7cdd84fdd2bb" providerId="ADAL" clId="{1F24A312-CE90-46DA-8B2A-8596C84ACAA4}" dt="2024-01-28T03:29:43.463" v="291"/>
        <pc:sldMkLst>
          <pc:docMk/>
          <pc:sldMk cId="81497876" sldId="965"/>
        </pc:sldMkLst>
      </pc:sldChg>
      <pc:sldChg chg="add">
        <pc:chgData name="Qu, Chengyi" userId="9f02c3db-5b00-4063-9ad4-7cdd84fdd2bb" providerId="ADAL" clId="{1F24A312-CE90-46DA-8B2A-8596C84ACAA4}" dt="2024-01-28T03:29:43.463" v="291"/>
        <pc:sldMkLst>
          <pc:docMk/>
          <pc:sldMk cId="1391119021" sldId="966"/>
        </pc:sldMkLst>
      </pc:sldChg>
      <pc:sldChg chg="add">
        <pc:chgData name="Qu, Chengyi" userId="9f02c3db-5b00-4063-9ad4-7cdd84fdd2bb" providerId="ADAL" clId="{1F24A312-CE90-46DA-8B2A-8596C84ACAA4}" dt="2024-01-28T03:29:43.463" v="291"/>
        <pc:sldMkLst>
          <pc:docMk/>
          <pc:sldMk cId="438849163" sldId="967"/>
        </pc:sldMkLst>
      </pc:sldChg>
      <pc:sldChg chg="add">
        <pc:chgData name="Qu, Chengyi" userId="9f02c3db-5b00-4063-9ad4-7cdd84fdd2bb" providerId="ADAL" clId="{1F24A312-CE90-46DA-8B2A-8596C84ACAA4}" dt="2024-01-28T03:29:43.463" v="291"/>
        <pc:sldMkLst>
          <pc:docMk/>
          <pc:sldMk cId="3951012725" sldId="968"/>
        </pc:sldMkLst>
      </pc:sldChg>
      <pc:sldChg chg="add">
        <pc:chgData name="Qu, Chengyi" userId="9f02c3db-5b00-4063-9ad4-7cdd84fdd2bb" providerId="ADAL" clId="{1F24A312-CE90-46DA-8B2A-8596C84ACAA4}" dt="2024-01-28T03:29:43.463" v="291"/>
        <pc:sldMkLst>
          <pc:docMk/>
          <pc:sldMk cId="233124414" sldId="1007"/>
        </pc:sldMkLst>
      </pc:sldChg>
      <pc:sldChg chg="add">
        <pc:chgData name="Qu, Chengyi" userId="9f02c3db-5b00-4063-9ad4-7cdd84fdd2bb" providerId="ADAL" clId="{1F24A312-CE90-46DA-8B2A-8596C84ACAA4}" dt="2024-01-28T02:47:49.341" v="28"/>
        <pc:sldMkLst>
          <pc:docMk/>
          <pc:sldMk cId="2645911935" sldId="1083"/>
        </pc:sldMkLst>
      </pc:sldChg>
      <pc:sldChg chg="add">
        <pc:chgData name="Qu, Chengyi" userId="9f02c3db-5b00-4063-9ad4-7cdd84fdd2bb" providerId="ADAL" clId="{1F24A312-CE90-46DA-8B2A-8596C84ACAA4}" dt="2024-01-28T02:47:49.341" v="28"/>
        <pc:sldMkLst>
          <pc:docMk/>
          <pc:sldMk cId="147584997" sldId="1084"/>
        </pc:sldMkLst>
      </pc:sldChg>
      <pc:sldChg chg="add">
        <pc:chgData name="Qu, Chengyi" userId="9f02c3db-5b00-4063-9ad4-7cdd84fdd2bb" providerId="ADAL" clId="{1F24A312-CE90-46DA-8B2A-8596C84ACAA4}" dt="2024-01-28T02:47:49.341" v="28"/>
        <pc:sldMkLst>
          <pc:docMk/>
          <pc:sldMk cId="2680331947" sldId="1085"/>
        </pc:sldMkLst>
      </pc:sldChg>
      <pc:sldChg chg="add">
        <pc:chgData name="Qu, Chengyi" userId="9f02c3db-5b00-4063-9ad4-7cdd84fdd2bb" providerId="ADAL" clId="{1F24A312-CE90-46DA-8B2A-8596C84ACAA4}" dt="2024-01-28T02:47:49.341" v="28"/>
        <pc:sldMkLst>
          <pc:docMk/>
          <pc:sldMk cId="2696498074" sldId="1086"/>
        </pc:sldMkLst>
      </pc:sldChg>
      <pc:sldChg chg="modSp add mod">
        <pc:chgData name="Qu, Chengyi" userId="9f02c3db-5b00-4063-9ad4-7cdd84fdd2bb" providerId="ADAL" clId="{1F24A312-CE90-46DA-8B2A-8596C84ACAA4}" dt="2024-01-27T02:56:02.847" v="2" actId="207"/>
        <pc:sldMkLst>
          <pc:docMk/>
          <pc:sldMk cId="94232623" sldId="1257"/>
        </pc:sldMkLst>
      </pc:sldChg>
      <pc:sldChg chg="modSp add mod">
        <pc:chgData name="Qu, Chengyi" userId="9f02c3db-5b00-4063-9ad4-7cdd84fdd2bb" providerId="ADAL" clId="{1F24A312-CE90-46DA-8B2A-8596C84ACAA4}" dt="2024-01-28T02:52:48.210" v="258" actId="2710"/>
        <pc:sldMkLst>
          <pc:docMk/>
          <pc:sldMk cId="2434809446" sldId="1258"/>
        </pc:sldMkLst>
      </pc:sldChg>
      <pc:sldChg chg="modSp add mod">
        <pc:chgData name="Qu, Chengyi" userId="9f02c3db-5b00-4063-9ad4-7cdd84fdd2bb" providerId="ADAL" clId="{1F24A312-CE90-46DA-8B2A-8596C84ACAA4}" dt="2024-01-28T02:53:05.701" v="260" actId="207"/>
        <pc:sldMkLst>
          <pc:docMk/>
          <pc:sldMk cId="2914323500" sldId="1259"/>
        </pc:sldMkLst>
      </pc:sldChg>
      <pc:sldChg chg="modSp add mod">
        <pc:chgData name="Qu, Chengyi" userId="9f02c3db-5b00-4063-9ad4-7cdd84fdd2bb" providerId="ADAL" clId="{1F24A312-CE90-46DA-8B2A-8596C84ACAA4}" dt="2024-01-28T02:53:44.994" v="264" actId="207"/>
        <pc:sldMkLst>
          <pc:docMk/>
          <pc:sldMk cId="1876543634" sldId="1260"/>
        </pc:sldMkLst>
      </pc:sldChg>
      <pc:sldChg chg="modSp add mod">
        <pc:chgData name="Qu, Chengyi" userId="9f02c3db-5b00-4063-9ad4-7cdd84fdd2bb" providerId="ADAL" clId="{1F24A312-CE90-46DA-8B2A-8596C84ACAA4}" dt="2024-01-28T03:32:49.253" v="314" actId="207"/>
        <pc:sldMkLst>
          <pc:docMk/>
          <pc:sldMk cId="2325914770" sldId="1261"/>
        </pc:sldMkLst>
      </pc:sldChg>
      <pc:sldChg chg="modSp add mod">
        <pc:chgData name="Qu, Chengyi" userId="9f02c3db-5b00-4063-9ad4-7cdd84fdd2bb" providerId="ADAL" clId="{1F24A312-CE90-46DA-8B2A-8596C84ACAA4}" dt="2024-01-28T03:15:48.889" v="268" actId="113"/>
        <pc:sldMkLst>
          <pc:docMk/>
          <pc:sldMk cId="2651535271" sldId="1262"/>
        </pc:sldMkLst>
      </pc:sldChg>
      <pc:sldChg chg="modSp new mod">
        <pc:chgData name="Qu, Chengyi" userId="9f02c3db-5b00-4063-9ad4-7cdd84fdd2bb" providerId="ADAL" clId="{1F24A312-CE90-46DA-8B2A-8596C84ACAA4}" dt="2024-01-28T03:17:18.461" v="289" actId="20577"/>
        <pc:sldMkLst>
          <pc:docMk/>
          <pc:sldMk cId="3767743320" sldId="1263"/>
        </pc:sldMkLst>
      </pc:sldChg>
      <pc:sldChg chg="modSp new mod ord">
        <pc:chgData name="Qu, Chengyi" userId="9f02c3db-5b00-4063-9ad4-7cdd84fdd2bb" providerId="ADAL" clId="{1F24A312-CE90-46DA-8B2A-8596C84ACAA4}" dt="2024-01-28T03:37:09.258" v="339" actId="20577"/>
        <pc:sldMkLst>
          <pc:docMk/>
          <pc:sldMk cId="327016494" sldId="1264"/>
        </pc:sldMkLst>
      </pc:sldChg>
      <pc:sldChg chg="modSp add mod">
        <pc:chgData name="Qu, Chengyi" userId="9f02c3db-5b00-4063-9ad4-7cdd84fdd2bb" providerId="ADAL" clId="{1F24A312-CE90-46DA-8B2A-8596C84ACAA4}" dt="2024-01-28T03:33:14.604" v="317" actId="207"/>
        <pc:sldMkLst>
          <pc:docMk/>
          <pc:sldMk cId="3507344199" sldId="1265"/>
        </pc:sldMkLst>
      </pc:sldChg>
      <pc:sldChg chg="modSp add mod">
        <pc:chgData name="Qu, Chengyi" userId="9f02c3db-5b00-4063-9ad4-7cdd84fdd2bb" providerId="ADAL" clId="{1F24A312-CE90-46DA-8B2A-8596C84ACAA4}" dt="2024-01-28T03:33:05.562" v="316" actId="207"/>
        <pc:sldMkLst>
          <pc:docMk/>
          <pc:sldMk cId="1835531626" sldId="1266"/>
        </pc:sldMkLst>
      </pc:sldChg>
      <pc:sldChg chg="del">
        <pc:chgData name="Qu, Chengyi" userId="9f02c3db-5b00-4063-9ad4-7cdd84fdd2bb" providerId="ADAL" clId="{1F24A312-CE90-46DA-8B2A-8596C84ACAA4}" dt="2024-01-27T02:55:56.805" v="0" actId="47"/>
        <pc:sldMkLst>
          <pc:docMk/>
          <pc:sldMk cId="2793842598" sldId="1267"/>
        </pc:sldMkLst>
      </pc:sldChg>
      <pc:sldChg chg="addSp delSp modSp new mod">
        <pc:chgData name="Qu, Chengyi" userId="9f02c3db-5b00-4063-9ad4-7cdd84fdd2bb" providerId="ADAL" clId="{1F24A312-CE90-46DA-8B2A-8596C84ACAA4}" dt="2024-01-28T03:34:03.662" v="325" actId="1076"/>
        <pc:sldMkLst>
          <pc:docMk/>
          <pc:sldMk cId="2897299916" sldId="1267"/>
        </pc:sldMkLst>
      </pc:sldChg>
      <pc:sldChg chg="addSp delSp modSp add mod">
        <pc:chgData name="Qu, Chengyi" userId="9f02c3db-5b00-4063-9ad4-7cdd84fdd2bb" providerId="ADAL" clId="{1F24A312-CE90-46DA-8B2A-8596C84ACAA4}" dt="2024-01-28T03:42:09.247" v="354" actId="20577"/>
        <pc:sldMkLst>
          <pc:docMk/>
          <pc:sldMk cId="730941134" sldId="1268"/>
        </pc:sldMkLst>
      </pc:sldChg>
      <pc:sldChg chg="del">
        <pc:chgData name="Qu, Chengyi" userId="9f02c3db-5b00-4063-9ad4-7cdd84fdd2bb" providerId="ADAL" clId="{1F24A312-CE90-46DA-8B2A-8596C84ACAA4}" dt="2024-01-27T02:55:56.805" v="0" actId="47"/>
        <pc:sldMkLst>
          <pc:docMk/>
          <pc:sldMk cId="3532468293" sldId="1268"/>
        </pc:sldMkLst>
      </pc:sldChg>
      <pc:sldChg chg="del">
        <pc:chgData name="Qu, Chengyi" userId="9f02c3db-5b00-4063-9ad4-7cdd84fdd2bb" providerId="ADAL" clId="{1F24A312-CE90-46DA-8B2A-8596C84ACAA4}" dt="2024-01-27T02:55:56.805" v="0" actId="47"/>
        <pc:sldMkLst>
          <pc:docMk/>
          <pc:sldMk cId="912014593" sldId="1269"/>
        </pc:sldMkLst>
      </pc:sldChg>
      <pc:sldChg chg="del">
        <pc:chgData name="Qu, Chengyi" userId="9f02c3db-5b00-4063-9ad4-7cdd84fdd2bb" providerId="ADAL" clId="{1F24A312-CE90-46DA-8B2A-8596C84ACAA4}" dt="2024-01-27T02:55:56.805" v="0" actId="47"/>
        <pc:sldMkLst>
          <pc:docMk/>
          <pc:sldMk cId="3645425597" sldId="1270"/>
        </pc:sldMkLst>
      </pc:sldChg>
      <pc:sldChg chg="del">
        <pc:chgData name="Qu, Chengyi" userId="9f02c3db-5b00-4063-9ad4-7cdd84fdd2bb" providerId="ADAL" clId="{1F24A312-CE90-46DA-8B2A-8596C84ACAA4}" dt="2024-01-27T02:55:56.805" v="0" actId="47"/>
        <pc:sldMkLst>
          <pc:docMk/>
          <pc:sldMk cId="1358948776" sldId="1271"/>
        </pc:sldMkLst>
      </pc:sldChg>
      <pc:sldChg chg="del">
        <pc:chgData name="Qu, Chengyi" userId="9f02c3db-5b00-4063-9ad4-7cdd84fdd2bb" providerId="ADAL" clId="{1F24A312-CE90-46DA-8B2A-8596C84ACAA4}" dt="2024-01-27T02:55:56.805" v="0" actId="47"/>
        <pc:sldMkLst>
          <pc:docMk/>
          <pc:sldMk cId="1825207080" sldId="1272"/>
        </pc:sldMkLst>
      </pc:sldChg>
      <pc:sldChg chg="del">
        <pc:chgData name="Qu, Chengyi" userId="9f02c3db-5b00-4063-9ad4-7cdd84fdd2bb" providerId="ADAL" clId="{1F24A312-CE90-46DA-8B2A-8596C84ACAA4}" dt="2024-01-27T02:55:56.805" v="0" actId="47"/>
        <pc:sldMkLst>
          <pc:docMk/>
          <pc:sldMk cId="1950225687" sldId="1273"/>
        </pc:sldMkLst>
      </pc:sldChg>
      <pc:sldMasterChg chg="delSldLayout">
        <pc:chgData name="Qu, Chengyi" userId="9f02c3db-5b00-4063-9ad4-7cdd84fdd2bb" providerId="ADAL" clId="{1F24A312-CE90-46DA-8B2A-8596C84ACAA4}" dt="2024-01-27T02:55:56.805" v="0" actId="47"/>
        <pc:sldMasterMkLst>
          <pc:docMk/>
          <pc:sldMasterMk cId="2807116942" sldId="2147483648"/>
        </pc:sldMasterMkLst>
        <pc:sldLayoutChg chg="del">
          <pc:chgData name="Qu, Chengyi" userId="9f02c3db-5b00-4063-9ad4-7cdd84fdd2bb" providerId="ADAL" clId="{1F24A312-CE90-46DA-8B2A-8596C84ACAA4}" dt="2024-01-27T02:55:56.805" v="0" actId="47"/>
          <pc:sldLayoutMkLst>
            <pc:docMk/>
            <pc:sldMasterMk cId="2807116942" sldId="2147483648"/>
            <pc:sldLayoutMk cId="1509607055" sldId="2147483681"/>
          </pc:sldLayoutMkLst>
        </pc:sldLayoutChg>
      </pc:sldMaster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2242056526"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3507344199" sldId="1265"/>
        </pc:sldMkLst>
      </pc:sldChg>
      <pc:sldChg chg="modSp add del">
        <pc:chgData name="Qu, Chengyi" userId="9f02c3db-5b00-4063-9ad4-7cdd84fdd2bb" providerId="ADAL" clId="{71EBC684-37BE-40AE-943F-85B359DFBCAD}" dt="2024-01-09T16:38:21.366" v="389" actId="20577"/>
        <pc:sldMkLst>
          <pc:docMk/>
          <pc:sldMk cId="1835531626"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docChgLst>
    <pc:chgData name="Qu, Chengyi" userId="9f02c3db-5b00-4063-9ad4-7cdd84fdd2bb" providerId="ADAL" clId="{54A67444-F441-4145-B7B7-0BC8ED328209}"/>
    <pc:docChg chg="undo custSel addSld delSld modSld delMainMaster">
      <pc:chgData name="Qu, Chengyi" userId="9f02c3db-5b00-4063-9ad4-7cdd84fdd2bb" providerId="ADAL" clId="{54A67444-F441-4145-B7B7-0BC8ED328209}" dt="2024-01-23T16:11:02.586" v="47" actId="14100"/>
      <pc:docMkLst>
        <pc:docMk/>
      </pc:docMkLst>
      <pc:sldChg chg="modSp mod">
        <pc:chgData name="Qu, Chengyi" userId="9f02c3db-5b00-4063-9ad4-7cdd84fdd2bb" providerId="ADAL" clId="{54A67444-F441-4145-B7B7-0BC8ED328209}" dt="2024-01-23T16:02:39.941" v="9" actId="20577"/>
        <pc:sldMkLst>
          <pc:docMk/>
          <pc:sldMk cId="553553694" sldId="258"/>
        </pc:sldMkLst>
      </pc:sldChg>
      <pc:sldChg chg="add modNotes">
        <pc:chgData name="Qu, Chengyi" userId="9f02c3db-5b00-4063-9ad4-7cdd84fdd2bb" providerId="ADAL" clId="{54A67444-F441-4145-B7B7-0BC8ED328209}" dt="2024-01-23T16:06:18.819" v="43"/>
        <pc:sldMkLst>
          <pc:docMk/>
          <pc:sldMk cId="1990146364" sldId="259"/>
        </pc:sldMkLst>
      </pc:sldChg>
      <pc:sldChg chg="del">
        <pc:chgData name="Qu, Chengyi" userId="9f02c3db-5b00-4063-9ad4-7cdd84fdd2bb" providerId="ADAL" clId="{54A67444-F441-4145-B7B7-0BC8ED328209}" dt="2024-01-23T16:04:34.681" v="21" actId="47"/>
        <pc:sldMkLst>
          <pc:docMk/>
          <pc:sldMk cId="0" sldId="261"/>
        </pc:sldMkLst>
      </pc:sldChg>
      <pc:sldChg chg="add del">
        <pc:chgData name="Qu, Chengyi" userId="9f02c3db-5b00-4063-9ad4-7cdd84fdd2bb" providerId="ADAL" clId="{54A67444-F441-4145-B7B7-0BC8ED328209}" dt="2024-01-23T16:06:18.819" v="43"/>
        <pc:sldMkLst>
          <pc:docMk/>
          <pc:sldMk cId="3379956012" sldId="261"/>
        </pc:sldMkLst>
      </pc:sldChg>
      <pc:sldChg chg="del">
        <pc:chgData name="Qu, Chengyi" userId="9f02c3db-5b00-4063-9ad4-7cdd84fdd2bb" providerId="ADAL" clId="{54A67444-F441-4145-B7B7-0BC8ED328209}" dt="2024-01-23T16:04:34.681" v="21" actId="47"/>
        <pc:sldMkLst>
          <pc:docMk/>
          <pc:sldMk cId="0" sldId="262"/>
        </pc:sldMkLst>
      </pc:sldChg>
      <pc:sldChg chg="add del">
        <pc:chgData name="Qu, Chengyi" userId="9f02c3db-5b00-4063-9ad4-7cdd84fdd2bb" providerId="ADAL" clId="{54A67444-F441-4145-B7B7-0BC8ED328209}" dt="2024-01-23T16:06:18.819" v="43"/>
        <pc:sldMkLst>
          <pc:docMk/>
          <pc:sldMk cId="1685846870" sldId="262"/>
        </pc:sldMkLst>
      </pc:sldChg>
      <pc:sldChg chg="del">
        <pc:chgData name="Qu, Chengyi" userId="9f02c3db-5b00-4063-9ad4-7cdd84fdd2bb" providerId="ADAL" clId="{54A67444-F441-4145-B7B7-0BC8ED328209}" dt="2024-01-23T16:04:34.681" v="21" actId="47"/>
        <pc:sldMkLst>
          <pc:docMk/>
          <pc:sldMk cId="0" sldId="263"/>
        </pc:sldMkLst>
      </pc:sldChg>
      <pc:sldChg chg="add del">
        <pc:chgData name="Qu, Chengyi" userId="9f02c3db-5b00-4063-9ad4-7cdd84fdd2bb" providerId="ADAL" clId="{54A67444-F441-4145-B7B7-0BC8ED328209}" dt="2024-01-23T16:06:18.819" v="43"/>
        <pc:sldMkLst>
          <pc:docMk/>
          <pc:sldMk cId="106735833" sldId="263"/>
        </pc:sldMkLst>
      </pc:sldChg>
      <pc:sldChg chg="del">
        <pc:chgData name="Qu, Chengyi" userId="9f02c3db-5b00-4063-9ad4-7cdd84fdd2bb" providerId="ADAL" clId="{54A67444-F441-4145-B7B7-0BC8ED328209}" dt="2024-01-23T16:04:34.681" v="21" actId="47"/>
        <pc:sldMkLst>
          <pc:docMk/>
          <pc:sldMk cId="0" sldId="264"/>
        </pc:sldMkLst>
      </pc:sldChg>
      <pc:sldChg chg="add del">
        <pc:chgData name="Qu, Chengyi" userId="9f02c3db-5b00-4063-9ad4-7cdd84fdd2bb" providerId="ADAL" clId="{54A67444-F441-4145-B7B7-0BC8ED328209}" dt="2024-01-23T16:06:18.819" v="43"/>
        <pc:sldMkLst>
          <pc:docMk/>
          <pc:sldMk cId="3374817821" sldId="264"/>
        </pc:sldMkLst>
      </pc:sldChg>
      <pc:sldChg chg="del">
        <pc:chgData name="Qu, Chengyi" userId="9f02c3db-5b00-4063-9ad4-7cdd84fdd2bb" providerId="ADAL" clId="{54A67444-F441-4145-B7B7-0BC8ED328209}" dt="2024-01-23T16:04:34.681" v="21" actId="47"/>
        <pc:sldMkLst>
          <pc:docMk/>
          <pc:sldMk cId="0" sldId="265"/>
        </pc:sldMkLst>
      </pc:sldChg>
      <pc:sldChg chg="add del">
        <pc:chgData name="Qu, Chengyi" userId="9f02c3db-5b00-4063-9ad4-7cdd84fdd2bb" providerId="ADAL" clId="{54A67444-F441-4145-B7B7-0BC8ED328209}" dt="2024-01-23T16:06:18.819" v="43"/>
        <pc:sldMkLst>
          <pc:docMk/>
          <pc:sldMk cId="617169351" sldId="265"/>
        </pc:sldMkLst>
      </pc:sldChg>
      <pc:sldChg chg="modSp add mod modNotes">
        <pc:chgData name="Qu, Chengyi" userId="9f02c3db-5b00-4063-9ad4-7cdd84fdd2bb" providerId="ADAL" clId="{54A67444-F441-4145-B7B7-0BC8ED328209}" dt="2024-01-23T16:11:02.586" v="47" actId="14100"/>
        <pc:sldMkLst>
          <pc:docMk/>
          <pc:sldMk cId="4236835058" sldId="266"/>
        </pc:sldMkLst>
      </pc:sldChg>
      <pc:sldChg chg="add modNotes">
        <pc:chgData name="Qu, Chengyi" userId="9f02c3db-5b00-4063-9ad4-7cdd84fdd2bb" providerId="ADAL" clId="{54A67444-F441-4145-B7B7-0BC8ED328209}" dt="2024-01-23T16:06:18.819" v="43"/>
        <pc:sldMkLst>
          <pc:docMk/>
          <pc:sldMk cId="2712866180" sldId="267"/>
        </pc:sldMkLst>
      </pc:sldChg>
      <pc:sldChg chg="add modNotes">
        <pc:chgData name="Qu, Chengyi" userId="9f02c3db-5b00-4063-9ad4-7cdd84fdd2bb" providerId="ADAL" clId="{54A67444-F441-4145-B7B7-0BC8ED328209}" dt="2024-01-23T16:06:18.819" v="43"/>
        <pc:sldMkLst>
          <pc:docMk/>
          <pc:sldMk cId="1180261676" sldId="268"/>
        </pc:sldMkLst>
      </pc:sldChg>
      <pc:sldChg chg="del">
        <pc:chgData name="Qu, Chengyi" userId="9f02c3db-5b00-4063-9ad4-7cdd84fdd2bb" providerId="ADAL" clId="{54A67444-F441-4145-B7B7-0BC8ED328209}" dt="2024-01-23T16:04:34.681" v="21" actId="47"/>
        <pc:sldMkLst>
          <pc:docMk/>
          <pc:sldMk cId="1283235496" sldId="270"/>
        </pc:sldMkLst>
      </pc:sldChg>
      <pc:sldChg chg="del">
        <pc:chgData name="Qu, Chengyi" userId="9f02c3db-5b00-4063-9ad4-7cdd84fdd2bb" providerId="ADAL" clId="{54A67444-F441-4145-B7B7-0BC8ED328209}" dt="2024-01-23T16:04:34.681" v="21" actId="47"/>
        <pc:sldMkLst>
          <pc:docMk/>
          <pc:sldMk cId="1976470243" sldId="271"/>
        </pc:sldMkLst>
      </pc:sldChg>
      <pc:sldChg chg="del">
        <pc:chgData name="Qu, Chengyi" userId="9f02c3db-5b00-4063-9ad4-7cdd84fdd2bb" providerId="ADAL" clId="{54A67444-F441-4145-B7B7-0BC8ED328209}" dt="2024-01-23T16:04:34.681" v="21" actId="47"/>
        <pc:sldMkLst>
          <pc:docMk/>
          <pc:sldMk cId="2385946305" sldId="272"/>
        </pc:sldMkLst>
      </pc:sldChg>
      <pc:sldChg chg="del">
        <pc:chgData name="Qu, Chengyi" userId="9f02c3db-5b00-4063-9ad4-7cdd84fdd2bb" providerId="ADAL" clId="{54A67444-F441-4145-B7B7-0BC8ED328209}" dt="2024-01-23T16:04:34.681" v="21" actId="47"/>
        <pc:sldMkLst>
          <pc:docMk/>
          <pc:sldMk cId="834100436" sldId="273"/>
        </pc:sldMkLst>
      </pc:sldChg>
      <pc:sldChg chg="del">
        <pc:chgData name="Qu, Chengyi" userId="9f02c3db-5b00-4063-9ad4-7cdd84fdd2bb" providerId="ADAL" clId="{54A67444-F441-4145-B7B7-0BC8ED328209}" dt="2024-01-23T16:04:34.681" v="21" actId="47"/>
        <pc:sldMkLst>
          <pc:docMk/>
          <pc:sldMk cId="2242056526" sldId="276"/>
        </pc:sldMkLst>
      </pc:sldChg>
      <pc:sldChg chg="del">
        <pc:chgData name="Qu, Chengyi" userId="9f02c3db-5b00-4063-9ad4-7cdd84fdd2bb" providerId="ADAL" clId="{54A67444-F441-4145-B7B7-0BC8ED328209}" dt="2024-01-23T16:04:34.681" v="21" actId="47"/>
        <pc:sldMkLst>
          <pc:docMk/>
          <pc:sldMk cId="3925861337" sldId="280"/>
        </pc:sldMkLst>
      </pc:sldChg>
      <pc:sldChg chg="del">
        <pc:chgData name="Qu, Chengyi" userId="9f02c3db-5b00-4063-9ad4-7cdd84fdd2bb" providerId="ADAL" clId="{54A67444-F441-4145-B7B7-0BC8ED328209}" dt="2024-01-23T16:04:34.681" v="21" actId="47"/>
        <pc:sldMkLst>
          <pc:docMk/>
          <pc:sldMk cId="1986486448" sldId="281"/>
        </pc:sldMkLst>
      </pc:sldChg>
      <pc:sldChg chg="del">
        <pc:chgData name="Qu, Chengyi" userId="9f02c3db-5b00-4063-9ad4-7cdd84fdd2bb" providerId="ADAL" clId="{54A67444-F441-4145-B7B7-0BC8ED328209}" dt="2024-01-23T16:04:34.681" v="21" actId="47"/>
        <pc:sldMkLst>
          <pc:docMk/>
          <pc:sldMk cId="2836295078" sldId="282"/>
        </pc:sldMkLst>
      </pc:sldChg>
      <pc:sldChg chg="add modNotes">
        <pc:chgData name="Qu, Chengyi" userId="9f02c3db-5b00-4063-9ad4-7cdd84fdd2bb" providerId="ADAL" clId="{54A67444-F441-4145-B7B7-0BC8ED328209}" dt="2024-01-23T16:06:18.819" v="43"/>
        <pc:sldMkLst>
          <pc:docMk/>
          <pc:sldMk cId="3696353953" sldId="303"/>
        </pc:sldMkLst>
      </pc:sldChg>
      <pc:sldChg chg="add modNotes">
        <pc:chgData name="Qu, Chengyi" userId="9f02c3db-5b00-4063-9ad4-7cdd84fdd2bb" providerId="ADAL" clId="{54A67444-F441-4145-B7B7-0BC8ED328209}" dt="2024-01-23T16:06:18.819" v="43"/>
        <pc:sldMkLst>
          <pc:docMk/>
          <pc:sldMk cId="2713426596" sldId="304"/>
        </pc:sldMkLst>
      </pc:sldChg>
      <pc:sldChg chg="add modNotes">
        <pc:chgData name="Qu, Chengyi" userId="9f02c3db-5b00-4063-9ad4-7cdd84fdd2bb" providerId="ADAL" clId="{54A67444-F441-4145-B7B7-0BC8ED328209}" dt="2024-01-23T16:06:18.819" v="43"/>
        <pc:sldMkLst>
          <pc:docMk/>
          <pc:sldMk cId="2387288212" sldId="305"/>
        </pc:sldMkLst>
      </pc:sldChg>
      <pc:sldChg chg="add modNotes">
        <pc:chgData name="Qu, Chengyi" userId="9f02c3db-5b00-4063-9ad4-7cdd84fdd2bb" providerId="ADAL" clId="{54A67444-F441-4145-B7B7-0BC8ED328209}" dt="2024-01-23T16:06:18.819" v="43"/>
        <pc:sldMkLst>
          <pc:docMk/>
          <pc:sldMk cId="3887296429" sldId="306"/>
        </pc:sldMkLst>
      </pc:sldChg>
      <pc:sldChg chg="del">
        <pc:chgData name="Qu, Chengyi" userId="9f02c3db-5b00-4063-9ad4-7cdd84fdd2bb" providerId="ADAL" clId="{54A67444-F441-4145-B7B7-0BC8ED328209}" dt="2024-01-23T16:04:34.681" v="21" actId="47"/>
        <pc:sldMkLst>
          <pc:docMk/>
          <pc:sldMk cId="996191177" sldId="332"/>
        </pc:sldMkLst>
      </pc:sldChg>
      <pc:sldChg chg="del">
        <pc:chgData name="Qu, Chengyi" userId="9f02c3db-5b00-4063-9ad4-7cdd84fdd2bb" providerId="ADAL" clId="{54A67444-F441-4145-B7B7-0BC8ED328209}" dt="2024-01-23T16:04:34.681" v="21" actId="47"/>
        <pc:sldMkLst>
          <pc:docMk/>
          <pc:sldMk cId="2088431158" sldId="333"/>
        </pc:sldMkLst>
      </pc:sldChg>
      <pc:sldChg chg="del">
        <pc:chgData name="Qu, Chengyi" userId="9f02c3db-5b00-4063-9ad4-7cdd84fdd2bb" providerId="ADAL" clId="{54A67444-F441-4145-B7B7-0BC8ED328209}" dt="2024-01-23T16:04:34.681" v="21" actId="47"/>
        <pc:sldMkLst>
          <pc:docMk/>
          <pc:sldMk cId="3190255653" sldId="334"/>
        </pc:sldMkLst>
      </pc:sldChg>
      <pc:sldChg chg="del">
        <pc:chgData name="Qu, Chengyi" userId="9f02c3db-5b00-4063-9ad4-7cdd84fdd2bb" providerId="ADAL" clId="{54A67444-F441-4145-B7B7-0BC8ED328209}" dt="2024-01-23T16:04:34.681" v="21" actId="47"/>
        <pc:sldMkLst>
          <pc:docMk/>
          <pc:sldMk cId="4015059804" sldId="335"/>
        </pc:sldMkLst>
      </pc:sldChg>
      <pc:sldChg chg="del">
        <pc:chgData name="Qu, Chengyi" userId="9f02c3db-5b00-4063-9ad4-7cdd84fdd2bb" providerId="ADAL" clId="{54A67444-F441-4145-B7B7-0BC8ED328209}" dt="2024-01-23T16:04:34.681" v="21" actId="47"/>
        <pc:sldMkLst>
          <pc:docMk/>
          <pc:sldMk cId="4242966397" sldId="390"/>
        </pc:sldMkLst>
      </pc:sldChg>
      <pc:sldChg chg="del">
        <pc:chgData name="Qu, Chengyi" userId="9f02c3db-5b00-4063-9ad4-7cdd84fdd2bb" providerId="ADAL" clId="{54A67444-F441-4145-B7B7-0BC8ED328209}" dt="2024-01-23T16:04:34.681" v="21" actId="47"/>
        <pc:sldMkLst>
          <pc:docMk/>
          <pc:sldMk cId="2319081198" sldId="446"/>
        </pc:sldMkLst>
      </pc:sldChg>
      <pc:sldChg chg="del">
        <pc:chgData name="Qu, Chengyi" userId="9f02c3db-5b00-4063-9ad4-7cdd84fdd2bb" providerId="ADAL" clId="{54A67444-F441-4145-B7B7-0BC8ED328209}" dt="2024-01-23T16:04:34.681" v="21" actId="47"/>
        <pc:sldMkLst>
          <pc:docMk/>
          <pc:sldMk cId="626454371" sldId="504"/>
        </pc:sldMkLst>
      </pc:sldChg>
      <pc:sldChg chg="del">
        <pc:chgData name="Qu, Chengyi" userId="9f02c3db-5b00-4063-9ad4-7cdd84fdd2bb" providerId="ADAL" clId="{54A67444-F441-4145-B7B7-0BC8ED328209}" dt="2024-01-23T16:04:34.681" v="21" actId="47"/>
        <pc:sldMkLst>
          <pc:docMk/>
          <pc:sldMk cId="1508545327" sldId="522"/>
        </pc:sldMkLst>
      </pc:sldChg>
      <pc:sldChg chg="del">
        <pc:chgData name="Qu, Chengyi" userId="9f02c3db-5b00-4063-9ad4-7cdd84fdd2bb" providerId="ADAL" clId="{54A67444-F441-4145-B7B7-0BC8ED328209}" dt="2024-01-23T16:04:34.681" v="21" actId="47"/>
        <pc:sldMkLst>
          <pc:docMk/>
          <pc:sldMk cId="854743546" sldId="526"/>
        </pc:sldMkLst>
      </pc:sldChg>
      <pc:sldChg chg="del">
        <pc:chgData name="Qu, Chengyi" userId="9f02c3db-5b00-4063-9ad4-7cdd84fdd2bb" providerId="ADAL" clId="{54A67444-F441-4145-B7B7-0BC8ED328209}" dt="2024-01-23T16:04:34.681" v="21" actId="47"/>
        <pc:sldMkLst>
          <pc:docMk/>
          <pc:sldMk cId="4168855840" sldId="533"/>
        </pc:sldMkLst>
      </pc:sldChg>
      <pc:sldChg chg="del">
        <pc:chgData name="Qu, Chengyi" userId="9f02c3db-5b00-4063-9ad4-7cdd84fdd2bb" providerId="ADAL" clId="{54A67444-F441-4145-B7B7-0BC8ED328209}" dt="2024-01-23T16:04:34.681" v="21" actId="47"/>
        <pc:sldMkLst>
          <pc:docMk/>
          <pc:sldMk cId="1949189601" sldId="573"/>
        </pc:sldMkLst>
      </pc:sldChg>
      <pc:sldChg chg="addSp delSp modSp mod">
        <pc:chgData name="Qu, Chengyi" userId="9f02c3db-5b00-4063-9ad4-7cdd84fdd2bb" providerId="ADAL" clId="{54A67444-F441-4145-B7B7-0BC8ED328209}" dt="2024-01-23T16:06:18.819" v="43"/>
        <pc:sldMkLst>
          <pc:docMk/>
          <pc:sldMk cId="1987998376" sldId="964"/>
        </pc:sldMkLst>
      </pc:sldChg>
      <pc:sldChg chg="del">
        <pc:chgData name="Qu, Chengyi" userId="9f02c3db-5b00-4063-9ad4-7cdd84fdd2bb" providerId="ADAL" clId="{54A67444-F441-4145-B7B7-0BC8ED328209}" dt="2024-01-23T16:04:34.681" v="21" actId="47"/>
        <pc:sldMkLst>
          <pc:docMk/>
          <pc:sldMk cId="3628008649" sldId="971"/>
        </pc:sldMkLst>
      </pc:sldChg>
      <pc:sldChg chg="del">
        <pc:chgData name="Qu, Chengyi" userId="9f02c3db-5b00-4063-9ad4-7cdd84fdd2bb" providerId="ADAL" clId="{54A67444-F441-4145-B7B7-0BC8ED328209}" dt="2024-01-23T16:04:34.681" v="21" actId="47"/>
        <pc:sldMkLst>
          <pc:docMk/>
          <pc:sldMk cId="3445340925" sldId="972"/>
        </pc:sldMkLst>
      </pc:sldChg>
      <pc:sldChg chg="del">
        <pc:chgData name="Qu, Chengyi" userId="9f02c3db-5b00-4063-9ad4-7cdd84fdd2bb" providerId="ADAL" clId="{54A67444-F441-4145-B7B7-0BC8ED328209}" dt="2024-01-23T16:04:34.681" v="21" actId="47"/>
        <pc:sldMkLst>
          <pc:docMk/>
          <pc:sldMk cId="1883330637" sldId="1261"/>
        </pc:sldMkLst>
      </pc:sldChg>
      <pc:sldChg chg="del">
        <pc:chgData name="Qu, Chengyi" userId="9f02c3db-5b00-4063-9ad4-7cdd84fdd2bb" providerId="ADAL" clId="{54A67444-F441-4145-B7B7-0BC8ED328209}" dt="2024-01-23T16:04:34.681" v="21" actId="47"/>
        <pc:sldMkLst>
          <pc:docMk/>
          <pc:sldMk cId="2506038731" sldId="1262"/>
        </pc:sldMkLst>
      </pc:sldChg>
      <pc:sldChg chg="del">
        <pc:chgData name="Qu, Chengyi" userId="9f02c3db-5b00-4063-9ad4-7cdd84fdd2bb" providerId="ADAL" clId="{54A67444-F441-4145-B7B7-0BC8ED328209}" dt="2024-01-23T16:04:34.681" v="21" actId="47"/>
        <pc:sldMkLst>
          <pc:docMk/>
          <pc:sldMk cId="612722790" sldId="1263"/>
        </pc:sldMkLst>
      </pc:sldChg>
      <pc:sldChg chg="del">
        <pc:chgData name="Qu, Chengyi" userId="9f02c3db-5b00-4063-9ad4-7cdd84fdd2bb" providerId="ADAL" clId="{54A67444-F441-4145-B7B7-0BC8ED328209}" dt="2024-01-23T16:04:34.681" v="21" actId="47"/>
        <pc:sldMkLst>
          <pc:docMk/>
          <pc:sldMk cId="84850273" sldId="1264"/>
        </pc:sldMkLst>
      </pc:sldChg>
      <pc:sldChg chg="del">
        <pc:chgData name="Qu, Chengyi" userId="9f02c3db-5b00-4063-9ad4-7cdd84fdd2bb" providerId="ADAL" clId="{54A67444-F441-4145-B7B7-0BC8ED328209}" dt="2024-01-23T16:04:34.681" v="21" actId="47"/>
        <pc:sldMkLst>
          <pc:docMk/>
          <pc:sldMk cId="1835531626" sldId="1266"/>
        </pc:sldMkLst>
      </pc:sldChg>
      <pc:sldChg chg="add modNotes">
        <pc:chgData name="Qu, Chengyi" userId="9f02c3db-5b00-4063-9ad4-7cdd84fdd2bb" providerId="ADAL" clId="{54A67444-F441-4145-B7B7-0BC8ED328209}" dt="2024-01-23T16:06:18.819" v="43"/>
        <pc:sldMkLst>
          <pc:docMk/>
          <pc:sldMk cId="2793842598" sldId="1267"/>
        </pc:sldMkLst>
      </pc:sldChg>
      <pc:sldChg chg="add modNotes">
        <pc:chgData name="Qu, Chengyi" userId="9f02c3db-5b00-4063-9ad4-7cdd84fdd2bb" providerId="ADAL" clId="{54A67444-F441-4145-B7B7-0BC8ED328209}" dt="2024-01-23T16:06:18.819" v="43"/>
        <pc:sldMkLst>
          <pc:docMk/>
          <pc:sldMk cId="3532468293" sldId="1268"/>
        </pc:sldMkLst>
      </pc:sldChg>
      <pc:sldChg chg="add modNotes">
        <pc:chgData name="Qu, Chengyi" userId="9f02c3db-5b00-4063-9ad4-7cdd84fdd2bb" providerId="ADAL" clId="{54A67444-F441-4145-B7B7-0BC8ED328209}" dt="2024-01-23T16:06:18.819" v="43"/>
        <pc:sldMkLst>
          <pc:docMk/>
          <pc:sldMk cId="912014593" sldId="1269"/>
        </pc:sldMkLst>
      </pc:sldChg>
      <pc:sldChg chg="add modNotes">
        <pc:chgData name="Qu, Chengyi" userId="9f02c3db-5b00-4063-9ad4-7cdd84fdd2bb" providerId="ADAL" clId="{54A67444-F441-4145-B7B7-0BC8ED328209}" dt="2024-01-23T16:06:18.819" v="43"/>
        <pc:sldMkLst>
          <pc:docMk/>
          <pc:sldMk cId="3645425597" sldId="1270"/>
        </pc:sldMkLst>
      </pc:sldChg>
      <pc:sldChg chg="add modNotes">
        <pc:chgData name="Qu, Chengyi" userId="9f02c3db-5b00-4063-9ad4-7cdd84fdd2bb" providerId="ADAL" clId="{54A67444-F441-4145-B7B7-0BC8ED328209}" dt="2024-01-23T16:06:18.819" v="43"/>
        <pc:sldMkLst>
          <pc:docMk/>
          <pc:sldMk cId="1358948776" sldId="1271"/>
        </pc:sldMkLst>
      </pc:sldChg>
      <pc:sldChg chg="add modNotes">
        <pc:chgData name="Qu, Chengyi" userId="9f02c3db-5b00-4063-9ad4-7cdd84fdd2bb" providerId="ADAL" clId="{54A67444-F441-4145-B7B7-0BC8ED328209}" dt="2024-01-23T16:06:18.819" v="43"/>
        <pc:sldMkLst>
          <pc:docMk/>
          <pc:sldMk cId="1825207080" sldId="1272"/>
        </pc:sldMkLst>
      </pc:sldChg>
      <pc:sldChg chg="modSp add mod">
        <pc:chgData name="Qu, Chengyi" userId="9f02c3db-5b00-4063-9ad4-7cdd84fdd2bb" providerId="ADAL" clId="{54A67444-F441-4145-B7B7-0BC8ED328209}" dt="2024-01-23T16:06:27.837" v="45" actId="207"/>
        <pc:sldMkLst>
          <pc:docMk/>
          <pc:sldMk cId="1950225687" sldId="1273"/>
        </pc:sldMkLst>
      </pc:sldChg>
      <pc:sldChg chg="add del">
        <pc:chgData name="Qu, Chengyi" userId="9f02c3db-5b00-4063-9ad4-7cdd84fdd2bb" providerId="ADAL" clId="{54A67444-F441-4145-B7B7-0BC8ED328209}" dt="2024-01-23T16:06:18.819" v="43"/>
        <pc:sldMkLst>
          <pc:docMk/>
          <pc:sldMk cId="4245466408" sldId="1273"/>
        </pc:sldMkLst>
      </pc:sldChg>
      <pc:sldChg chg="add del">
        <pc:chgData name="Qu, Chengyi" userId="9f02c3db-5b00-4063-9ad4-7cdd84fdd2bb" providerId="ADAL" clId="{54A67444-F441-4145-B7B7-0BC8ED328209}" dt="2024-01-23T16:06:18.819" v="43"/>
        <pc:sldMkLst>
          <pc:docMk/>
          <pc:sldMk cId="3408189992" sldId="1274"/>
        </pc:sldMkLst>
      </pc:sldChg>
      <pc:sldChg chg="add del">
        <pc:chgData name="Qu, Chengyi" userId="9f02c3db-5b00-4063-9ad4-7cdd84fdd2bb" providerId="ADAL" clId="{54A67444-F441-4145-B7B7-0BC8ED328209}" dt="2024-01-23T16:06:18.819" v="43"/>
        <pc:sldMkLst>
          <pc:docMk/>
          <pc:sldMk cId="498325649" sldId="1275"/>
        </pc:sldMkLst>
      </pc:sldChg>
      <pc:sldChg chg="add del">
        <pc:chgData name="Qu, Chengyi" userId="9f02c3db-5b00-4063-9ad4-7cdd84fdd2bb" providerId="ADAL" clId="{54A67444-F441-4145-B7B7-0BC8ED328209}" dt="2024-01-23T16:06:18.819" v="43"/>
        <pc:sldMkLst>
          <pc:docMk/>
          <pc:sldMk cId="2847344630" sldId="1276"/>
        </pc:sldMkLst>
      </pc:sldChg>
      <pc:sldChg chg="add del">
        <pc:chgData name="Qu, Chengyi" userId="9f02c3db-5b00-4063-9ad4-7cdd84fdd2bb" providerId="ADAL" clId="{54A67444-F441-4145-B7B7-0BC8ED328209}" dt="2024-01-23T16:06:18.819" v="43"/>
        <pc:sldMkLst>
          <pc:docMk/>
          <pc:sldMk cId="1548890303" sldId="1277"/>
        </pc:sldMkLst>
      </pc:sldChg>
      <pc:sldChg chg="add del">
        <pc:chgData name="Qu, Chengyi" userId="9f02c3db-5b00-4063-9ad4-7cdd84fdd2bb" providerId="ADAL" clId="{54A67444-F441-4145-B7B7-0BC8ED328209}" dt="2024-01-23T16:06:18.819" v="43"/>
        <pc:sldMkLst>
          <pc:docMk/>
          <pc:sldMk cId="3014670757" sldId="1278"/>
        </pc:sldMkLst>
      </pc:sldChg>
      <pc:sldChg chg="add del">
        <pc:chgData name="Qu, Chengyi" userId="9f02c3db-5b00-4063-9ad4-7cdd84fdd2bb" providerId="ADAL" clId="{54A67444-F441-4145-B7B7-0BC8ED328209}" dt="2024-01-23T16:06:18.819" v="43"/>
        <pc:sldMkLst>
          <pc:docMk/>
          <pc:sldMk cId="375507717" sldId="1279"/>
        </pc:sldMkLst>
      </pc:sldChg>
      <pc:sldChg chg="add del">
        <pc:chgData name="Qu, Chengyi" userId="9f02c3db-5b00-4063-9ad4-7cdd84fdd2bb" providerId="ADAL" clId="{54A67444-F441-4145-B7B7-0BC8ED328209}" dt="2024-01-23T16:06:18.819" v="43"/>
        <pc:sldMkLst>
          <pc:docMk/>
          <pc:sldMk cId="3565386033" sldId="1280"/>
        </pc:sldMkLst>
      </pc:sldChg>
      <pc:sldChg chg="add del">
        <pc:chgData name="Qu, Chengyi" userId="9f02c3db-5b00-4063-9ad4-7cdd84fdd2bb" providerId="ADAL" clId="{54A67444-F441-4145-B7B7-0BC8ED328209}" dt="2024-01-23T16:06:18.819" v="43"/>
        <pc:sldMkLst>
          <pc:docMk/>
          <pc:sldMk cId="3047513738" sldId="1281"/>
        </pc:sldMkLst>
      </pc:sldChg>
      <pc:sldMasterChg chg="del delSldLayout">
        <pc:chgData name="Qu, Chengyi" userId="9f02c3db-5b00-4063-9ad4-7cdd84fdd2bb" providerId="ADAL" clId="{54A67444-F441-4145-B7B7-0BC8ED328209}" dt="2024-01-23T16:04:34.681" v="21" actId="47"/>
        <pc:sldMasterMkLst>
          <pc:docMk/>
          <pc:sldMasterMk cId="481874104" sldId="2147483667"/>
        </pc:sldMasterMkLst>
        <pc:sldLayoutChg chg="del">
          <pc:chgData name="Qu, Chengyi" userId="9f02c3db-5b00-4063-9ad4-7cdd84fdd2bb" providerId="ADAL" clId="{54A67444-F441-4145-B7B7-0BC8ED328209}" dt="2024-01-23T16:04:34.681" v="21" actId="47"/>
          <pc:sldLayoutMkLst>
            <pc:docMk/>
            <pc:sldMasterMk cId="481874104" sldId="2147483667"/>
            <pc:sldLayoutMk cId="3790666592" sldId="214748366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3974852885" sldId="2147483669"/>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365228270" sldId="2147483670"/>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32629846" sldId="2147483671"/>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866846496" sldId="2147483672"/>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608458951" sldId="2147483673"/>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44881848" sldId="2147483674"/>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555211856" sldId="2147483675"/>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098067528" sldId="2147483676"/>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926623382" sldId="2147483677"/>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049911616" sldId="214748367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8227722" sldId="21474836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2/17/2025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trendmicro.com/cloud-content/us/pdfs/security-intelligence/white-papers/wp_trends-in-targeted-attacks.pdf"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marL="171450" indent="-171450">
              <a:buFont typeface="Arial" panose="020B0604020202020204" pitchFamily="34" charset="0"/>
              <a:buChar char="•"/>
            </a:pPr>
            <a:r>
              <a:rPr lang="en-US" dirty="0"/>
              <a:t>OpenSSL is a commercial grade toolkit for the TLS/SSL protocols</a:t>
            </a:r>
          </a:p>
          <a:p>
            <a:pPr marL="171450" indent="-171450">
              <a:buFont typeface="Arial" panose="020B0604020202020204" pitchFamily="34" charset="0"/>
              <a:buChar char="•"/>
            </a:pPr>
            <a:r>
              <a:rPr lang="en-US" dirty="0"/>
              <a:t>Many</a:t>
            </a:r>
            <a:r>
              <a:rPr lang="en-US" baseline="0" dirty="0"/>
              <a:t> secure web servers are built on top of OpenSSL.</a:t>
            </a:r>
          </a:p>
          <a:p>
            <a:pPr marL="171450" indent="-171450">
              <a:buFont typeface="Arial" panose="020B0604020202020204" pitchFamily="34" charset="0"/>
              <a:buChar char="•"/>
            </a:pPr>
            <a:r>
              <a:rPr lang="en-US" baseline="0" dirty="0"/>
              <a:t>When a client and server are not sending data to each other for a period of time, either side or firewall in between may break the channel.</a:t>
            </a:r>
          </a:p>
          <a:p>
            <a:pPr marL="342900" indent="-342900">
              <a:buFont typeface="Arial" panose="020B0604020202020204" pitchFamily="34" charset="0"/>
              <a:buChar char="•"/>
            </a:pPr>
            <a:r>
              <a:rPr lang="en-US" sz="2000" dirty="0"/>
              <a:t>The protocol: </a:t>
            </a:r>
          </a:p>
          <a:p>
            <a:pPr marL="742950" lvl="1" indent="-285750">
              <a:buFont typeface="Arial" panose="020B0604020202020204" pitchFamily="34" charset="0"/>
              <a:buChar char="•"/>
            </a:pPr>
            <a:r>
              <a:rPr lang="en-US" sz="1600" dirty="0"/>
              <a:t>The sender send a Heartbeat packet to receiver.</a:t>
            </a:r>
          </a:p>
          <a:p>
            <a:pPr marL="742950" lvl="1" indent="-285750">
              <a:buFont typeface="Arial" panose="020B0604020202020204" pitchFamily="34" charset="0"/>
              <a:buChar char="•"/>
            </a:pPr>
            <a:r>
              <a:rPr lang="en-US" sz="1600" dirty="0"/>
              <a:t>Inside the packet there is payload, payload length field. (Actual content of payload is</a:t>
            </a:r>
            <a:r>
              <a:rPr lang="en-US" sz="1600" baseline="0" dirty="0"/>
              <a:t> not important)</a:t>
            </a:r>
            <a:endParaRPr lang="en-US" sz="1600" dirty="0"/>
          </a:p>
          <a:p>
            <a:pPr marL="742950" lvl="1" indent="-285750">
              <a:buFont typeface="Arial" panose="020B0604020202020204" pitchFamily="34" charset="0"/>
              <a:buChar char="•"/>
            </a:pPr>
            <a:r>
              <a:rPr lang="en-US" sz="1600" dirty="0"/>
              <a:t>The receiver constructs a response packet and should carry same payload data as in request.</a:t>
            </a:r>
            <a:endParaRPr lang="en-US" baseline="0" dirty="0"/>
          </a:p>
          <a:p>
            <a:pPr marL="171450" indent="-171450">
              <a:buFont typeface="Arial" panose="020B0604020202020204" pitchFamily="34" charset="0"/>
              <a:buChar char="•"/>
            </a:pPr>
            <a:r>
              <a:rPr lang="en-US" baseline="0" dirty="0"/>
              <a:t>When the receiver gets a heartbeat request, it retrieves payload length value (n) from the packet, copies n bytes of data to the response packet, starting from the beginning of the payload field in the request packet.</a:t>
            </a:r>
            <a:endParaRPr lang="en-US" sz="700" dirty="0">
              <a:latin typeface="Arial" charset="0"/>
              <a:ea typeface="ＭＳ Ｐゴシック" pitchFamily="-65" charset="-128"/>
            </a:endParaRPr>
          </a:p>
        </p:txBody>
      </p:sp>
      <p:sp>
        <p:nvSpPr>
          <p:cNvPr id="94212" name="Slide Number Placeholder 3"/>
          <p:cNvSpPr>
            <a:spLocks noGrp="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50EAA6E-6854-4866-BCC3-1233EB2DE73E}" type="slidenum">
              <a:rPr kumimoji="0" lang="en-AU"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0458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marL="171450" indent="-171450">
              <a:buFont typeface="Arial" panose="020B0604020202020204" pitchFamily="34" charset="0"/>
              <a:buChar char="•"/>
            </a:pPr>
            <a:r>
              <a:rPr lang="en-US" dirty="0"/>
              <a:t>OpenSSL is a commercial grade toolkit for the TLS/SSL protocols</a:t>
            </a:r>
          </a:p>
          <a:p>
            <a:pPr marL="171450" indent="-171450">
              <a:buFont typeface="Arial" panose="020B0604020202020204" pitchFamily="34" charset="0"/>
              <a:buChar char="•"/>
            </a:pPr>
            <a:r>
              <a:rPr lang="en-US" dirty="0"/>
              <a:t>Many</a:t>
            </a:r>
            <a:r>
              <a:rPr lang="en-US" baseline="0" dirty="0"/>
              <a:t> secure web servers are built on top of OpenSSL.</a:t>
            </a:r>
          </a:p>
          <a:p>
            <a:pPr marL="171450" indent="-171450">
              <a:buFont typeface="Arial" panose="020B0604020202020204" pitchFamily="34" charset="0"/>
              <a:buChar char="•"/>
            </a:pPr>
            <a:r>
              <a:rPr lang="en-US" baseline="0" dirty="0"/>
              <a:t>When a client and server are not sending data to each other for a period of time, either side or firewall in between may break the channel.</a:t>
            </a:r>
          </a:p>
          <a:p>
            <a:pPr marL="342900" indent="-342900">
              <a:buFont typeface="Arial" panose="020B0604020202020204" pitchFamily="34" charset="0"/>
              <a:buChar char="•"/>
            </a:pPr>
            <a:r>
              <a:rPr lang="en-US" sz="2000" dirty="0"/>
              <a:t>The protocol: </a:t>
            </a:r>
          </a:p>
          <a:p>
            <a:pPr marL="742950" lvl="1" indent="-285750">
              <a:buFont typeface="Arial" panose="020B0604020202020204" pitchFamily="34" charset="0"/>
              <a:buChar char="•"/>
            </a:pPr>
            <a:r>
              <a:rPr lang="en-US" sz="1600" dirty="0"/>
              <a:t>The sender send a Heartbeat packet to receiver.</a:t>
            </a:r>
          </a:p>
          <a:p>
            <a:pPr marL="742950" lvl="1" indent="-285750">
              <a:buFont typeface="Arial" panose="020B0604020202020204" pitchFamily="34" charset="0"/>
              <a:buChar char="•"/>
            </a:pPr>
            <a:r>
              <a:rPr lang="en-US" sz="1600" dirty="0"/>
              <a:t>Inside the packet there is payload, payload length field. (Actual content of payload is</a:t>
            </a:r>
            <a:r>
              <a:rPr lang="en-US" sz="1600" baseline="0" dirty="0"/>
              <a:t> not important)</a:t>
            </a:r>
            <a:endParaRPr lang="en-US" sz="1600" dirty="0"/>
          </a:p>
          <a:p>
            <a:pPr marL="742950" lvl="1" indent="-285750">
              <a:buFont typeface="Arial" panose="020B0604020202020204" pitchFamily="34" charset="0"/>
              <a:buChar char="•"/>
            </a:pPr>
            <a:r>
              <a:rPr lang="en-US" sz="1600" dirty="0"/>
              <a:t>The receiver constructs a response packet and should carry same payload data as in request.</a:t>
            </a:r>
            <a:endParaRPr lang="en-US" baseline="0" dirty="0"/>
          </a:p>
          <a:p>
            <a:pPr marL="171450" indent="-171450">
              <a:buFont typeface="Arial" panose="020B0604020202020204" pitchFamily="34" charset="0"/>
              <a:buChar char="•"/>
            </a:pPr>
            <a:r>
              <a:rPr lang="en-US" baseline="0" dirty="0"/>
              <a:t>When the receiver gets a heartbeat request, it retrieves payload length value (n) from the packet, copies n bytes of data to the response packet, starting from the beginning of the payload field in the request packet.</a:t>
            </a:r>
            <a:endParaRPr lang="en-US" sz="700" dirty="0">
              <a:latin typeface="Arial" charset="0"/>
              <a:ea typeface="ＭＳ Ｐゴシック" pitchFamily="-65" charset="-128"/>
            </a:endParaRPr>
          </a:p>
        </p:txBody>
      </p:sp>
      <p:sp>
        <p:nvSpPr>
          <p:cNvPr id="94212" name="Slide Number Placeholder 3"/>
          <p:cNvSpPr>
            <a:spLocks noGrp="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50EAA6E-6854-4866-BCC3-1233EB2DE73E}" type="slidenum">
              <a:rPr kumimoji="0" lang="en-AU"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588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endParaRPr lang="en-US" sz="700" dirty="0">
              <a:latin typeface="Arial" charset="0"/>
              <a:ea typeface="ＭＳ Ｐゴシック" pitchFamily="-65" charset="-128"/>
            </a:endParaRPr>
          </a:p>
        </p:txBody>
      </p:sp>
      <p:sp>
        <p:nvSpPr>
          <p:cNvPr id="94212" name="Slide Number Placeholder 3"/>
          <p:cNvSpPr>
            <a:spLocks noGrp="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50EAA6E-6854-4866-BCC3-1233EB2DE73E}" type="slidenum">
              <a:rPr kumimoji="0" lang="en-AU"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3965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800" dirty="0"/>
              <a:t>To launch a Heartbleed attack, an attacked sends a specially crafted Heartbeat request packet to the victim</a:t>
            </a:r>
          </a:p>
          <a:p>
            <a:r>
              <a:rPr lang="en-US" sz="800" dirty="0"/>
              <a:t>Inside this packet, the number put in the payload size field is larger than the actual payload size</a:t>
            </a:r>
          </a:p>
          <a:p>
            <a:r>
              <a:rPr lang="en-US" sz="800" dirty="0"/>
              <a:t>When the packet arrives on receiver side, </a:t>
            </a:r>
            <a:r>
              <a:rPr lang="en-US" sz="800" dirty="0" err="1"/>
              <a:t>memcpy</a:t>
            </a:r>
            <a:r>
              <a:rPr lang="en-US" sz="800" dirty="0"/>
              <a:t>() will copy more data into the response packet than the request packet. </a:t>
            </a:r>
          </a:p>
          <a:p>
            <a:pPr marL="0" indent="0">
              <a:buFont typeface="Arial" panose="020B0604020202020204" pitchFamily="34" charset="0"/>
              <a:buNone/>
            </a:pPr>
            <a:endParaRPr lang="en-US" sz="800" dirty="0"/>
          </a:p>
          <a:p>
            <a:pPr marL="171450" indent="-171450">
              <a:buFont typeface="Arial" panose="020B0604020202020204" pitchFamily="34" charset="0"/>
              <a:buChar char="•"/>
            </a:pPr>
            <a:r>
              <a:rPr lang="en-US" sz="800" dirty="0"/>
              <a:t>The affected memory</a:t>
            </a:r>
            <a:r>
              <a:rPr lang="en-US" sz="800" baseline="0" dirty="0"/>
              <a:t> may store sensitive information, such as passwords, credit card info or other user information.</a:t>
            </a:r>
          </a:p>
          <a:p>
            <a:pPr marL="171450" indent="-171450">
              <a:buFont typeface="Arial" panose="020B0604020202020204" pitchFamily="34" charset="0"/>
              <a:buChar char="•"/>
            </a:pPr>
            <a:r>
              <a:rPr lang="en-US" sz="800" baseline="0" dirty="0"/>
              <a:t>This data will be copied into the response packet and sent to the attacker</a:t>
            </a:r>
          </a:p>
          <a:p>
            <a:pPr marL="171450" indent="-171450">
              <a:buFont typeface="Arial" panose="020B0604020202020204" pitchFamily="34" charset="0"/>
              <a:buChar char="•"/>
            </a:pPr>
            <a:r>
              <a:rPr lang="en-US" sz="800" baseline="0" dirty="0"/>
              <a:t>By sending a heartbeat request to a vulnerable remote server, attackers can dump the server’s memory and steal sensitive information.</a:t>
            </a:r>
            <a:endParaRPr lang="en-US" sz="800" dirty="0"/>
          </a:p>
          <a:p>
            <a:pPr>
              <a:lnSpc>
                <a:spcPct val="80000"/>
              </a:lnSpc>
            </a:pPr>
            <a:endParaRPr lang="en-US" sz="700" dirty="0">
              <a:latin typeface="Arial" charset="0"/>
              <a:ea typeface="ＭＳ Ｐゴシック" pitchFamily="-65" charset="-128"/>
            </a:endParaRPr>
          </a:p>
        </p:txBody>
      </p:sp>
      <p:sp>
        <p:nvSpPr>
          <p:cNvPr id="94212" name="Slide Number Placeholder 3"/>
          <p:cNvSpPr>
            <a:spLocks noGrp="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50EAA6E-6854-4866-BCC3-1233EB2DE73E}" type="slidenum">
              <a:rPr kumimoji="0" lang="en-AU"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1994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marL="171450" indent="-171450">
              <a:buFont typeface="Arial" panose="020B0604020202020204" pitchFamily="34" charset="0"/>
              <a:buChar char="•"/>
            </a:pPr>
            <a:endParaRPr lang="en-US" sz="700" dirty="0">
              <a:latin typeface="Arial" charset="0"/>
              <a:ea typeface="ＭＳ Ｐゴシック" pitchFamily="-65" charset="-128"/>
            </a:endParaRPr>
          </a:p>
        </p:txBody>
      </p:sp>
      <p:sp>
        <p:nvSpPr>
          <p:cNvPr id="94212" name="Slide Number Placeholder 3"/>
          <p:cNvSpPr>
            <a:spLocks noGrp="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50EAA6E-6854-4866-BCC3-1233EB2DE73E}" type="slidenum">
              <a:rPr kumimoji="0" lang="en-AU"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7079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Code originally written by Jared </a:t>
            </a:r>
            <a:r>
              <a:rPr lang="en-US" dirty="0" err="1"/>
              <a:t>Stafforf</a:t>
            </a:r>
            <a:r>
              <a:rPr lang="en-US" dirty="0"/>
              <a:t> [</a:t>
            </a:r>
            <a:r>
              <a:rPr lang="en-US" dirty="0" err="1"/>
              <a:t>Staffoed</a:t>
            </a:r>
            <a:r>
              <a:rPr lang="en-US" dirty="0"/>
              <a:t>, 2014].</a:t>
            </a:r>
          </a:p>
          <a:p>
            <a:pPr marL="171450" indent="-171450">
              <a:buFont typeface="Arial" panose="020B0604020202020204" pitchFamily="34" charset="0"/>
              <a:buChar char="•"/>
            </a:pPr>
            <a:r>
              <a:rPr lang="en-US" dirty="0"/>
              <a:t>The</a:t>
            </a:r>
            <a:r>
              <a:rPr lang="en-US" baseline="0" dirty="0"/>
              <a:t> attack code constructs a Heartbeat request packet after having established a TLS connection with the target server.</a:t>
            </a:r>
          </a:p>
          <a:p>
            <a:pPr marL="171450" indent="-171450">
              <a:buFont typeface="Arial" panose="020B0604020202020204" pitchFamily="34" charset="0"/>
              <a:buChar char="•"/>
            </a:pPr>
            <a:r>
              <a:rPr lang="en-US" baseline="0" dirty="0"/>
              <a:t>From the code snippet we can see that:</a:t>
            </a:r>
          </a:p>
          <a:p>
            <a:pPr marL="628650" lvl="1" indent="-171450">
              <a:buFont typeface="Arial" panose="020B0604020202020204" pitchFamily="34" charset="0"/>
              <a:buChar char="•"/>
            </a:pPr>
            <a:r>
              <a:rPr lang="en-US" baseline="0" dirty="0"/>
              <a:t>TLS record’s size = 0x0029 (not including the record header), which is the size of the payload in the TLS record.</a:t>
            </a:r>
          </a:p>
          <a:p>
            <a:pPr marL="628650" lvl="1" indent="-171450">
              <a:buFont typeface="Arial" panose="020B0604020202020204" pitchFamily="34" charset="0"/>
              <a:buChar char="•"/>
            </a:pPr>
            <a:r>
              <a:rPr lang="en-US" baseline="0" dirty="0"/>
              <a:t>The </a:t>
            </a:r>
            <a:r>
              <a:rPr lang="en-US" baseline="0" dirty="0" err="1"/>
              <a:t>payoad</a:t>
            </a:r>
            <a:r>
              <a:rPr lang="en-US" baseline="0" dirty="0"/>
              <a:t> contains a Heartbeat request packet, and has its own header (3 bytes) payload (22 bytes) and paddings (16 bytes).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a:t>
            </a:r>
            <a:r>
              <a:rPr lang="en-US" baseline="0" dirty="0"/>
              <a:t> value 0x0016 is the value that exactly matches with the actual payload, so we will not be able to get any additional data from the server.</a:t>
            </a:r>
          </a:p>
          <a:p>
            <a:pPr marL="628650" lvl="1" indent="-171450">
              <a:buFontTx/>
              <a:buChar char="-"/>
            </a:pPr>
            <a:endParaRPr lang="en-US" baseline="0" dirty="0"/>
          </a:p>
          <a:p>
            <a:pPr marL="628650" lvl="1" indent="-171450">
              <a:buFontTx/>
              <a:buChar char="-"/>
            </a:pPr>
            <a:endParaRPr lang="en-US" baseline="0" dirty="0"/>
          </a:p>
          <a:p>
            <a:pPr marL="628650" lvl="1"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7827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aseline="0" dirty="0"/>
              <a:t>We increase this value to higher values (e.g. 0x4000 i.e., 16K; much larger than the actual payload size -&gt; 22 bytes) and start getting larger packets back.</a:t>
            </a:r>
          </a:p>
          <a:p>
            <a:pPr marL="171450" lvl="0" indent="-171450">
              <a:buFont typeface="Arial" panose="020B0604020202020204" pitchFamily="34" charset="0"/>
              <a:buChar char="•"/>
            </a:pPr>
            <a:r>
              <a:rPr lang="en-US" baseline="0" dirty="0"/>
              <a:t>The attack.py program prints out the payload data in the response packet.</a:t>
            </a:r>
          </a:p>
          <a:p>
            <a:pPr marL="171450" lvl="0" indent="-171450">
              <a:buFont typeface="Arial" panose="020B0604020202020204" pitchFamily="34" charset="0"/>
              <a:buChar char="•"/>
            </a:pPr>
            <a:endParaRPr lang="en-US" baseline="0" dirty="0"/>
          </a:p>
          <a:p>
            <a:pPr marL="171450" lvl="0" indent="-171450">
              <a:buFont typeface="Arial" panose="020B0604020202020204" pitchFamily="34" charset="0"/>
              <a:buChar char="•"/>
            </a:pPr>
            <a:r>
              <a:rPr lang="en-US" baseline="0" dirty="0"/>
              <a:t>Analyzing the result:</a:t>
            </a:r>
          </a:p>
          <a:p>
            <a:pPr marL="628650" lvl="1" indent="-171450">
              <a:buFont typeface="Arial" panose="020B0604020202020204" pitchFamily="34" charset="0"/>
              <a:buChar char="•"/>
            </a:pPr>
            <a:r>
              <a:rPr lang="en-US" baseline="0" dirty="0"/>
              <a:t>We find some data return from server like password </a:t>
            </a:r>
            <a:r>
              <a:rPr lang="en-US" b="1" baseline="0" dirty="0" err="1"/>
              <a:t>seedadmin</a:t>
            </a:r>
            <a:r>
              <a:rPr lang="en-US" b="1" baseline="0" dirty="0"/>
              <a:t> </a:t>
            </a:r>
            <a:r>
              <a:rPr lang="en-US" b="0" baseline="0" dirty="0"/>
              <a:t>for </a:t>
            </a:r>
            <a:r>
              <a:rPr lang="en-US" b="1" baseline="0" dirty="0"/>
              <a:t>admin</a:t>
            </a:r>
            <a:r>
              <a:rPr lang="en-US" b="0" baseline="0" dirty="0"/>
              <a:t>. The </a:t>
            </a:r>
            <a:r>
              <a:rPr lang="en-US" b="1" baseline="0" dirty="0"/>
              <a:t>admin </a:t>
            </a:r>
            <a:r>
              <a:rPr lang="en-US" b="0" baseline="0" dirty="0"/>
              <a:t>user has logged into the webserver. Hence, the username and password are still in the memory.</a:t>
            </a:r>
          </a:p>
          <a:p>
            <a:pPr marL="628650" lvl="1" indent="-171450">
              <a:buFont typeface="Arial" panose="020B0604020202020204" pitchFamily="34" charset="0"/>
              <a:buChar char="•"/>
            </a:pPr>
            <a:r>
              <a:rPr lang="en-US" b="0" baseline="0" dirty="0"/>
              <a:t>When server constructs the Heartbeat response packet, due to the attack, the server end up sending a lot of data from its memory to the attacker.</a:t>
            </a:r>
          </a:p>
          <a:p>
            <a:pPr marL="628650" lvl="1" indent="-171450">
              <a:buFont typeface="Arial" panose="020B0604020202020204" pitchFamily="34" charset="0"/>
              <a:buChar char="•"/>
            </a:pPr>
            <a:r>
              <a:rPr lang="en-US" b="0" baseline="0" dirty="0"/>
              <a:t>If no user has logged into the server yet before the attack, there will not be much useful data stored in memory.</a:t>
            </a:r>
          </a:p>
          <a:p>
            <a:pPr marL="628650" lvl="1" indent="-171450">
              <a:buFont typeface="Arial" panose="020B0604020202020204" pitchFamily="34" charset="0"/>
              <a:buChar char="•"/>
            </a:pPr>
            <a:r>
              <a:rPr lang="en-US" b="0" baseline="0" dirty="0"/>
              <a:t>When running the attack multiple times, we may get back different data, because each request packet might be stored at a different memory address.</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8056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aseline="0" dirty="0"/>
              <a:t>Comparing the shown code with the vulnerable version shown earlier, </a:t>
            </a:r>
          </a:p>
          <a:p>
            <a:pPr marL="628650" lvl="1" indent="-171450">
              <a:buFont typeface="Arial" panose="020B0604020202020204" pitchFamily="34" charset="0"/>
              <a:buChar char="•"/>
            </a:pPr>
            <a:r>
              <a:rPr lang="en-US" baseline="0" dirty="0"/>
              <a:t>An if statement is added</a:t>
            </a:r>
          </a:p>
          <a:p>
            <a:pPr marL="1085850" lvl="2" indent="-171450">
              <a:buFont typeface="Arial" panose="020B0604020202020204" pitchFamily="34" charset="0"/>
              <a:buChar char="•"/>
            </a:pPr>
            <a:r>
              <a:rPr lang="en-US" baseline="0" dirty="0"/>
              <a:t>s -&gt; s3 -&gt; </a:t>
            </a:r>
            <a:r>
              <a:rPr lang="en-US" baseline="0" dirty="0" err="1"/>
              <a:t>rrec.length</a:t>
            </a:r>
            <a:r>
              <a:rPr lang="en-US" baseline="0" dirty="0"/>
              <a:t> is the total number of bytes in the request packet; this is the actual length and not the one declared in the request packet.</a:t>
            </a:r>
          </a:p>
          <a:p>
            <a:pPr marL="1085850" lvl="2" indent="-171450">
              <a:buFont typeface="Arial" panose="020B0604020202020204" pitchFamily="34" charset="0"/>
              <a:buChar char="•"/>
            </a:pPr>
            <a:r>
              <a:rPr lang="en-US" baseline="0" dirty="0"/>
              <a:t>Constant 1 -&gt; size of type field</a:t>
            </a:r>
          </a:p>
          <a:p>
            <a:pPr marL="1085850" lvl="2" indent="-171450">
              <a:buFont typeface="Arial" panose="020B0604020202020204" pitchFamily="34" charset="0"/>
              <a:buChar char="•"/>
            </a:pPr>
            <a:r>
              <a:rPr lang="en-US" baseline="0" dirty="0"/>
              <a:t>Constant 2 -&gt; size of length field</a:t>
            </a:r>
          </a:p>
          <a:p>
            <a:pPr marL="1085850" lvl="2" indent="-171450">
              <a:buFont typeface="Arial" panose="020B0604020202020204" pitchFamily="34" charset="0"/>
              <a:buChar char="•"/>
            </a:pPr>
            <a:r>
              <a:rPr lang="en-US" baseline="0" dirty="0"/>
              <a:t>Constant 16 -&gt; minimum padding length</a:t>
            </a:r>
          </a:p>
          <a:p>
            <a:pPr marL="1085850" lvl="2" indent="-171450">
              <a:buFont typeface="Arial" panose="020B0604020202020204" pitchFamily="34" charset="0"/>
              <a:buChar char="•"/>
            </a:pPr>
            <a:endParaRPr lang="en-US" baseline="0" dirty="0"/>
          </a:p>
          <a:p>
            <a:pPr marL="171450" lvl="0" indent="-171450">
              <a:buFont typeface="Arial" panose="020B0604020202020204" pitchFamily="34" charset="0"/>
              <a:buChar char="•"/>
            </a:pPr>
            <a:r>
              <a:rPr lang="en-US" baseline="0" dirty="0"/>
              <a:t>The if statement compares whether the declared payload length plus a constant (19) is larger than the actual size of the request packet.</a:t>
            </a:r>
          </a:p>
          <a:p>
            <a:pPr marL="628650" lvl="1" indent="-171450">
              <a:buFont typeface="Arial" panose="020B0604020202020204" pitchFamily="34" charset="0"/>
              <a:buChar char="•"/>
            </a:pPr>
            <a:r>
              <a:rPr lang="en-US" baseline="0" dirty="0"/>
              <a:t>If larger, the packet is discarded and there will be no reply.</a:t>
            </a:r>
          </a:p>
          <a:p>
            <a:pPr marL="628650" lvl="1" indent="-171450">
              <a:buFont typeface="Arial" panose="020B0604020202020204" pitchFamily="34" charset="0"/>
              <a:buChar char="•"/>
            </a:pPr>
            <a:r>
              <a:rPr lang="en-US" baseline="0" dirty="0"/>
              <a:t>If attacker send a request packet with larger declared length value, the packet won’t have any effect.</a:t>
            </a:r>
          </a:p>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8523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aseline="0" dirty="0"/>
              <a:t>Comparing the shown code with the vulnerable version shown earlier, </a:t>
            </a:r>
          </a:p>
          <a:p>
            <a:pPr marL="628650" lvl="1" indent="-171450">
              <a:buFont typeface="Arial" panose="020B0604020202020204" pitchFamily="34" charset="0"/>
              <a:buChar char="•"/>
            </a:pPr>
            <a:r>
              <a:rPr lang="en-US" baseline="0" dirty="0"/>
              <a:t>An if statement is added</a:t>
            </a:r>
          </a:p>
          <a:p>
            <a:pPr marL="1085850" lvl="2" indent="-171450">
              <a:buFont typeface="Arial" panose="020B0604020202020204" pitchFamily="34" charset="0"/>
              <a:buChar char="•"/>
            </a:pPr>
            <a:r>
              <a:rPr lang="en-US" baseline="0" dirty="0"/>
              <a:t>s -&gt; s3 -&gt; </a:t>
            </a:r>
            <a:r>
              <a:rPr lang="en-US" baseline="0" dirty="0" err="1"/>
              <a:t>rrec.length</a:t>
            </a:r>
            <a:r>
              <a:rPr lang="en-US" baseline="0" dirty="0"/>
              <a:t> is the total number of bytes in the request packet; this is the actual length and not the one declared in the request packet.</a:t>
            </a:r>
          </a:p>
          <a:p>
            <a:pPr marL="1085850" lvl="2" indent="-171450">
              <a:buFont typeface="Arial" panose="020B0604020202020204" pitchFamily="34" charset="0"/>
              <a:buChar char="•"/>
            </a:pPr>
            <a:r>
              <a:rPr lang="en-US" baseline="0" dirty="0"/>
              <a:t>Constant 1 -&gt; size of type field</a:t>
            </a:r>
          </a:p>
          <a:p>
            <a:pPr marL="1085850" lvl="2" indent="-171450">
              <a:buFont typeface="Arial" panose="020B0604020202020204" pitchFamily="34" charset="0"/>
              <a:buChar char="•"/>
            </a:pPr>
            <a:r>
              <a:rPr lang="en-US" baseline="0" dirty="0"/>
              <a:t>Constant 2 -&gt; size of length field</a:t>
            </a:r>
          </a:p>
          <a:p>
            <a:pPr marL="1085850" lvl="2" indent="-171450">
              <a:buFont typeface="Arial" panose="020B0604020202020204" pitchFamily="34" charset="0"/>
              <a:buChar char="•"/>
            </a:pPr>
            <a:r>
              <a:rPr lang="en-US" baseline="0" dirty="0"/>
              <a:t>Constant 16 -&gt; minimum padding length</a:t>
            </a:r>
          </a:p>
          <a:p>
            <a:pPr marL="1085850" lvl="2" indent="-171450">
              <a:buFont typeface="Arial" panose="020B0604020202020204" pitchFamily="34" charset="0"/>
              <a:buChar char="•"/>
            </a:pPr>
            <a:endParaRPr lang="en-US" baseline="0" dirty="0"/>
          </a:p>
          <a:p>
            <a:pPr marL="171450" lvl="0" indent="-171450">
              <a:buFont typeface="Arial" panose="020B0604020202020204" pitchFamily="34" charset="0"/>
              <a:buChar char="•"/>
            </a:pPr>
            <a:r>
              <a:rPr lang="en-US" baseline="0" dirty="0"/>
              <a:t>The if statement compares whether the declared payload length plus a constant (19) is larger than the actual size of the request packet.</a:t>
            </a:r>
          </a:p>
          <a:p>
            <a:pPr marL="628650" lvl="1" indent="-171450">
              <a:buFont typeface="Arial" panose="020B0604020202020204" pitchFamily="34" charset="0"/>
              <a:buChar char="•"/>
            </a:pPr>
            <a:r>
              <a:rPr lang="en-US" baseline="0" dirty="0"/>
              <a:t>If larger, the packet is discarded and there will be no reply.</a:t>
            </a:r>
          </a:p>
          <a:p>
            <a:pPr marL="628650" lvl="1" indent="-171450">
              <a:buFont typeface="Arial" panose="020B0604020202020204" pitchFamily="34" charset="0"/>
              <a:buChar char="•"/>
            </a:pPr>
            <a:r>
              <a:rPr lang="en-US" baseline="0" dirty="0"/>
              <a:t>If attacker send a request packet with larger declared length value, the packet won’t have any effect.</a:t>
            </a:r>
          </a:p>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9877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2166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C&amp;C server : Command and Control </a:t>
            </a:r>
            <a:r>
              <a:rPr lang="en-US" altLang="zh-CN" dirty="0"/>
              <a:t>server: </a:t>
            </a:r>
            <a:r>
              <a:rPr lang="en-US" b="0" i="0" dirty="0">
                <a:solidFill>
                  <a:srgbClr val="4A4A4A"/>
                </a:solidFill>
                <a:effectLst/>
                <a:latin typeface="OpenSans"/>
              </a:rPr>
              <a:t>a computer controlled by an </a:t>
            </a:r>
            <a:r>
              <a:rPr lang="en-US" b="0" i="0" u="none" strike="noStrike" dirty="0">
                <a:solidFill>
                  <a:srgbClr val="CC0000"/>
                </a:solidFill>
                <a:effectLst/>
                <a:latin typeface="OpenSans"/>
                <a:hlinkClick r:id="rId3"/>
              </a:rPr>
              <a:t>attacker </a:t>
            </a:r>
            <a:r>
              <a:rPr lang="en-US" b="0" i="0" dirty="0">
                <a:solidFill>
                  <a:srgbClr val="4A4A4A"/>
                </a:solidFill>
                <a:effectLst/>
                <a:latin typeface="OpenSans"/>
              </a:rPr>
              <a:t>or cybercriminal which is used to send commands to systems compromised by malware and receive stolen data from a target network. </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17626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4004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669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38078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1 zone – if one domain on one nameserver; but in many situations if domain is big and you don’t want to host all on one name server, you can have sub-domains on different name servers – then you have different zones with subsets of sub-domains on different nameservers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7202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1711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7152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5804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1437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6120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DNS query is recursive – keep asking till you find the answer; Let’s ask </a:t>
            </a:r>
            <a:r>
              <a:rPr lang="en-US" dirty="0" err="1"/>
              <a:t>example.com</a:t>
            </a:r>
            <a:r>
              <a:rPr lang="en-US" dirty="0"/>
              <a:t> – talk to com server who has registered the nameserver for the </a:t>
            </a:r>
            <a:r>
              <a:rPr lang="en-US" dirty="0" err="1"/>
              <a:t>example.com</a:t>
            </a:r>
            <a:r>
              <a:rPr lang="en-US" dirty="0"/>
              <a:t>; if you ask that nameserver, if big – then it tell you which sub-domain</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7925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0" i="0" dirty="0">
                <a:solidFill>
                  <a:srgbClr val="494949"/>
                </a:solidFill>
                <a:effectLst/>
                <a:latin typeface="Microsoft YaHei" panose="020B0503020204020204" pitchFamily="34" charset="-122"/>
                <a:ea typeface="Microsoft YaHei" panose="020B0503020204020204" pitchFamily="34" charset="-122"/>
              </a:rPr>
              <a:t>Dynamic Host Configuration Protocol</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CCEEA-212A-445A-B5B9-3AEB50B92E9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0289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a:t>The Local DNS servers need not be local. They may or may not be set up in the local network. Google Public DNS is a DNS service offered by Google, serving any host on the Internet.</a:t>
            </a:r>
          </a:p>
        </p:txBody>
      </p:sp>
    </p:spTree>
    <p:extLst>
      <p:ext uri="{BB962C8B-B14F-4D97-AF65-F5344CB8AC3E}">
        <p14:creationId xmlns:p14="http://schemas.microsoft.com/office/powerpoint/2010/main" val="1673069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0" name="Shape 12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If answer section exists, then you have the answer right away – if not go ask them (authority section)</a:t>
            </a:r>
            <a:endParaRPr dirty="0"/>
          </a:p>
        </p:txBody>
      </p:sp>
    </p:spTree>
    <p:extLst>
      <p:ext uri="{BB962C8B-B14F-4D97-AF65-F5344CB8AC3E}">
        <p14:creationId xmlns:p14="http://schemas.microsoft.com/office/powerpoint/2010/main" val="3322494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5" name="Shape 13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113297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Shape 14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4" name="Shape 14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73195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Shape 2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2" name="Shape 22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87840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8" name="Shape 22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654633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4" name="Shape 23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737614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Shape 2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0" name="Shape 24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285750" indent="-285750"/>
            <a:r>
              <a:rPr lang="en-GB" b="1" dirty="0">
                <a:solidFill>
                  <a:schemeClr val="dk1"/>
                </a:solidFill>
              </a:rPr>
              <a:t>Attacks on user machines : </a:t>
            </a:r>
            <a:r>
              <a:rPr lang="en-GB" dirty="0">
                <a:solidFill>
                  <a:srgbClr val="000000"/>
                </a:solidFill>
              </a:rPr>
              <a:t>When the user machine sends out a DNS query to its local DNS server, attacker can immediately send a spoofed reply, using local DNS as its source IP address. Attackers can put any arbitrary IP address in the reply.</a:t>
            </a:r>
          </a:p>
          <a:p>
            <a:pPr marL="285750" indent="-285750"/>
            <a:r>
              <a:rPr lang="en-GB" b="1" dirty="0">
                <a:solidFill>
                  <a:srgbClr val="000000"/>
                </a:solidFill>
              </a:rPr>
              <a:t>Attacks on local DNS server : Cache Poisoning attack : </a:t>
            </a:r>
            <a:r>
              <a:rPr lang="en-GB" dirty="0">
                <a:solidFill>
                  <a:srgbClr val="000000"/>
                </a:solidFill>
              </a:rPr>
              <a:t>When the local DNS server sends out iterative queries to get an answer from the DNS servers on the Internet, attackers can send out spoofed replies to the local DNS server. They get accepted as long as they arrive before the actual replies. This is called DNS cache poisoning.</a:t>
            </a:r>
          </a:p>
          <a:p>
            <a:pPr marL="0" lvl="0" indent="0">
              <a:spcBef>
                <a:spcPts val="0"/>
              </a:spcBef>
              <a:buNone/>
            </a:pPr>
            <a:endParaRPr dirty="0"/>
          </a:p>
        </p:txBody>
      </p:sp>
    </p:spTree>
    <p:extLst>
      <p:ext uri="{BB962C8B-B14F-4D97-AF65-F5344CB8AC3E}">
        <p14:creationId xmlns:p14="http://schemas.microsoft.com/office/powerpoint/2010/main" val="22765112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Shape 4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79" name="Shape 47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81750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Shape 4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5" name="Shape 49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1098576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Shape 4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6" name="Shape 48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8594989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444572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940105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A136A3-E6B7-CC43-A8FA-0B94F0D35B4B}"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453374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A136A3-E6B7-CC43-A8FA-0B94F0D35B4B}"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854693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A136A3-E6B7-CC43-A8FA-0B94F0D35B4B}" type="datetimeFigureOut">
              <a:rPr lang="en-US" smtClean="0"/>
              <a:t>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5309949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10"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11"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12916329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6"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7"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1613750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002359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59564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201862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3469489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91425" tIns="91425" rIns="91425" bIns="91425" anchor="ctr" anchorCtr="0">
            <a:noAutofit/>
          </a:bodyPr>
          <a:lstStyle/>
          <a:p>
            <a:fld id="{00000000-1234-1234-1234-123412341234}" type="slidenum">
              <a:rPr lang="en-GB" smtClean="0"/>
              <a:pPr/>
              <a:t>‹#›</a:t>
            </a:fld>
            <a:endParaRPr lang="en-GB"/>
          </a:p>
        </p:txBody>
      </p:sp>
    </p:spTree>
    <p:extLst>
      <p:ext uri="{BB962C8B-B14F-4D97-AF65-F5344CB8AC3E}">
        <p14:creationId xmlns:p14="http://schemas.microsoft.com/office/powerpoint/2010/main" val="1132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3" r:id="rId8"/>
    <p:sldLayoutId id="2147483664" r:id="rId9"/>
    <p:sldLayoutId id="2147483665" r:id="rId10"/>
    <p:sldLayoutId id="214748366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5"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6"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147586505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ctr" defTabSz="457200" rtl="0" eaLnBrk="1" latinLnBrk="0" hangingPunct="1">
        <a:spcBef>
          <a:spcPct val="0"/>
        </a:spcBef>
        <a:buNone/>
        <a:defRPr sz="3400" kern="1200">
          <a:solidFill>
            <a:srgbClr val="0000FF"/>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tm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3.xml"/><Relationship Id="rId5" Type="http://schemas.openxmlformats.org/officeDocument/2006/relationships/image" Target="../media/image23.tmp"/><Relationship Id="rId4" Type="http://schemas.openxmlformats.org/officeDocument/2006/relationships/image" Target="../media/image22.tmp"/></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hyperlink" Target="http://www.bank32.com/" TargetMode="External"/><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3.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32AD01-B626-8541-DD34-941AFABB4017}"/>
              </a:ext>
            </a:extLst>
          </p:cNvPr>
          <p:cNvSpPr>
            <a:spLocks noGrp="1"/>
          </p:cNvSpPr>
          <p:nvPr>
            <p:ph type="body" sz="quarter" idx="12"/>
          </p:nvPr>
        </p:nvSpPr>
        <p:spPr>
          <a:xfrm>
            <a:off x="0" y="4161824"/>
            <a:ext cx="12192000" cy="650141"/>
          </a:xfrm>
        </p:spPr>
        <p:txBody>
          <a:bodyPr/>
          <a:lstStyle/>
          <a:p>
            <a:r>
              <a:rPr lang="en-US" sz="4800" dirty="0"/>
              <a:t>CEN 3078 Computer Security</a:t>
            </a:r>
            <a:endParaRPr lang="en-US" sz="2000" b="0" dirty="0"/>
          </a:p>
        </p:txBody>
      </p:sp>
      <p:sp>
        <p:nvSpPr>
          <p:cNvPr id="3" name="Text Placeholder 2">
            <a:extLst>
              <a:ext uri="{FF2B5EF4-FFF2-40B4-BE49-F238E27FC236}">
                <a16:creationId xmlns:a16="http://schemas.microsoft.com/office/drawing/2014/main" id="{C74AC5A7-CF21-681C-AD2A-CAFD76C83228}"/>
              </a:ext>
            </a:extLst>
          </p:cNvPr>
          <p:cNvSpPr>
            <a:spLocks noGrp="1"/>
          </p:cNvSpPr>
          <p:nvPr>
            <p:ph type="body" sz="quarter" idx="13"/>
          </p:nvPr>
        </p:nvSpPr>
        <p:spPr>
          <a:xfrm>
            <a:off x="2758705" y="5663508"/>
            <a:ext cx="6674590" cy="350227"/>
          </a:xfrm>
        </p:spPr>
        <p:txBody>
          <a:bodyPr/>
          <a:lstStyle/>
          <a:p>
            <a:r>
              <a:rPr lang="en-US" sz="2400" dirty="0"/>
              <a:t>Module 2 – Application and Network Attacks</a:t>
            </a:r>
          </a:p>
          <a:p>
            <a:endParaRPr lang="en-US" sz="2400" dirty="0"/>
          </a:p>
          <a:p>
            <a:endParaRPr lang="en-US" sz="2400" dirty="0"/>
          </a:p>
        </p:txBody>
      </p:sp>
    </p:spTree>
    <p:extLst>
      <p:ext uri="{BB962C8B-B14F-4D97-AF65-F5344CB8AC3E}">
        <p14:creationId xmlns:p14="http://schemas.microsoft.com/office/powerpoint/2010/main" val="55355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55FF-C31E-4AC6-BFFA-E46AF52F5684}"/>
              </a:ext>
            </a:extLst>
          </p:cNvPr>
          <p:cNvSpPr>
            <a:spLocks noGrp="1"/>
          </p:cNvSpPr>
          <p:nvPr>
            <p:ph type="sldNum" sz="quarter" idx="12"/>
          </p:nvPr>
        </p:nvSpPr>
        <p:spPr>
          <a:prstGeom prst="rect">
            <a:avLst/>
          </a:prstGeom>
        </p:spPr>
        <p:txBody>
          <a:bodyPr/>
          <a:lstStyle/>
          <a:p>
            <a:fld id="{19A1A663-AB5A-1C46-BB3F-DC91B87E1671}" type="slidenum">
              <a:rPr lang="en-US" smtClean="0"/>
              <a:pPr/>
              <a:t>2</a:t>
            </a:fld>
            <a:endParaRPr lang="en-US" dirty="0"/>
          </a:p>
        </p:txBody>
      </p:sp>
      <p:sp>
        <p:nvSpPr>
          <p:cNvPr id="7" name="Text Placeholder 6">
            <a:extLst>
              <a:ext uri="{FF2B5EF4-FFF2-40B4-BE49-F238E27FC236}">
                <a16:creationId xmlns:a16="http://schemas.microsoft.com/office/drawing/2014/main" id="{71758D06-223B-4ABB-B038-E5907DC0A6EF}"/>
              </a:ext>
            </a:extLst>
          </p:cNvPr>
          <p:cNvSpPr>
            <a:spLocks noGrp="1"/>
          </p:cNvSpPr>
          <p:nvPr>
            <p:ph type="body" sz="quarter" idx="10"/>
          </p:nvPr>
        </p:nvSpPr>
        <p:spPr/>
        <p:txBody>
          <a:bodyPr/>
          <a:lstStyle/>
          <a:p>
            <a:r>
              <a:rPr lang="en-US" dirty="0"/>
              <a:t>Module 2</a:t>
            </a:r>
          </a:p>
        </p:txBody>
      </p:sp>
      <p:sp>
        <p:nvSpPr>
          <p:cNvPr id="5" name="Rectangle 4">
            <a:extLst>
              <a:ext uri="{FF2B5EF4-FFF2-40B4-BE49-F238E27FC236}">
                <a16:creationId xmlns:a16="http://schemas.microsoft.com/office/drawing/2014/main" id="{9DA21398-CE95-4290-A860-E1477BCE3728}"/>
              </a:ext>
            </a:extLst>
          </p:cNvPr>
          <p:cNvSpPr/>
          <p:nvPr/>
        </p:nvSpPr>
        <p:spPr>
          <a:xfrm>
            <a:off x="6394581" y="835662"/>
            <a:ext cx="5081970" cy="5016758"/>
          </a:xfrm>
          <a:prstGeom prst="rect">
            <a:avLst/>
          </a:prstGeom>
        </p:spPr>
        <p:txBody>
          <a:bodyPr wrap="square">
            <a:spAutoFit/>
          </a:bodyPr>
          <a:lstStyle/>
          <a:p>
            <a:pPr marL="457200" indent="-457200">
              <a:buFont typeface="Arial" panose="020B0604020202020204" pitchFamily="34" charset="0"/>
              <a:buChar char="•"/>
            </a:pPr>
            <a:r>
              <a:rPr lang="en-US" sz="3200" dirty="0"/>
              <a:t>TCP fundamental</a:t>
            </a:r>
          </a:p>
          <a:p>
            <a:pPr marL="457200" indent="-457200">
              <a:buFont typeface="Arial" panose="020B0604020202020204" pitchFamily="34" charset="0"/>
              <a:buChar char="•"/>
            </a:pPr>
            <a:r>
              <a:rPr lang="en-US" sz="3200" dirty="0"/>
              <a:t>Attacks on the TCP protocol</a:t>
            </a:r>
          </a:p>
          <a:p>
            <a:pPr marL="457200" indent="-457200">
              <a:buFont typeface="Arial" panose="020B0604020202020204" pitchFamily="34" charset="0"/>
              <a:buChar char="•"/>
            </a:pPr>
            <a:r>
              <a:rPr lang="en-US" sz="3200" dirty="0"/>
              <a:t>Denial-of-Service attack</a:t>
            </a:r>
          </a:p>
          <a:p>
            <a:pPr marL="457200" indent="-457200">
              <a:buFont typeface="Arial" panose="020B0604020202020204" pitchFamily="34" charset="0"/>
              <a:buChar char="•"/>
            </a:pPr>
            <a:r>
              <a:rPr lang="en-US" sz="3200" dirty="0"/>
              <a:t>SQL injection attack</a:t>
            </a:r>
          </a:p>
          <a:p>
            <a:pPr marL="457200" indent="-457200">
              <a:buFont typeface="Arial" panose="020B0604020202020204" pitchFamily="34" charset="0"/>
              <a:buChar char="•"/>
            </a:pPr>
            <a:r>
              <a:rPr lang="en-US" sz="3200" dirty="0"/>
              <a:t>Cross-side scripting attack</a:t>
            </a:r>
          </a:p>
          <a:p>
            <a:pPr marL="457200" indent="-457200">
              <a:buFont typeface="Arial" panose="020B0604020202020204" pitchFamily="34" charset="0"/>
              <a:buChar char="•"/>
            </a:pPr>
            <a:r>
              <a:rPr lang="en-US" sz="3200" dirty="0">
                <a:solidFill>
                  <a:srgbClr val="FF0000"/>
                </a:solidFill>
              </a:rPr>
              <a:t>Miscellaneous: Heartbleed bug and attack, Ransomware, </a:t>
            </a:r>
            <a:r>
              <a:rPr lang="en-US" sz="3200" dirty="0" err="1">
                <a:solidFill>
                  <a:srgbClr val="FF0000"/>
                </a:solidFill>
              </a:rPr>
              <a:t>Cryptojacking</a:t>
            </a:r>
            <a:r>
              <a:rPr lang="en-US" sz="3200" dirty="0">
                <a:solidFill>
                  <a:srgbClr val="FF0000"/>
                </a:solidFill>
              </a:rPr>
              <a:t> </a:t>
            </a:r>
          </a:p>
        </p:txBody>
      </p:sp>
    </p:spTree>
    <p:extLst>
      <p:ext uri="{BB962C8B-B14F-4D97-AF65-F5344CB8AC3E}">
        <p14:creationId xmlns:p14="http://schemas.microsoft.com/office/powerpoint/2010/main" val="3507344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normAutofit/>
          </a:bodyPr>
          <a:lstStyle/>
          <a:p>
            <a:r>
              <a:rPr lang="en-US" sz="4000" dirty="0"/>
              <a:t>The Heartbleed Bug and Attack</a:t>
            </a:r>
            <a:endParaRPr lang="en-US" sz="3800" dirty="0">
              <a:solidFill>
                <a:srgbClr val="0432FF"/>
              </a:solidFill>
            </a:endParaRPr>
          </a:p>
        </p:txBody>
      </p:sp>
      <p:sp>
        <p:nvSpPr>
          <p:cNvPr id="6" name="Slide Number Placeholder 5">
            <a:extLst>
              <a:ext uri="{FF2B5EF4-FFF2-40B4-BE49-F238E27FC236}">
                <a16:creationId xmlns:a16="http://schemas.microsoft.com/office/drawing/2014/main" id="{35924D6A-8665-214C-8D5B-199C18F9D60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a:t>
            </a:fld>
            <a:endParaRPr lang="en-US" dirty="0">
              <a:solidFill>
                <a:prstClr val="black">
                  <a:tint val="75000"/>
                </a:prstClr>
              </a:solidFill>
            </a:endParaRPr>
          </a:p>
        </p:txBody>
      </p:sp>
      <p:sp>
        <p:nvSpPr>
          <p:cNvPr id="7" name="Shape 258">
            <a:extLst>
              <a:ext uri="{FF2B5EF4-FFF2-40B4-BE49-F238E27FC236}">
                <a16:creationId xmlns:a16="http://schemas.microsoft.com/office/drawing/2014/main" id="{089E6BD2-8A4D-9B40-AEBD-95711781D341}"/>
              </a:ext>
            </a:extLst>
          </p:cNvPr>
          <p:cNvSpPr txBox="1">
            <a:spLocks/>
          </p:cNvSpPr>
          <p:nvPr/>
        </p:nvSpPr>
        <p:spPr>
          <a:xfrm>
            <a:off x="1675257" y="1474495"/>
            <a:ext cx="8436152" cy="5043833"/>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a:spcAft>
                <a:spcPts val="600"/>
              </a:spcAft>
              <a:buClr>
                <a:srgbClr val="000000"/>
              </a:buClr>
            </a:pPr>
            <a:r>
              <a:rPr lang="en-GB" sz="2000" dirty="0">
                <a:solidFill>
                  <a:srgbClr val="000000"/>
                </a:solidFill>
              </a:rPr>
              <a:t>Vulnerability in the OpenSSL library, specifically the Heartbeat protocol in TLS (Transport Layer Security)</a:t>
            </a:r>
          </a:p>
          <a:p>
            <a:pPr marL="857250" lvl="1">
              <a:spcAft>
                <a:spcPts val="600"/>
              </a:spcAft>
              <a:buClr>
                <a:srgbClr val="000000"/>
              </a:buClr>
            </a:pPr>
            <a:r>
              <a:rPr lang="en-GB" sz="1800" dirty="0">
                <a:solidFill>
                  <a:srgbClr val="000000"/>
                </a:solidFill>
              </a:rPr>
              <a:t>OpenSSL (widely used library for TLS) drives HTTPS that your web browser relies on for online banking, and other secure transactions</a:t>
            </a:r>
          </a:p>
          <a:p>
            <a:pPr marL="857250" lvl="1">
              <a:spcAft>
                <a:spcPts val="600"/>
              </a:spcAft>
              <a:buClr>
                <a:srgbClr val="000000"/>
              </a:buClr>
            </a:pPr>
            <a:r>
              <a:rPr lang="en-GB" sz="1800" dirty="0">
                <a:solidFill>
                  <a:srgbClr val="000000"/>
                </a:solidFill>
              </a:rPr>
              <a:t>Launched in 2012 on web servers built on top of OpenSSL</a:t>
            </a:r>
          </a:p>
          <a:p>
            <a:pPr marL="857250" lvl="1">
              <a:spcAft>
                <a:spcPts val="600"/>
              </a:spcAft>
              <a:buClr>
                <a:srgbClr val="000000"/>
              </a:buClr>
            </a:pPr>
            <a:r>
              <a:rPr lang="en-GB" sz="1800" dirty="0">
                <a:solidFill>
                  <a:srgbClr val="000000"/>
                </a:solidFill>
              </a:rPr>
              <a:t>Disclosed in 2014</a:t>
            </a:r>
          </a:p>
        </p:txBody>
      </p:sp>
      <p:pic>
        <p:nvPicPr>
          <p:cNvPr id="1026" name="Picture 2" descr="The Heartbleed Bug and Password Reuse, Recipe for Disaster - Zoho Blog">
            <a:extLst>
              <a:ext uri="{FF2B5EF4-FFF2-40B4-BE49-F238E27FC236}">
                <a16:creationId xmlns:a16="http://schemas.microsoft.com/office/drawing/2014/main" id="{DB61A5B0-787B-8740-BA7A-13015A2DD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8661" y="3929867"/>
            <a:ext cx="4473406" cy="262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00440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normAutofit/>
          </a:bodyPr>
          <a:lstStyle/>
          <a:p>
            <a:r>
              <a:rPr lang="en-US" sz="4000" dirty="0"/>
              <a:t>Background: the Heartbeat Protocol</a:t>
            </a:r>
            <a:endParaRPr lang="en-US" sz="3800" dirty="0">
              <a:solidFill>
                <a:srgbClr val="0432FF"/>
              </a:solidFill>
            </a:endParaRPr>
          </a:p>
        </p:txBody>
      </p:sp>
      <p:sp>
        <p:nvSpPr>
          <p:cNvPr id="6" name="Slide Number Placeholder 5">
            <a:extLst>
              <a:ext uri="{FF2B5EF4-FFF2-40B4-BE49-F238E27FC236}">
                <a16:creationId xmlns:a16="http://schemas.microsoft.com/office/drawing/2014/main" id="{35924D6A-8665-214C-8D5B-199C18F9D60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4</a:t>
            </a:fld>
            <a:endParaRPr lang="en-US" dirty="0">
              <a:solidFill>
                <a:prstClr val="black">
                  <a:tint val="75000"/>
                </a:prstClr>
              </a:solidFill>
            </a:endParaRPr>
          </a:p>
        </p:txBody>
      </p:sp>
      <p:sp>
        <p:nvSpPr>
          <p:cNvPr id="7" name="Shape 258">
            <a:extLst>
              <a:ext uri="{FF2B5EF4-FFF2-40B4-BE49-F238E27FC236}">
                <a16:creationId xmlns:a16="http://schemas.microsoft.com/office/drawing/2014/main" id="{089E6BD2-8A4D-9B40-AEBD-95711781D341}"/>
              </a:ext>
            </a:extLst>
          </p:cNvPr>
          <p:cNvSpPr txBox="1">
            <a:spLocks/>
          </p:cNvSpPr>
          <p:nvPr/>
        </p:nvSpPr>
        <p:spPr>
          <a:xfrm>
            <a:off x="1575866" y="1206140"/>
            <a:ext cx="8992744" cy="5043833"/>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a:spcAft>
                <a:spcPts val="600"/>
              </a:spcAft>
              <a:buClr>
                <a:srgbClr val="000000"/>
              </a:buClr>
            </a:pPr>
            <a:r>
              <a:rPr lang="en-GB" sz="2000" dirty="0">
                <a:solidFill>
                  <a:srgbClr val="000000"/>
                </a:solidFill>
              </a:rPr>
              <a:t>TLS/SSL protocols provide a secure channel between two communicating applications</a:t>
            </a:r>
          </a:p>
          <a:p>
            <a:pPr marL="457200">
              <a:spcAft>
                <a:spcPts val="600"/>
              </a:spcAft>
              <a:buClr>
                <a:srgbClr val="000000"/>
              </a:buClr>
            </a:pPr>
            <a:r>
              <a:rPr lang="en-GB" sz="2000" dirty="0">
                <a:solidFill>
                  <a:srgbClr val="000000"/>
                </a:solidFill>
              </a:rPr>
              <a:t>Heartbeat extension: implement keep-alive feature of TLS</a:t>
            </a:r>
          </a:p>
          <a:p>
            <a:pPr marL="857250" lvl="1">
              <a:spcAft>
                <a:spcPts val="600"/>
              </a:spcAft>
              <a:buClr>
                <a:srgbClr val="000000"/>
              </a:buClr>
            </a:pPr>
            <a:r>
              <a:rPr lang="en-GB" sz="1800" dirty="0">
                <a:solidFill>
                  <a:srgbClr val="000000"/>
                </a:solidFill>
              </a:rPr>
              <a:t>Maintains secure session without interruption (e.g., from firewall) when client and server are not sending data to each other for a period of time </a:t>
            </a:r>
          </a:p>
          <a:p>
            <a:pPr marL="1257300" lvl="2">
              <a:spcAft>
                <a:spcPts val="600"/>
              </a:spcAft>
              <a:buClr>
                <a:srgbClr val="000000"/>
              </a:buClr>
            </a:pPr>
            <a:r>
              <a:rPr lang="en-GB" sz="1600" dirty="0">
                <a:solidFill>
                  <a:srgbClr val="000000"/>
                </a:solidFill>
              </a:rPr>
              <a:t>Hard to initiate and re-establish secure sessions</a:t>
            </a:r>
            <a:endParaRPr lang="en-GB" sz="1400" dirty="0">
              <a:solidFill>
                <a:srgbClr val="000000"/>
              </a:solidFill>
            </a:endParaRPr>
          </a:p>
          <a:p>
            <a:pPr marL="857250" lvl="1">
              <a:spcAft>
                <a:spcPts val="600"/>
              </a:spcAft>
              <a:buClr>
                <a:srgbClr val="000000"/>
              </a:buClr>
            </a:pPr>
            <a:r>
              <a:rPr lang="en-GB" sz="1800" dirty="0">
                <a:solidFill>
                  <a:srgbClr val="000000"/>
                </a:solidFill>
              </a:rPr>
              <a:t>Send request packet to receiver and obtain an acknowledgement packet by doing a </a:t>
            </a:r>
            <a:r>
              <a:rPr lang="en-GB" sz="1800" b="1" dirty="0">
                <a:solidFill>
                  <a:srgbClr val="FF0000"/>
                </a:solidFill>
              </a:rPr>
              <a:t>copy</a:t>
            </a:r>
            <a:r>
              <a:rPr lang="en-GB" sz="1800" dirty="0">
                <a:solidFill>
                  <a:srgbClr val="000000"/>
                </a:solidFill>
              </a:rPr>
              <a:t> of the payload content based on payload length L</a:t>
            </a:r>
          </a:p>
          <a:p>
            <a:pPr marL="857250" lvl="1">
              <a:spcAft>
                <a:spcPts val="600"/>
              </a:spcAft>
              <a:buClr>
                <a:srgbClr val="000000"/>
              </a:buClr>
            </a:pPr>
            <a:r>
              <a:rPr lang="en-GB" sz="1800" dirty="0">
                <a:solidFill>
                  <a:srgbClr val="000000"/>
                </a:solidFill>
              </a:rPr>
              <a:t>The </a:t>
            </a:r>
            <a:r>
              <a:rPr lang="en-GB" sz="1800" b="1" dirty="0">
                <a:solidFill>
                  <a:srgbClr val="FF0000"/>
                </a:solidFill>
              </a:rPr>
              <a:t>copy</a:t>
            </a:r>
            <a:r>
              <a:rPr lang="en-GB" sz="1800" dirty="0">
                <a:solidFill>
                  <a:srgbClr val="000000"/>
                </a:solidFill>
              </a:rPr>
              <a:t> caused the vulnerability; attacker can specify larger L</a:t>
            </a:r>
          </a:p>
          <a:p>
            <a:pPr marL="457200">
              <a:spcAft>
                <a:spcPts val="600"/>
              </a:spcAft>
              <a:buClr>
                <a:srgbClr val="000000"/>
              </a:buClr>
            </a:pPr>
            <a:r>
              <a:rPr lang="en-GB" sz="2000" dirty="0">
                <a:solidFill>
                  <a:srgbClr val="000000"/>
                </a:solidFill>
              </a:rPr>
              <a:t>Heartbleed bug is an implementation flaw in TLS/SSL heartbeat extension</a:t>
            </a:r>
          </a:p>
        </p:txBody>
      </p:sp>
      <p:pic>
        <p:nvPicPr>
          <p:cNvPr id="3" name="Picture 2">
            <a:extLst>
              <a:ext uri="{FF2B5EF4-FFF2-40B4-BE49-F238E27FC236}">
                <a16:creationId xmlns:a16="http://schemas.microsoft.com/office/drawing/2014/main" id="{0EAD252B-C965-D942-BEDB-7E544C42D90F}"/>
              </a:ext>
            </a:extLst>
          </p:cNvPr>
          <p:cNvPicPr>
            <a:picLocks noChangeAspect="1"/>
          </p:cNvPicPr>
          <p:nvPr/>
        </p:nvPicPr>
        <p:blipFill>
          <a:blip r:embed="rId3"/>
          <a:stretch>
            <a:fillRect/>
          </a:stretch>
        </p:blipFill>
        <p:spPr>
          <a:xfrm>
            <a:off x="5356188" y="5049079"/>
            <a:ext cx="1796937" cy="1672397"/>
          </a:xfrm>
          <a:prstGeom prst="rect">
            <a:avLst/>
          </a:prstGeom>
        </p:spPr>
      </p:pic>
    </p:spTree>
    <p:extLst>
      <p:ext uri="{BB962C8B-B14F-4D97-AF65-F5344CB8AC3E}">
        <p14:creationId xmlns:p14="http://schemas.microsoft.com/office/powerpoint/2010/main" val="332765812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normAutofit/>
          </a:bodyPr>
          <a:lstStyle/>
          <a:p>
            <a:r>
              <a:rPr lang="en-US" sz="3600" dirty="0"/>
              <a:t>How Response Packet is Constructed</a:t>
            </a:r>
            <a:endParaRPr lang="en-US" sz="3600" dirty="0">
              <a:solidFill>
                <a:srgbClr val="0432FF"/>
              </a:solidFill>
            </a:endParaRPr>
          </a:p>
        </p:txBody>
      </p:sp>
      <p:sp>
        <p:nvSpPr>
          <p:cNvPr id="6" name="Slide Number Placeholder 5">
            <a:extLst>
              <a:ext uri="{FF2B5EF4-FFF2-40B4-BE49-F238E27FC236}">
                <a16:creationId xmlns:a16="http://schemas.microsoft.com/office/drawing/2014/main" id="{35924D6A-8665-214C-8D5B-199C18F9D60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5</a:t>
            </a:fld>
            <a:endParaRPr lang="en-US" dirty="0">
              <a:solidFill>
                <a:prstClr val="black">
                  <a:tint val="75000"/>
                </a:prstClr>
              </a:solidFill>
            </a:endParaRPr>
          </a:p>
        </p:txBody>
      </p:sp>
      <p:sp>
        <p:nvSpPr>
          <p:cNvPr id="7" name="Shape 258">
            <a:extLst>
              <a:ext uri="{FF2B5EF4-FFF2-40B4-BE49-F238E27FC236}">
                <a16:creationId xmlns:a16="http://schemas.microsoft.com/office/drawing/2014/main" id="{089E6BD2-8A4D-9B40-AEBD-95711781D341}"/>
              </a:ext>
            </a:extLst>
          </p:cNvPr>
          <p:cNvSpPr txBox="1">
            <a:spLocks/>
          </p:cNvSpPr>
          <p:nvPr/>
        </p:nvSpPr>
        <p:spPr>
          <a:xfrm>
            <a:off x="7557052" y="1987827"/>
            <a:ext cx="3054824" cy="4180751"/>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a:spcAft>
                <a:spcPts val="600"/>
              </a:spcAft>
              <a:buClr>
                <a:srgbClr val="000000"/>
              </a:buClr>
            </a:pPr>
            <a:r>
              <a:rPr lang="en-GB" sz="2000" dirty="0">
                <a:solidFill>
                  <a:srgbClr val="FF0000"/>
                </a:solidFill>
              </a:rPr>
              <a:t>Problem</a:t>
            </a:r>
            <a:r>
              <a:rPr lang="en-GB" sz="2000" dirty="0">
                <a:solidFill>
                  <a:srgbClr val="000000"/>
                </a:solidFill>
              </a:rPr>
              <a:t>: how much is copied depends on the value contained in the payload length field</a:t>
            </a:r>
          </a:p>
          <a:p>
            <a:pPr marL="457200">
              <a:spcAft>
                <a:spcPts val="600"/>
              </a:spcAft>
              <a:buClr>
                <a:srgbClr val="000000"/>
              </a:buClr>
            </a:pPr>
            <a:endParaRPr lang="en-GB" sz="2000" dirty="0">
              <a:solidFill>
                <a:srgbClr val="000000"/>
              </a:solidFill>
            </a:endParaRPr>
          </a:p>
          <a:p>
            <a:pPr marL="457200">
              <a:spcAft>
                <a:spcPts val="600"/>
              </a:spcAft>
              <a:buClr>
                <a:srgbClr val="000000"/>
              </a:buClr>
            </a:pPr>
            <a:r>
              <a:rPr lang="en-GB" sz="2000" dirty="0">
                <a:solidFill>
                  <a:srgbClr val="FF0000"/>
                </a:solidFill>
              </a:rPr>
              <a:t>What if </a:t>
            </a:r>
            <a:r>
              <a:rPr lang="en-GB" sz="2000" dirty="0">
                <a:solidFill>
                  <a:srgbClr val="000000"/>
                </a:solidFill>
              </a:rPr>
              <a:t>this value is larger than the actual payload size? </a:t>
            </a:r>
          </a:p>
          <a:p>
            <a:pPr marL="457200">
              <a:spcAft>
                <a:spcPts val="600"/>
              </a:spcAft>
              <a:buClr>
                <a:srgbClr val="000000"/>
              </a:buClr>
            </a:pPr>
            <a:endParaRPr lang="en-GB" sz="2000" dirty="0">
              <a:solidFill>
                <a:srgbClr val="000000"/>
              </a:solidFill>
            </a:endParaRPr>
          </a:p>
        </p:txBody>
      </p:sp>
      <p:pic>
        <p:nvPicPr>
          <p:cNvPr id="8" name="Content Placeholder 3" descr="Screen Clipping">
            <a:extLst>
              <a:ext uri="{FF2B5EF4-FFF2-40B4-BE49-F238E27FC236}">
                <a16:creationId xmlns:a16="http://schemas.microsoft.com/office/drawing/2014/main" id="{CE8A690B-B0A7-0545-86C0-84547B78A1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0125" y="2202628"/>
            <a:ext cx="6028535" cy="3065111"/>
          </a:xfrm>
          <a:prstGeom prst="rect">
            <a:avLst/>
          </a:prstGeom>
        </p:spPr>
      </p:pic>
    </p:spTree>
    <p:extLst>
      <p:ext uri="{BB962C8B-B14F-4D97-AF65-F5344CB8AC3E}">
        <p14:creationId xmlns:p14="http://schemas.microsoft.com/office/powerpoint/2010/main" val="207268885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normAutofit/>
          </a:bodyPr>
          <a:lstStyle/>
          <a:p>
            <a:r>
              <a:rPr lang="en-US" sz="3600" dirty="0"/>
              <a:t>Attack Launch</a:t>
            </a:r>
            <a:endParaRPr lang="en-US" sz="3600" dirty="0">
              <a:solidFill>
                <a:srgbClr val="0432FF"/>
              </a:solidFill>
            </a:endParaRPr>
          </a:p>
        </p:txBody>
      </p:sp>
      <p:sp>
        <p:nvSpPr>
          <p:cNvPr id="6" name="Slide Number Placeholder 5">
            <a:extLst>
              <a:ext uri="{FF2B5EF4-FFF2-40B4-BE49-F238E27FC236}">
                <a16:creationId xmlns:a16="http://schemas.microsoft.com/office/drawing/2014/main" id="{35924D6A-8665-214C-8D5B-199C18F9D60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6</a:t>
            </a:fld>
            <a:endParaRPr lang="en-US" dirty="0">
              <a:solidFill>
                <a:prstClr val="black">
                  <a:tint val="75000"/>
                </a:prstClr>
              </a:solidFill>
            </a:endParaRPr>
          </a:p>
        </p:txBody>
      </p:sp>
      <p:sp>
        <p:nvSpPr>
          <p:cNvPr id="7" name="Shape 258">
            <a:extLst>
              <a:ext uri="{FF2B5EF4-FFF2-40B4-BE49-F238E27FC236}">
                <a16:creationId xmlns:a16="http://schemas.microsoft.com/office/drawing/2014/main" id="{089E6BD2-8A4D-9B40-AEBD-95711781D341}"/>
              </a:ext>
            </a:extLst>
          </p:cNvPr>
          <p:cNvSpPr txBox="1">
            <a:spLocks/>
          </p:cNvSpPr>
          <p:nvPr/>
        </p:nvSpPr>
        <p:spPr>
          <a:xfrm>
            <a:off x="7348330" y="2415210"/>
            <a:ext cx="3054824" cy="3653977"/>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a:spcAft>
                <a:spcPts val="600"/>
              </a:spcAft>
              <a:buClr>
                <a:srgbClr val="000000"/>
              </a:buClr>
            </a:pPr>
            <a:r>
              <a:rPr lang="en-GB" sz="2000" dirty="0">
                <a:solidFill>
                  <a:srgbClr val="FF0000"/>
                </a:solidFill>
              </a:rPr>
              <a:t>Attack Results</a:t>
            </a:r>
            <a:r>
              <a:rPr lang="en-GB" sz="2000" dirty="0">
                <a:solidFill>
                  <a:srgbClr val="000000"/>
                </a:solidFill>
              </a:rPr>
              <a:t>: </a:t>
            </a:r>
            <a:r>
              <a:rPr lang="en-US" sz="2000" dirty="0">
                <a:solidFill>
                  <a:prstClr val="black"/>
                </a:solidFill>
              </a:rPr>
              <a:t>Some data from the server’s memory also got copied into the response packet, which will be sent out</a:t>
            </a:r>
            <a:endParaRPr lang="en-GB" sz="2000" dirty="0">
              <a:solidFill>
                <a:srgbClr val="000000"/>
              </a:solidFill>
            </a:endParaRPr>
          </a:p>
        </p:txBody>
      </p:sp>
      <p:pic>
        <p:nvPicPr>
          <p:cNvPr id="3" name="Picture 2">
            <a:extLst>
              <a:ext uri="{FF2B5EF4-FFF2-40B4-BE49-F238E27FC236}">
                <a16:creationId xmlns:a16="http://schemas.microsoft.com/office/drawing/2014/main" id="{FF5E2A93-5366-D04E-95AC-6037D9F80D1B}"/>
              </a:ext>
            </a:extLst>
          </p:cNvPr>
          <p:cNvPicPr>
            <a:picLocks noChangeAspect="1"/>
          </p:cNvPicPr>
          <p:nvPr/>
        </p:nvPicPr>
        <p:blipFill>
          <a:blip r:embed="rId3"/>
          <a:stretch>
            <a:fillRect/>
          </a:stretch>
        </p:blipFill>
        <p:spPr>
          <a:xfrm>
            <a:off x="2001079" y="2008101"/>
            <a:ext cx="5759360" cy="3259638"/>
          </a:xfrm>
          <a:prstGeom prst="rect">
            <a:avLst/>
          </a:prstGeom>
        </p:spPr>
      </p:pic>
    </p:spTree>
    <p:extLst>
      <p:ext uri="{BB962C8B-B14F-4D97-AF65-F5344CB8AC3E}">
        <p14:creationId xmlns:p14="http://schemas.microsoft.com/office/powerpoint/2010/main" val="158154283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normAutofit/>
          </a:bodyPr>
          <a:lstStyle/>
          <a:p>
            <a:r>
              <a:rPr lang="en-US" sz="4000" dirty="0"/>
              <a:t>Attack Launch</a:t>
            </a:r>
            <a:endParaRPr lang="en-US" sz="3800" dirty="0">
              <a:solidFill>
                <a:srgbClr val="0432FF"/>
              </a:solidFill>
            </a:endParaRPr>
          </a:p>
        </p:txBody>
      </p:sp>
      <p:sp>
        <p:nvSpPr>
          <p:cNvPr id="6" name="Slide Number Placeholder 5">
            <a:extLst>
              <a:ext uri="{FF2B5EF4-FFF2-40B4-BE49-F238E27FC236}">
                <a16:creationId xmlns:a16="http://schemas.microsoft.com/office/drawing/2014/main" id="{35924D6A-8665-214C-8D5B-199C18F9D60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7</a:t>
            </a:fld>
            <a:endParaRPr lang="en-US" dirty="0">
              <a:solidFill>
                <a:prstClr val="black">
                  <a:tint val="75000"/>
                </a:prstClr>
              </a:solidFill>
            </a:endParaRPr>
          </a:p>
        </p:txBody>
      </p:sp>
      <p:sp>
        <p:nvSpPr>
          <p:cNvPr id="7" name="Shape 258">
            <a:extLst>
              <a:ext uri="{FF2B5EF4-FFF2-40B4-BE49-F238E27FC236}">
                <a16:creationId xmlns:a16="http://schemas.microsoft.com/office/drawing/2014/main" id="{089E6BD2-8A4D-9B40-AEBD-95711781D341}"/>
              </a:ext>
            </a:extLst>
          </p:cNvPr>
          <p:cNvSpPr txBox="1">
            <a:spLocks/>
          </p:cNvSpPr>
          <p:nvPr/>
        </p:nvSpPr>
        <p:spPr>
          <a:xfrm>
            <a:off x="1575866" y="1206140"/>
            <a:ext cx="8992744" cy="5043833"/>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a:spcAft>
                <a:spcPts val="600"/>
              </a:spcAft>
              <a:buClr>
                <a:srgbClr val="000000"/>
              </a:buClr>
            </a:pPr>
            <a:r>
              <a:rPr lang="en-GB" sz="2000" dirty="0">
                <a:solidFill>
                  <a:srgbClr val="000000"/>
                </a:solidFill>
              </a:rPr>
              <a:t>To launch a Heartbleed attack, an attacked sends a specially crafted Heartbeat request packet to the victim</a:t>
            </a:r>
          </a:p>
          <a:p>
            <a:pPr marL="857250" lvl="1">
              <a:spcAft>
                <a:spcPts val="600"/>
              </a:spcAft>
              <a:buClr>
                <a:srgbClr val="000000"/>
              </a:buClr>
            </a:pPr>
            <a:r>
              <a:rPr lang="en-GB" sz="1800" dirty="0">
                <a:solidFill>
                  <a:srgbClr val="000000"/>
                </a:solidFill>
              </a:rPr>
              <a:t>Inside this packet, the number put in the payload size field is larger than the actual payload size</a:t>
            </a:r>
          </a:p>
          <a:p>
            <a:pPr marL="457200">
              <a:spcAft>
                <a:spcPts val="600"/>
              </a:spcAft>
              <a:buClr>
                <a:srgbClr val="000000"/>
              </a:buClr>
            </a:pPr>
            <a:r>
              <a:rPr lang="en-GB" sz="2000" dirty="0">
                <a:solidFill>
                  <a:srgbClr val="000000"/>
                </a:solidFill>
              </a:rPr>
              <a:t>When the packet arrives on receiver side, </a:t>
            </a:r>
            <a:r>
              <a:rPr lang="en-GB" sz="2000" dirty="0" err="1">
                <a:solidFill>
                  <a:srgbClr val="000000"/>
                </a:solidFill>
              </a:rPr>
              <a:t>memcpy</a:t>
            </a:r>
            <a:r>
              <a:rPr lang="en-GB" sz="2000" dirty="0">
                <a:solidFill>
                  <a:srgbClr val="000000"/>
                </a:solidFill>
              </a:rPr>
              <a:t>() will copy more data into the response packet than the request packet (i.e., receiver does a memory dump)</a:t>
            </a:r>
          </a:p>
          <a:p>
            <a:pPr marL="457200">
              <a:spcAft>
                <a:spcPts val="600"/>
              </a:spcAft>
              <a:buClr>
                <a:srgbClr val="000000"/>
              </a:buClr>
            </a:pPr>
            <a:r>
              <a:rPr lang="en-GB" sz="2000" dirty="0">
                <a:solidFill>
                  <a:srgbClr val="000000"/>
                </a:solidFill>
              </a:rPr>
              <a:t>The </a:t>
            </a:r>
            <a:r>
              <a:rPr lang="en-GB" sz="2000" dirty="0">
                <a:solidFill>
                  <a:srgbClr val="FF0000"/>
                </a:solidFill>
              </a:rPr>
              <a:t>affected memory may store sensitive information</a:t>
            </a:r>
            <a:r>
              <a:rPr lang="en-GB" sz="2000" dirty="0">
                <a:solidFill>
                  <a:srgbClr val="000000"/>
                </a:solidFill>
              </a:rPr>
              <a:t>, such as passwords, credit card info or other user information</a:t>
            </a:r>
          </a:p>
          <a:p>
            <a:pPr marL="857250" lvl="1">
              <a:spcAft>
                <a:spcPts val="600"/>
              </a:spcAft>
              <a:buClr>
                <a:srgbClr val="000000"/>
              </a:buClr>
            </a:pPr>
            <a:r>
              <a:rPr lang="en-GB" sz="1800" dirty="0">
                <a:solidFill>
                  <a:srgbClr val="000000"/>
                </a:solidFill>
              </a:rPr>
              <a:t>This data will be copied into the response packet and sent to the attacker</a:t>
            </a:r>
          </a:p>
          <a:p>
            <a:pPr marL="457200">
              <a:spcAft>
                <a:spcPts val="600"/>
              </a:spcAft>
              <a:buClr>
                <a:srgbClr val="000000"/>
              </a:buClr>
            </a:pPr>
            <a:r>
              <a:rPr lang="en-GB" sz="2000" dirty="0">
                <a:solidFill>
                  <a:srgbClr val="FF0000"/>
                </a:solidFill>
              </a:rPr>
              <a:t>By sending a heartbeat request to a vulnerable remote server, attackers can dump the server’s memory and steal sensitive information</a:t>
            </a:r>
          </a:p>
        </p:txBody>
      </p:sp>
    </p:spTree>
    <p:extLst>
      <p:ext uri="{BB962C8B-B14F-4D97-AF65-F5344CB8AC3E}">
        <p14:creationId xmlns:p14="http://schemas.microsoft.com/office/powerpoint/2010/main" val="3334244613"/>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8300" y="1204043"/>
            <a:ext cx="2686050" cy="3857625"/>
          </a:xfrm>
        </p:spPr>
        <p:txBody>
          <a:bodyPr>
            <a:noAutofit/>
          </a:bodyPr>
          <a:lstStyle/>
          <a:p>
            <a:pPr>
              <a:spcAft>
                <a:spcPts val="450"/>
              </a:spcAft>
            </a:pPr>
            <a:r>
              <a:rPr lang="en-US" sz="2100" dirty="0"/>
              <a:t>0x0016 (22 bytes) is placed in the length field, which exactly matches with the actual length of the payload</a:t>
            </a:r>
          </a:p>
          <a:p>
            <a:pPr>
              <a:spcAft>
                <a:spcPts val="450"/>
              </a:spcAft>
            </a:pPr>
            <a:r>
              <a:rPr lang="en-US" sz="2100" dirty="0">
                <a:solidFill>
                  <a:srgbClr val="FF0000"/>
                </a:solidFill>
              </a:rPr>
              <a:t>We play with this length field to perform our attack in the next slide</a:t>
            </a:r>
          </a:p>
          <a:p>
            <a:pPr marL="0" indent="0">
              <a:buNone/>
            </a:pPr>
            <a:endParaRPr lang="en-US" sz="2100" dirty="0">
              <a:latin typeface="Consolas" pitchFamily="49" charset="0"/>
            </a:endParaRPr>
          </a:p>
          <a:p>
            <a:pPr marL="0" indent="0">
              <a:buNone/>
            </a:pPr>
            <a:endParaRPr lang="en-US" sz="2100" dirty="0">
              <a:latin typeface="Consolas" pitchFamily="49" charset="0"/>
            </a:endParaRPr>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101" y="1568375"/>
            <a:ext cx="5726927" cy="3564731"/>
          </a:xfrm>
          <a:prstGeom prst="rect">
            <a:avLst/>
          </a:prstGeom>
        </p:spPr>
      </p:pic>
      <p:cxnSp>
        <p:nvCxnSpPr>
          <p:cNvPr id="10" name="Straight Connector 9"/>
          <p:cNvCxnSpPr/>
          <p:nvPr/>
        </p:nvCxnSpPr>
        <p:spPr>
          <a:xfrm>
            <a:off x="4895850" y="3875805"/>
            <a:ext cx="10287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038600" y="2561355"/>
            <a:ext cx="800100" cy="114300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C48B6D91-27C2-DD41-B399-887185B69B01}"/>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Launch the Heartbleed Attack</a:t>
            </a:r>
            <a:endParaRPr lang="en-US" sz="3800" dirty="0">
              <a:solidFill>
                <a:srgbClr val="0432FF"/>
              </a:solidFill>
            </a:endParaRPr>
          </a:p>
        </p:txBody>
      </p:sp>
      <p:sp>
        <p:nvSpPr>
          <p:cNvPr id="11" name="Slide Number Placeholder 5">
            <a:extLst>
              <a:ext uri="{FF2B5EF4-FFF2-40B4-BE49-F238E27FC236}">
                <a16:creationId xmlns:a16="http://schemas.microsoft.com/office/drawing/2014/main" id="{FCA7FDD6-7D8A-BE49-A22C-D427F594A73E}"/>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8</a:t>
            </a:fld>
            <a:endParaRPr lang="en-US" dirty="0">
              <a:solidFill>
                <a:prstClr val="black">
                  <a:tint val="75000"/>
                </a:prstClr>
              </a:solidFill>
            </a:endParaRPr>
          </a:p>
        </p:txBody>
      </p:sp>
      <p:sp>
        <p:nvSpPr>
          <p:cNvPr id="6" name="Rectangle 5">
            <a:extLst>
              <a:ext uri="{FF2B5EF4-FFF2-40B4-BE49-F238E27FC236}">
                <a16:creationId xmlns:a16="http://schemas.microsoft.com/office/drawing/2014/main" id="{3D1FB81A-9750-8F4A-8F69-0DD8FA97EE56}"/>
              </a:ext>
            </a:extLst>
          </p:cNvPr>
          <p:cNvSpPr/>
          <p:nvPr/>
        </p:nvSpPr>
        <p:spPr>
          <a:xfrm>
            <a:off x="1835727" y="5289626"/>
            <a:ext cx="8229600" cy="1600438"/>
          </a:xfrm>
          <a:prstGeom prst="rect">
            <a:avLst/>
          </a:prstGeom>
        </p:spPr>
        <p:txBody>
          <a:bodyPr wrap="square">
            <a:spAutoFit/>
          </a:bodyPr>
          <a:lstStyle/>
          <a:p>
            <a:pPr marL="171450"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From the code snippet we can see that:</a:t>
            </a:r>
          </a:p>
          <a:p>
            <a:pPr marL="628650" lvl="1"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TLS record’s size = 0x0029 (not including the record header), which is the size of the payload in the TLS record</a:t>
            </a:r>
          </a:p>
          <a:p>
            <a:pPr marL="628650" lvl="1"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The payload contains a Heartbeat request packet, and has its own header (3 bytes) payload (22 bytes) and paddings (16 bytes)</a:t>
            </a:r>
          </a:p>
          <a:p>
            <a:pPr marL="628650" lvl="1" indent="-171450">
              <a:buFont typeface="Arial" panose="020B0604020202020204" pitchFamily="34" charset="0"/>
              <a:buChar char="•"/>
              <a:defRPr/>
            </a:pPr>
            <a:r>
              <a:rPr lang="en-US" sz="1400" dirty="0">
                <a:solidFill>
                  <a:srgbClr val="0432FF"/>
                </a:solidFill>
                <a:latin typeface="Arial" panose="020B0604020202020204" pitchFamily="34" charset="0"/>
                <a:cs typeface="Arial" panose="020B0604020202020204" pitchFamily="34" charset="0"/>
              </a:rPr>
              <a:t>The value 0x0016 is the value that exactly matches with the actual payload (22 bytes), so we will not be able to get any additional data from the server</a:t>
            </a:r>
          </a:p>
        </p:txBody>
      </p:sp>
    </p:spTree>
    <p:extLst>
      <p:ext uri="{BB962C8B-B14F-4D97-AF65-F5344CB8AC3E}">
        <p14:creationId xmlns:p14="http://schemas.microsoft.com/office/powerpoint/2010/main" val="2570886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50" y="1231323"/>
            <a:ext cx="6858000" cy="3310199"/>
          </a:xfrm>
          <a:prstGeom prst="rect">
            <a:avLst/>
          </a:prstGeom>
        </p:spPr>
      </p:pic>
      <p:sp>
        <p:nvSpPr>
          <p:cNvPr id="8" name="TextBox 7"/>
          <p:cNvSpPr txBox="1"/>
          <p:nvPr/>
        </p:nvSpPr>
        <p:spPr>
          <a:xfrm>
            <a:off x="1752600" y="2904280"/>
            <a:ext cx="1428750" cy="1708160"/>
          </a:xfrm>
          <a:prstGeom prst="rect">
            <a:avLst/>
          </a:prstGeom>
          <a:noFill/>
          <a:ln>
            <a:solidFill>
              <a:schemeClr val="tx1"/>
            </a:solidFill>
          </a:ln>
        </p:spPr>
        <p:txBody>
          <a:bodyPr wrap="square" rtlCol="0">
            <a:spAutoFit/>
          </a:bodyPr>
          <a:lstStyle/>
          <a:p>
            <a:pPr algn="r" defTabSz="457200"/>
            <a:r>
              <a:rPr lang="en-US" sz="2100" dirty="0">
                <a:solidFill>
                  <a:prstClr val="black"/>
                </a:solidFill>
                <a:latin typeface="Arial" panose="020B0604020202020204" pitchFamily="34" charset="0"/>
                <a:cs typeface="Arial" panose="020B0604020202020204" pitchFamily="34" charset="0"/>
              </a:rPr>
              <a:t>We got some secret from the server</a:t>
            </a:r>
          </a:p>
        </p:txBody>
      </p:sp>
      <p:cxnSp>
        <p:nvCxnSpPr>
          <p:cNvPr id="10" name="Straight Arrow Connector 9"/>
          <p:cNvCxnSpPr/>
          <p:nvPr/>
        </p:nvCxnSpPr>
        <p:spPr>
          <a:xfrm>
            <a:off x="3181350" y="3745921"/>
            <a:ext cx="285750" cy="6286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3295650" y="1117021"/>
            <a:ext cx="5657850" cy="400050"/>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1350">
              <a:solidFill>
                <a:prstClr val="white"/>
              </a:solidFill>
              <a:latin typeface="Calibri"/>
            </a:endParaRPr>
          </a:p>
        </p:txBody>
      </p:sp>
      <p:sp>
        <p:nvSpPr>
          <p:cNvPr id="9" name="Title 1">
            <a:extLst>
              <a:ext uri="{FF2B5EF4-FFF2-40B4-BE49-F238E27FC236}">
                <a16:creationId xmlns:a16="http://schemas.microsoft.com/office/drawing/2014/main" id="{142CD588-8F1A-9845-8C3E-2FAD5D9B6856}"/>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Launch the Heartbleed Attack</a:t>
            </a:r>
            <a:endParaRPr lang="en-US" sz="3800" dirty="0">
              <a:solidFill>
                <a:srgbClr val="0432FF"/>
              </a:solidFill>
            </a:endParaRPr>
          </a:p>
        </p:txBody>
      </p:sp>
      <p:sp>
        <p:nvSpPr>
          <p:cNvPr id="12" name="Slide Number Placeholder 5">
            <a:extLst>
              <a:ext uri="{FF2B5EF4-FFF2-40B4-BE49-F238E27FC236}">
                <a16:creationId xmlns:a16="http://schemas.microsoft.com/office/drawing/2014/main" id="{F7A5FCB1-7A25-DB48-AAFE-14963F6FA85A}"/>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9</a:t>
            </a:fld>
            <a:endParaRPr lang="en-US" dirty="0">
              <a:solidFill>
                <a:prstClr val="black">
                  <a:tint val="75000"/>
                </a:prstClr>
              </a:solidFill>
            </a:endParaRPr>
          </a:p>
        </p:txBody>
      </p:sp>
      <p:sp>
        <p:nvSpPr>
          <p:cNvPr id="13" name="Rectangle 12">
            <a:extLst>
              <a:ext uri="{FF2B5EF4-FFF2-40B4-BE49-F238E27FC236}">
                <a16:creationId xmlns:a16="http://schemas.microsoft.com/office/drawing/2014/main" id="{A3760733-DA83-4B48-89B2-324548746785}"/>
              </a:ext>
            </a:extLst>
          </p:cNvPr>
          <p:cNvSpPr/>
          <p:nvPr/>
        </p:nvSpPr>
        <p:spPr>
          <a:xfrm>
            <a:off x="1761582" y="4940760"/>
            <a:ext cx="8229600" cy="1600438"/>
          </a:xfrm>
          <a:prstGeom prst="rect">
            <a:avLst/>
          </a:prstGeom>
        </p:spPr>
        <p:txBody>
          <a:bodyPr wrap="square">
            <a:spAutoFit/>
          </a:bodyPr>
          <a:lstStyle/>
          <a:p>
            <a:pPr marL="171450"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We increase this value to higher values (e.g. 0x4000 i.e., 16K; much larger than the actual payload size -&gt; 22 bytes) and start getting larger packets back</a:t>
            </a:r>
          </a:p>
          <a:p>
            <a:pPr marL="171450"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The </a:t>
            </a:r>
            <a:r>
              <a:rPr lang="en-US" sz="1400" dirty="0" err="1">
                <a:solidFill>
                  <a:srgbClr val="0432FF"/>
                </a:solidFill>
                <a:latin typeface="Arial" panose="020B0604020202020204" pitchFamily="34" charset="0"/>
                <a:cs typeface="Arial" panose="020B0604020202020204" pitchFamily="34" charset="0"/>
              </a:rPr>
              <a:t>attack.py</a:t>
            </a:r>
            <a:r>
              <a:rPr lang="en-US" sz="1400" dirty="0">
                <a:solidFill>
                  <a:srgbClr val="0432FF"/>
                </a:solidFill>
                <a:latin typeface="Arial" panose="020B0604020202020204" pitchFamily="34" charset="0"/>
                <a:cs typeface="Arial" panose="020B0604020202020204" pitchFamily="34" charset="0"/>
              </a:rPr>
              <a:t> program prints out the payload data in the response packet</a:t>
            </a:r>
          </a:p>
          <a:p>
            <a:pPr marL="171450"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If no user has logged into the server yet before the attack, there will not be much useful data stored in memory</a:t>
            </a:r>
          </a:p>
          <a:p>
            <a:pPr marL="171450" indent="-171450" defTabSz="457200">
              <a:buFont typeface="Arial" panose="020B0604020202020204" pitchFamily="34" charset="0"/>
              <a:buChar char="•"/>
            </a:pPr>
            <a:r>
              <a:rPr lang="en-US" sz="1400" dirty="0">
                <a:solidFill>
                  <a:srgbClr val="0432FF"/>
                </a:solidFill>
                <a:latin typeface="Arial" panose="020B0604020202020204" pitchFamily="34" charset="0"/>
                <a:cs typeface="Arial" panose="020B0604020202020204" pitchFamily="34" charset="0"/>
              </a:rPr>
              <a:t>When running the attack multiple times, we may get back different data, because each request packet might be stored at a different memory address</a:t>
            </a:r>
          </a:p>
        </p:txBody>
      </p:sp>
    </p:spTree>
    <p:extLst>
      <p:ext uri="{BB962C8B-B14F-4D97-AF65-F5344CB8AC3E}">
        <p14:creationId xmlns:p14="http://schemas.microsoft.com/office/powerpoint/2010/main" val="103937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0" y="2057400"/>
            <a:ext cx="8058150" cy="3771900"/>
          </a:xfrm>
        </p:spPr>
        <p:txBody>
          <a:bodyPr>
            <a:normAutofit/>
          </a:bodyPr>
          <a:lstStyle/>
          <a:p>
            <a:r>
              <a:rPr lang="en-US" dirty="0"/>
              <a:t>Simply update your system’s </a:t>
            </a:r>
            <a:r>
              <a:rPr lang="en-US" dirty="0" err="1"/>
              <a:t>OpenSSL</a:t>
            </a:r>
            <a:r>
              <a:rPr lang="en-US" dirty="0"/>
              <a:t> library. The following two commands can be used for it:</a:t>
            </a:r>
            <a:endParaRPr lang="en-US" dirty="0">
              <a:latin typeface="Consolas" pitchFamily="49" charset="0"/>
            </a:endParaRPr>
          </a:p>
          <a:p>
            <a:pPr marL="0" indent="0">
              <a:buNone/>
            </a:pPr>
            <a:endParaRPr lang="en-US" sz="2100" dirty="0">
              <a:solidFill>
                <a:srgbClr val="FF0000"/>
              </a:solidFill>
              <a:latin typeface="Consolas" pitchFamily="49" charset="0"/>
            </a:endParaRPr>
          </a:p>
          <a:p>
            <a:pPr marL="0" indent="0">
              <a:buNone/>
            </a:pPr>
            <a:endParaRPr lang="en-US" sz="2100" dirty="0">
              <a:solidFill>
                <a:srgbClr val="FF0000"/>
              </a:solidFill>
              <a:latin typeface="Consolas" pitchFamily="49" charset="0"/>
            </a:endParaRPr>
          </a:p>
          <a:p>
            <a:endParaRPr lang="en-US" sz="825" dirty="0"/>
          </a:p>
          <a:p>
            <a:r>
              <a:rPr lang="en-US" dirty="0"/>
              <a:t>The following code shows how the </a:t>
            </a:r>
            <a:r>
              <a:rPr lang="en-US" dirty="0" err="1"/>
              <a:t>OpenSSL</a:t>
            </a:r>
            <a:r>
              <a:rPr lang="en-US" dirty="0"/>
              <a:t> library is fixed</a:t>
            </a:r>
            <a:endParaRPr lang="en-US" dirty="0">
              <a:solidFill>
                <a:srgbClr val="FF0000"/>
              </a:solidFill>
              <a:latin typeface="Consolas" pitchFamily="49" charset="0"/>
            </a:endParaRPr>
          </a:p>
          <a:p>
            <a:pPr marL="0" indent="0">
              <a:buNone/>
            </a:pPr>
            <a:endParaRPr lang="en-US" sz="1500" dirty="0">
              <a:latin typeface="Consolas" pitchFamily="49" charset="0"/>
            </a:endParaRP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551" y="3028951"/>
            <a:ext cx="3467078" cy="604353"/>
          </a:xfrm>
          <a:prstGeom prst="rect">
            <a:avLst/>
          </a:prstGeom>
        </p:spPr>
      </p:pic>
      <p:pic>
        <p:nvPicPr>
          <p:cNvPr id="8" name="Picture 7"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0553" y="4457700"/>
            <a:ext cx="5811994" cy="1031566"/>
          </a:xfrm>
          <a:prstGeom prst="rect">
            <a:avLst/>
          </a:prstGeom>
        </p:spPr>
      </p:pic>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Fixing the Heartbleed Bug</a:t>
            </a:r>
            <a:endParaRPr lang="en-US" sz="38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10</a:t>
            </a:fld>
            <a:endParaRPr lang="en-US" dirty="0">
              <a:solidFill>
                <a:prstClr val="black">
                  <a:tint val="75000"/>
                </a:prstClr>
              </a:solidFill>
            </a:endParaRPr>
          </a:p>
        </p:txBody>
      </p:sp>
    </p:spTree>
    <p:extLst>
      <p:ext uri="{BB962C8B-B14F-4D97-AF65-F5344CB8AC3E}">
        <p14:creationId xmlns:p14="http://schemas.microsoft.com/office/powerpoint/2010/main" val="191339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fontScale="77500" lnSpcReduction="20000"/>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Fixing the Heartbleed Bug – Use Bounds Checking</a:t>
            </a:r>
            <a:endParaRPr lang="en-US" sz="38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11</a:t>
            </a:fld>
            <a:endParaRPr lang="en-US" dirty="0">
              <a:solidFill>
                <a:prstClr val="black">
                  <a:tint val="75000"/>
                </a:prstClr>
              </a:solidFill>
            </a:endParaRPr>
          </a:p>
        </p:txBody>
      </p:sp>
      <p:sp>
        <p:nvSpPr>
          <p:cNvPr id="5" name="Content Placeholder 4">
            <a:extLst>
              <a:ext uri="{FF2B5EF4-FFF2-40B4-BE49-F238E27FC236}">
                <a16:creationId xmlns:a16="http://schemas.microsoft.com/office/drawing/2014/main" id="{D8BA0B61-AABA-934F-BF80-A96209B0E967}"/>
              </a:ext>
            </a:extLst>
          </p:cNvPr>
          <p:cNvSpPr>
            <a:spLocks noGrp="1"/>
          </p:cNvSpPr>
          <p:nvPr>
            <p:ph idx="1"/>
          </p:nvPr>
        </p:nvSpPr>
        <p:spPr>
          <a:xfrm>
            <a:off x="1981200" y="1322513"/>
            <a:ext cx="8229600" cy="4525963"/>
          </a:xfrm>
        </p:spPr>
        <p:txBody>
          <a:bodyPr>
            <a:normAutofit fontScale="92500" lnSpcReduction="10000"/>
          </a:bodyPr>
          <a:lstStyle/>
          <a:p>
            <a:r>
              <a:rPr lang="en-US" dirty="0"/>
              <a:t>Comparing the shown code with the vulnerable version shown earlier, </a:t>
            </a:r>
          </a:p>
          <a:p>
            <a:pPr lvl="1"/>
            <a:r>
              <a:rPr lang="en-US" dirty="0">
                <a:solidFill>
                  <a:srgbClr val="00B050"/>
                </a:solidFill>
              </a:rPr>
              <a:t>An if statement is added</a:t>
            </a:r>
          </a:p>
          <a:p>
            <a:pPr lvl="2"/>
            <a:r>
              <a:rPr lang="en-US" dirty="0"/>
              <a:t>s </a:t>
            </a:r>
            <a:r>
              <a:rPr lang="en-US" dirty="0">
                <a:sym typeface="Wingdings" pitchFamily="2" charset="2"/>
              </a:rPr>
              <a:t></a:t>
            </a:r>
            <a:r>
              <a:rPr lang="en-US" dirty="0"/>
              <a:t> s3 </a:t>
            </a:r>
            <a:r>
              <a:rPr lang="en-US" dirty="0">
                <a:sym typeface="Wingdings" pitchFamily="2" charset="2"/>
              </a:rPr>
              <a:t></a:t>
            </a:r>
            <a:r>
              <a:rPr lang="en-US" dirty="0"/>
              <a:t> </a:t>
            </a:r>
            <a:r>
              <a:rPr lang="en-US" dirty="0" err="1"/>
              <a:t>rrec.length</a:t>
            </a:r>
            <a:r>
              <a:rPr lang="en-US" dirty="0"/>
              <a:t> is the total number of bytes in the request packet; this is the actual length and not the one declared in the request packet</a:t>
            </a:r>
          </a:p>
          <a:p>
            <a:pPr lvl="2"/>
            <a:r>
              <a:rPr lang="en-US" dirty="0"/>
              <a:t>Constant 1 </a:t>
            </a:r>
            <a:r>
              <a:rPr lang="en-US" dirty="0">
                <a:sym typeface="Wingdings" pitchFamily="2" charset="2"/>
              </a:rPr>
              <a:t></a:t>
            </a:r>
            <a:r>
              <a:rPr lang="en-US" dirty="0"/>
              <a:t> size of type field</a:t>
            </a:r>
          </a:p>
          <a:p>
            <a:pPr lvl="2"/>
            <a:r>
              <a:rPr lang="en-US" dirty="0"/>
              <a:t>Constant 2 </a:t>
            </a:r>
            <a:r>
              <a:rPr lang="en-US" dirty="0">
                <a:sym typeface="Wingdings" pitchFamily="2" charset="2"/>
              </a:rPr>
              <a:t></a:t>
            </a:r>
            <a:r>
              <a:rPr lang="en-US" dirty="0"/>
              <a:t> size of length field</a:t>
            </a:r>
          </a:p>
          <a:p>
            <a:pPr lvl="2"/>
            <a:r>
              <a:rPr lang="en-US" dirty="0"/>
              <a:t>Constant 16 </a:t>
            </a:r>
            <a:r>
              <a:rPr lang="en-US" dirty="0">
                <a:sym typeface="Wingdings" pitchFamily="2" charset="2"/>
              </a:rPr>
              <a:t></a:t>
            </a:r>
            <a:r>
              <a:rPr lang="en-US" dirty="0"/>
              <a:t> minimum padding length</a:t>
            </a:r>
          </a:p>
          <a:p>
            <a:pPr marL="0" indent="0">
              <a:buNone/>
            </a:pPr>
            <a:endParaRPr lang="en-US" dirty="0"/>
          </a:p>
          <a:p>
            <a:r>
              <a:rPr lang="en-US" dirty="0"/>
              <a:t>The if statement compares whether the declared payload length plus a constant (19) is larger than the actual size of the request packet</a:t>
            </a:r>
          </a:p>
          <a:p>
            <a:pPr lvl="1"/>
            <a:r>
              <a:rPr lang="en-US" dirty="0">
                <a:solidFill>
                  <a:srgbClr val="00B050"/>
                </a:solidFill>
              </a:rPr>
              <a:t>If larger, the packet is discarded and there will be no reply</a:t>
            </a:r>
          </a:p>
          <a:p>
            <a:pPr lvl="1"/>
            <a:r>
              <a:rPr lang="en-US" dirty="0"/>
              <a:t>If attacker send a request packet with larger declared length value, the packet won’t have any effect</a:t>
            </a:r>
          </a:p>
        </p:txBody>
      </p:sp>
      <p:sp>
        <p:nvSpPr>
          <p:cNvPr id="3" name="TextBox 2">
            <a:extLst>
              <a:ext uri="{FF2B5EF4-FFF2-40B4-BE49-F238E27FC236}">
                <a16:creationId xmlns:a16="http://schemas.microsoft.com/office/drawing/2014/main" id="{64DF9FEE-8FB5-5ABE-6C84-DEFA2BA8AC46}"/>
              </a:ext>
            </a:extLst>
          </p:cNvPr>
          <p:cNvSpPr txBox="1"/>
          <p:nvPr/>
        </p:nvSpPr>
        <p:spPr>
          <a:xfrm>
            <a:off x="5641910" y="5951766"/>
            <a:ext cx="6096000" cy="369332"/>
          </a:xfrm>
          <a:prstGeom prst="rect">
            <a:avLst/>
          </a:prstGeom>
          <a:noFill/>
        </p:spPr>
        <p:txBody>
          <a:bodyPr wrap="square">
            <a:spAutoFit/>
          </a:bodyPr>
          <a:lstStyle/>
          <a:p>
            <a:r>
              <a:rPr lang="en-US" sz="1800" dirty="0"/>
              <a:t>Story: Bounds Checking and Game Design </a:t>
            </a:r>
            <a:endParaRPr lang="en-US" dirty="0"/>
          </a:p>
        </p:txBody>
      </p:sp>
    </p:spTree>
    <p:extLst>
      <p:ext uri="{BB962C8B-B14F-4D97-AF65-F5344CB8AC3E}">
        <p14:creationId xmlns:p14="http://schemas.microsoft.com/office/powerpoint/2010/main" val="374276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err="1"/>
              <a:t>Cryptojacking</a:t>
            </a:r>
            <a:endParaRPr lang="en-US" sz="38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12</a:t>
            </a:fld>
            <a:endParaRPr lang="en-US" dirty="0">
              <a:solidFill>
                <a:prstClr val="black">
                  <a:tint val="75000"/>
                </a:prstClr>
              </a:solidFill>
            </a:endParaRPr>
          </a:p>
        </p:txBody>
      </p:sp>
      <p:sp>
        <p:nvSpPr>
          <p:cNvPr id="5" name="Content Placeholder 4">
            <a:extLst>
              <a:ext uri="{FF2B5EF4-FFF2-40B4-BE49-F238E27FC236}">
                <a16:creationId xmlns:a16="http://schemas.microsoft.com/office/drawing/2014/main" id="{D8BA0B61-AABA-934F-BF80-A96209B0E967}"/>
              </a:ext>
            </a:extLst>
          </p:cNvPr>
          <p:cNvSpPr>
            <a:spLocks noGrp="1"/>
          </p:cNvSpPr>
          <p:nvPr>
            <p:ph idx="1"/>
          </p:nvPr>
        </p:nvSpPr>
        <p:spPr>
          <a:xfrm>
            <a:off x="1981200" y="1465119"/>
            <a:ext cx="8229600" cy="4759037"/>
          </a:xfrm>
        </p:spPr>
        <p:txBody>
          <a:bodyPr>
            <a:normAutofit fontScale="92500" lnSpcReduction="10000"/>
          </a:bodyPr>
          <a:lstStyle/>
          <a:p>
            <a:r>
              <a:rPr lang="en-US" dirty="0" err="1"/>
              <a:t>Cryptojacking</a:t>
            </a:r>
            <a:r>
              <a:rPr lang="en-US" dirty="0"/>
              <a:t> is the unauthorized use (i.e., hijacking) of someone else’s computer processing power to mine cryptocurrency</a:t>
            </a:r>
          </a:p>
          <a:p>
            <a:endParaRPr lang="en-US" dirty="0"/>
          </a:p>
          <a:p>
            <a:r>
              <a:rPr lang="en-US" dirty="0"/>
              <a:t>Hackers do this by either:</a:t>
            </a:r>
          </a:p>
          <a:p>
            <a:pPr marL="914400" lvl="1" indent="-457200">
              <a:buFont typeface="+mj-lt"/>
              <a:buAutoNum type="arabicPeriod"/>
            </a:pPr>
            <a:r>
              <a:rPr lang="en-US" b="1" dirty="0"/>
              <a:t>Social Engineering / Malware: </a:t>
            </a:r>
            <a:r>
              <a:rPr lang="en-US" dirty="0"/>
              <a:t>Getting the victim to click on a malicious link (phishing) in an email that loads </a:t>
            </a:r>
            <a:r>
              <a:rPr lang="en-US" dirty="0" err="1"/>
              <a:t>cryptomining</a:t>
            </a:r>
            <a:r>
              <a:rPr lang="en-US" dirty="0"/>
              <a:t> code (malware) on the computer, or </a:t>
            </a:r>
          </a:p>
          <a:p>
            <a:pPr marL="914400" lvl="1" indent="-457200">
              <a:buFont typeface="+mj-lt"/>
              <a:buAutoNum type="arabicPeriod"/>
            </a:pPr>
            <a:r>
              <a:rPr lang="en-US" b="1" dirty="0"/>
              <a:t>Browser-based Attacks: </a:t>
            </a:r>
            <a:r>
              <a:rPr lang="en-US" dirty="0"/>
              <a:t>By infecting a website or online ad with JavaScript code that auto-executes once loaded in the victim’s browser (mining will take place as long as browser/tab is open)</a:t>
            </a:r>
          </a:p>
          <a:p>
            <a:endParaRPr lang="en-US" dirty="0"/>
          </a:p>
          <a:p>
            <a:r>
              <a:rPr lang="en-US" dirty="0"/>
              <a:t>Either way, the </a:t>
            </a:r>
            <a:r>
              <a:rPr lang="en-US" dirty="0" err="1"/>
              <a:t>cryptomining</a:t>
            </a:r>
            <a:r>
              <a:rPr lang="en-US" dirty="0"/>
              <a:t> code then works in the background as unsuspecting victims use their computers normally </a:t>
            </a:r>
          </a:p>
          <a:p>
            <a:pPr lvl="1"/>
            <a:r>
              <a:rPr lang="en-US" dirty="0"/>
              <a:t>Symptoms: overheating of device, high processor usage, slower performance or lags in execution</a:t>
            </a:r>
          </a:p>
        </p:txBody>
      </p:sp>
    </p:spTree>
    <p:extLst>
      <p:ext uri="{BB962C8B-B14F-4D97-AF65-F5344CB8AC3E}">
        <p14:creationId xmlns:p14="http://schemas.microsoft.com/office/powerpoint/2010/main" val="1210879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How </a:t>
            </a:r>
            <a:r>
              <a:rPr lang="en-US" sz="4000" dirty="0" err="1"/>
              <a:t>Cryptojacking</a:t>
            </a:r>
            <a:r>
              <a:rPr lang="en-US" sz="4000" dirty="0"/>
              <a:t> Works</a:t>
            </a:r>
            <a:endParaRPr lang="en-US" sz="38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13</a:t>
            </a:fld>
            <a:endParaRPr lang="en-US" dirty="0">
              <a:solidFill>
                <a:prstClr val="black">
                  <a:tint val="75000"/>
                </a:prstClr>
              </a:solidFill>
            </a:endParaRPr>
          </a:p>
        </p:txBody>
      </p:sp>
      <p:pic>
        <p:nvPicPr>
          <p:cNvPr id="3074" name="Picture 2" descr="Cryptojacking Bot &quot;Digimine&quot; Spreading Via FB Messenger in Google Chrome  Desktop">
            <a:extLst>
              <a:ext uri="{FF2B5EF4-FFF2-40B4-BE49-F238E27FC236}">
                <a16:creationId xmlns:a16="http://schemas.microsoft.com/office/drawing/2014/main" id="{DF92CFCC-FDF0-064E-9BE6-7E0A64823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6381" y="3429000"/>
            <a:ext cx="4790019" cy="343700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77D561B-8CB8-E84E-8FB7-43BF40772B2C}"/>
              </a:ext>
            </a:extLst>
          </p:cNvPr>
          <p:cNvSpPr>
            <a:spLocks noGrp="1"/>
          </p:cNvSpPr>
          <p:nvPr>
            <p:ph idx="1"/>
          </p:nvPr>
        </p:nvSpPr>
        <p:spPr>
          <a:xfrm>
            <a:off x="1981200" y="1166019"/>
            <a:ext cx="8229600" cy="2414580"/>
          </a:xfrm>
        </p:spPr>
        <p:txBody>
          <a:bodyPr>
            <a:normAutofit lnSpcReduction="10000"/>
          </a:bodyPr>
          <a:lstStyle/>
          <a:p>
            <a:r>
              <a:rPr lang="en-US" dirty="0"/>
              <a:t>Hackers inject a </a:t>
            </a:r>
            <a:r>
              <a:rPr lang="en-US" dirty="0" err="1"/>
              <a:t>cryptomining</a:t>
            </a:r>
            <a:r>
              <a:rPr lang="en-US" dirty="0"/>
              <a:t> script on a website or in an Ad that is placed on multiple sites</a:t>
            </a:r>
          </a:p>
          <a:p>
            <a:r>
              <a:rPr lang="en-US" dirty="0"/>
              <a:t>When the victim visits the infected website, or if the malicious Ad pops up in the victim’s browser, the script automatically executes</a:t>
            </a:r>
          </a:p>
          <a:p>
            <a:r>
              <a:rPr lang="en-US" dirty="0"/>
              <a:t>No code is stored on the victim’s computer and no damage is done to computers or victims’ data</a:t>
            </a:r>
          </a:p>
          <a:p>
            <a:endParaRPr lang="en-US" dirty="0"/>
          </a:p>
        </p:txBody>
      </p:sp>
      <p:sp>
        <p:nvSpPr>
          <p:cNvPr id="2" name="TextBox 1">
            <a:extLst>
              <a:ext uri="{FF2B5EF4-FFF2-40B4-BE49-F238E27FC236}">
                <a16:creationId xmlns:a16="http://schemas.microsoft.com/office/drawing/2014/main" id="{0AE0172F-E824-AA40-8829-38C00C66CD4A}"/>
              </a:ext>
            </a:extLst>
          </p:cNvPr>
          <p:cNvSpPr txBox="1"/>
          <p:nvPr/>
        </p:nvSpPr>
        <p:spPr>
          <a:xfrm>
            <a:off x="8418576" y="6089905"/>
            <a:ext cx="1572606" cy="584775"/>
          </a:xfrm>
          <a:prstGeom prst="rect">
            <a:avLst/>
          </a:prstGeom>
          <a:noFill/>
        </p:spPr>
        <p:txBody>
          <a:bodyPr wrap="square" rtlCol="0">
            <a:spAutoFit/>
          </a:bodyPr>
          <a:lstStyle/>
          <a:p>
            <a:pPr defTabSz="457200"/>
            <a:r>
              <a:rPr lang="en-US" sz="1600" dirty="0">
                <a:solidFill>
                  <a:srgbClr val="FF0000"/>
                </a:solidFill>
                <a:latin typeface="Arial" panose="020B0604020202020204" pitchFamily="34" charset="0"/>
                <a:cs typeface="Arial" panose="020B0604020202020204" pitchFamily="34" charset="0"/>
              </a:rPr>
              <a:t>Interaction with mining pool</a:t>
            </a:r>
          </a:p>
        </p:txBody>
      </p:sp>
    </p:spTree>
    <p:extLst>
      <p:ext uri="{BB962C8B-B14F-4D97-AF65-F5344CB8AC3E}">
        <p14:creationId xmlns:p14="http://schemas.microsoft.com/office/powerpoint/2010/main" val="3403893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t>Prevention of </a:t>
            </a:r>
            <a:r>
              <a:rPr lang="en-US" sz="4000" dirty="0" err="1"/>
              <a:t>Cryptojacking</a:t>
            </a:r>
            <a:endParaRPr lang="en-US" sz="38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14</a:t>
            </a:fld>
            <a:endParaRPr lang="en-US" dirty="0">
              <a:solidFill>
                <a:prstClr val="black">
                  <a:tint val="75000"/>
                </a:prstClr>
              </a:solidFill>
            </a:endParaRPr>
          </a:p>
        </p:txBody>
      </p:sp>
      <p:sp>
        <p:nvSpPr>
          <p:cNvPr id="3" name="Content Placeholder 2">
            <a:extLst>
              <a:ext uri="{FF2B5EF4-FFF2-40B4-BE49-F238E27FC236}">
                <a16:creationId xmlns:a16="http://schemas.microsoft.com/office/drawing/2014/main" id="{277D561B-8CB8-E84E-8FB7-43BF40772B2C}"/>
              </a:ext>
            </a:extLst>
          </p:cNvPr>
          <p:cNvSpPr>
            <a:spLocks noGrp="1"/>
          </p:cNvSpPr>
          <p:nvPr>
            <p:ph idx="1"/>
          </p:nvPr>
        </p:nvSpPr>
        <p:spPr>
          <a:xfrm>
            <a:off x="1981200" y="1799865"/>
            <a:ext cx="8229600" cy="4525963"/>
          </a:xfrm>
        </p:spPr>
        <p:txBody>
          <a:bodyPr/>
          <a:lstStyle/>
          <a:p>
            <a:r>
              <a:rPr lang="en-US" dirty="0"/>
              <a:t>Use VPN to encrypt internet connections and hide IP address</a:t>
            </a:r>
          </a:p>
          <a:p>
            <a:r>
              <a:rPr lang="en-US" dirty="0"/>
              <a:t>Awareness and Training to thwart social engineering scams</a:t>
            </a:r>
          </a:p>
          <a:p>
            <a:r>
              <a:rPr lang="en-US" dirty="0"/>
              <a:t>Install an Ad-blocking or anti-</a:t>
            </a:r>
            <a:r>
              <a:rPr lang="en-US" dirty="0" err="1"/>
              <a:t>cryptomining</a:t>
            </a:r>
            <a:r>
              <a:rPr lang="en-US" dirty="0"/>
              <a:t> extension on web browsers</a:t>
            </a:r>
          </a:p>
          <a:p>
            <a:r>
              <a:rPr lang="en-US" dirty="0"/>
              <a:t>Use end-point protection that is capable of detecting known crypto miners</a:t>
            </a:r>
          </a:p>
          <a:p>
            <a:r>
              <a:rPr lang="en-US" dirty="0"/>
              <a:t>Keep your web filtering tools up to date</a:t>
            </a:r>
          </a:p>
          <a:p>
            <a:r>
              <a:rPr lang="en-US" dirty="0"/>
              <a:t>Maintain browser extensions</a:t>
            </a:r>
          </a:p>
          <a:p>
            <a:r>
              <a:rPr lang="en-US" dirty="0"/>
              <a:t>Use a mobile device management (MDM) solution to better control what’s on users’ devices</a:t>
            </a:r>
          </a:p>
          <a:p>
            <a:endParaRPr lang="en-US" dirty="0"/>
          </a:p>
        </p:txBody>
      </p:sp>
    </p:spTree>
    <p:extLst>
      <p:ext uri="{BB962C8B-B14F-4D97-AF65-F5344CB8AC3E}">
        <p14:creationId xmlns:p14="http://schemas.microsoft.com/office/powerpoint/2010/main" val="1668754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solidFill>
                  <a:srgbClr val="0432FF"/>
                </a:solidFill>
              </a:rPr>
              <a:t>DNS and Attacks</a:t>
            </a: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60292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15</a:t>
            </a:fld>
            <a:endParaRPr lang="en-US" dirty="0">
              <a:solidFill>
                <a:prstClr val="black">
                  <a:tint val="75000"/>
                </a:prstClr>
              </a:solidFill>
            </a:endParaRPr>
          </a:p>
        </p:txBody>
      </p:sp>
      <p:sp>
        <p:nvSpPr>
          <p:cNvPr id="7" name="Content Placeholder 2">
            <a:extLst>
              <a:ext uri="{FF2B5EF4-FFF2-40B4-BE49-F238E27FC236}">
                <a16:creationId xmlns:a16="http://schemas.microsoft.com/office/drawing/2014/main" id="{B022393E-18D0-5B4B-9194-1C65874CE771}"/>
              </a:ext>
            </a:extLst>
          </p:cNvPr>
          <p:cNvSpPr>
            <a:spLocks noGrp="1"/>
          </p:cNvSpPr>
          <p:nvPr>
            <p:ph idx="1"/>
          </p:nvPr>
        </p:nvSpPr>
        <p:spPr>
          <a:xfrm>
            <a:off x="1899386" y="1414914"/>
            <a:ext cx="8162223" cy="4985886"/>
          </a:xfrm>
        </p:spPr>
        <p:txBody>
          <a:bodyPr>
            <a:normAutofit/>
          </a:bodyPr>
          <a:lstStyle/>
          <a:p>
            <a:r>
              <a:rPr lang="en-US" dirty="0"/>
              <a:t>DNS Hierarchy, Zones, and Servers</a:t>
            </a:r>
          </a:p>
          <a:p>
            <a:endParaRPr lang="en-US" dirty="0"/>
          </a:p>
          <a:p>
            <a:r>
              <a:rPr lang="en-US" dirty="0"/>
              <a:t>DNS Query Process</a:t>
            </a:r>
          </a:p>
          <a:p>
            <a:endParaRPr lang="en-US" dirty="0"/>
          </a:p>
          <a:p>
            <a:r>
              <a:rPr lang="en-US" dirty="0"/>
              <a:t>DNS Attacks: Overview</a:t>
            </a:r>
          </a:p>
          <a:p>
            <a:endParaRPr lang="en-US" dirty="0"/>
          </a:p>
          <a:p>
            <a:r>
              <a:rPr lang="en-US" dirty="0"/>
              <a:t>Local DNS Cache Poisoning Attack</a:t>
            </a:r>
          </a:p>
          <a:p>
            <a:endParaRPr lang="en-US" dirty="0"/>
          </a:p>
          <a:p>
            <a:r>
              <a:rPr lang="en-US" dirty="0"/>
              <a:t>Defense against DNS spoofing attacks</a:t>
            </a:r>
          </a:p>
          <a:p>
            <a:pPr marL="0" indent="0">
              <a:buNone/>
            </a:pPr>
            <a:endParaRPr lang="en-US" dirty="0"/>
          </a:p>
          <a:p>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56788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solidFill>
                  <a:srgbClr val="0432FF"/>
                </a:solidFill>
              </a:rPr>
              <a:t>DNS Domain Hierarchy</a:t>
            </a: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16</a:t>
            </a:fld>
            <a:endParaRPr lang="en-US" dirty="0">
              <a:solidFill>
                <a:prstClr val="black">
                  <a:tint val="75000"/>
                </a:prstClr>
              </a:solidFill>
            </a:endParaRPr>
          </a:p>
        </p:txBody>
      </p:sp>
      <p:sp>
        <p:nvSpPr>
          <p:cNvPr id="3" name="Content Placeholder 2">
            <a:extLst>
              <a:ext uri="{FF2B5EF4-FFF2-40B4-BE49-F238E27FC236}">
                <a16:creationId xmlns:a16="http://schemas.microsoft.com/office/drawing/2014/main" id="{A5A0E9EF-960F-EA44-BEA5-2FCE717A3440}"/>
              </a:ext>
            </a:extLst>
          </p:cNvPr>
          <p:cNvSpPr>
            <a:spLocks noGrp="1"/>
          </p:cNvSpPr>
          <p:nvPr>
            <p:ph idx="1"/>
          </p:nvPr>
        </p:nvSpPr>
        <p:spPr>
          <a:xfrm>
            <a:off x="1990826" y="5081412"/>
            <a:ext cx="8000357" cy="1367877"/>
          </a:xfrm>
        </p:spPr>
        <p:txBody>
          <a:bodyPr>
            <a:normAutofit fontScale="85000" lnSpcReduction="10000"/>
          </a:bodyPr>
          <a:lstStyle/>
          <a:p>
            <a:r>
              <a:rPr lang="en-US" dirty="0"/>
              <a:t>Below ROOT, we have Top-Level Domain (TLD). Ex: In </a:t>
            </a:r>
            <a:r>
              <a:rPr lang="en-US" dirty="0" err="1"/>
              <a:t>www.example.com</a:t>
            </a:r>
            <a:r>
              <a:rPr lang="en-US" dirty="0"/>
              <a:t>, the TLD is .com</a:t>
            </a:r>
          </a:p>
          <a:p>
            <a:r>
              <a:rPr lang="en-US" dirty="0"/>
              <a:t>The next level of domain hierarchy is second-level domain which are usually assigned to specific entities such as companies, schools etc.</a:t>
            </a:r>
          </a:p>
          <a:p>
            <a:endParaRPr lang="en-US" dirty="0"/>
          </a:p>
          <a:p>
            <a:endParaRPr lang="en-US" dirty="0"/>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6969758" y="2178389"/>
            <a:ext cx="3698243" cy="250122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900" dirty="0">
                <a:solidFill>
                  <a:prstClr val="black"/>
                </a:solidFill>
              </a:rPr>
              <a:t>Domain (</a:t>
            </a:r>
            <a:r>
              <a:rPr lang="en-US" sz="1900" dirty="0">
                <a:solidFill>
                  <a:srgbClr val="C00000"/>
                </a:solidFill>
              </a:rPr>
              <a:t>nameserver</a:t>
            </a:r>
            <a:r>
              <a:rPr lang="en-US" sz="1900" dirty="0">
                <a:solidFill>
                  <a:prstClr val="black"/>
                </a:solidFill>
              </a:rPr>
              <a:t>) namespace is organized in a </a:t>
            </a:r>
            <a:r>
              <a:rPr lang="en-US" sz="1900" dirty="0">
                <a:solidFill>
                  <a:srgbClr val="C00000"/>
                </a:solidFill>
              </a:rPr>
              <a:t>hierarchical tree-like structure</a:t>
            </a:r>
          </a:p>
          <a:p>
            <a:r>
              <a:rPr lang="en-US" sz="1900" dirty="0">
                <a:solidFill>
                  <a:prstClr val="black"/>
                </a:solidFill>
              </a:rPr>
              <a:t>Each node is called a domain, or subdomain.</a:t>
            </a:r>
          </a:p>
          <a:p>
            <a:r>
              <a:rPr lang="en-US" sz="1900" dirty="0">
                <a:solidFill>
                  <a:prstClr val="black"/>
                </a:solidFill>
              </a:rPr>
              <a:t>The root of the domain is called ROOT, denoted as ‘ . ‘</a:t>
            </a:r>
          </a:p>
          <a:p>
            <a:endParaRPr lang="en-US" sz="2000" dirty="0">
              <a:solidFill>
                <a:prstClr val="black"/>
              </a:solidFill>
            </a:endParaRPr>
          </a:p>
        </p:txBody>
      </p:sp>
      <p:pic>
        <p:nvPicPr>
          <p:cNvPr id="14" name="Shape 67">
            <a:extLst>
              <a:ext uri="{FF2B5EF4-FFF2-40B4-BE49-F238E27FC236}">
                <a16:creationId xmlns:a16="http://schemas.microsoft.com/office/drawing/2014/main" id="{7D28CB0F-179A-EB4C-A488-53FE6DF54266}"/>
              </a:ext>
            </a:extLst>
          </p:cNvPr>
          <p:cNvPicPr preferRelativeResize="0"/>
          <p:nvPr/>
        </p:nvPicPr>
        <p:blipFill>
          <a:blip r:embed="rId3">
            <a:alphaModFix/>
          </a:blip>
          <a:stretch>
            <a:fillRect/>
          </a:stretch>
        </p:blipFill>
        <p:spPr>
          <a:xfrm>
            <a:off x="1764633" y="2541199"/>
            <a:ext cx="5205125" cy="2138413"/>
          </a:xfrm>
          <a:prstGeom prst="rect">
            <a:avLst/>
          </a:prstGeom>
          <a:noFill/>
          <a:ln>
            <a:noFill/>
          </a:ln>
        </p:spPr>
      </p:pic>
      <p:sp>
        <p:nvSpPr>
          <p:cNvPr id="4" name="TextBox 3">
            <a:extLst>
              <a:ext uri="{FF2B5EF4-FFF2-40B4-BE49-F238E27FC236}">
                <a16:creationId xmlns:a16="http://schemas.microsoft.com/office/drawing/2014/main" id="{D3253DAF-A2E7-CB4F-A53A-B18A088D4271}"/>
              </a:ext>
            </a:extLst>
          </p:cNvPr>
          <p:cNvSpPr txBox="1"/>
          <p:nvPr/>
        </p:nvSpPr>
        <p:spPr>
          <a:xfrm>
            <a:off x="2148571" y="2610180"/>
            <a:ext cx="4437247" cy="369332"/>
          </a:xfrm>
          <a:prstGeom prst="rect">
            <a:avLst/>
          </a:prstGeom>
          <a:noFill/>
        </p:spPr>
        <p:txBody>
          <a:bodyPr wrap="square" rtlCol="0">
            <a:spAutoFit/>
          </a:bodyPr>
          <a:lstStyle/>
          <a:p>
            <a:pPr defTabSz="457200"/>
            <a:r>
              <a:rPr lang="en-US" dirty="0">
                <a:solidFill>
                  <a:srgbClr val="C00000"/>
                </a:solidFill>
                <a:latin typeface="Arial" panose="020B0604020202020204" pitchFamily="34" charset="0"/>
                <a:cs typeface="Arial" panose="020B0604020202020204" pitchFamily="34" charset="0"/>
              </a:rPr>
              <a:t>Internet Assigned Name Authority (IANA) </a:t>
            </a:r>
          </a:p>
        </p:txBody>
      </p:sp>
      <p:sp>
        <p:nvSpPr>
          <p:cNvPr id="5" name="Rectangle 4">
            <a:extLst>
              <a:ext uri="{FF2B5EF4-FFF2-40B4-BE49-F238E27FC236}">
                <a16:creationId xmlns:a16="http://schemas.microsoft.com/office/drawing/2014/main" id="{1D27FB64-E3A4-AC49-B3C4-ED251B849F78}"/>
              </a:ext>
            </a:extLst>
          </p:cNvPr>
          <p:cNvSpPr/>
          <p:nvPr/>
        </p:nvSpPr>
        <p:spPr>
          <a:xfrm>
            <a:off x="2009540" y="1259135"/>
            <a:ext cx="8172921" cy="677108"/>
          </a:xfrm>
          <a:prstGeom prst="rect">
            <a:avLst/>
          </a:prstGeom>
        </p:spPr>
        <p:txBody>
          <a:bodyPr wrap="square">
            <a:spAutoFit/>
          </a:bodyPr>
          <a:lstStyle/>
          <a:p>
            <a:pPr defTabSz="457200"/>
            <a:r>
              <a:rPr lang="en-US" sz="1900" b="1" dirty="0">
                <a:solidFill>
                  <a:prstClr val="black"/>
                </a:solidFill>
                <a:latin typeface="Arial" panose="020B0604020202020204" pitchFamily="34" charset="0"/>
                <a:cs typeface="Arial" panose="020B0604020202020204" pitchFamily="34" charset="0"/>
              </a:rPr>
              <a:t>Domain Name System (DNS)</a:t>
            </a:r>
            <a:r>
              <a:rPr lang="en-US" sz="1900" dirty="0">
                <a:solidFill>
                  <a:prstClr val="black"/>
                </a:solidFill>
                <a:latin typeface="Arial" panose="020B0604020202020204" pitchFamily="34" charset="0"/>
                <a:cs typeface="Arial" panose="020B0604020202020204" pitchFamily="34" charset="0"/>
              </a:rPr>
              <a:t> is a phonebook of the Internet – enables mapping of domain names to IP addresses of machines </a:t>
            </a:r>
          </a:p>
        </p:txBody>
      </p:sp>
    </p:spTree>
    <p:extLst>
      <p:ext uri="{BB962C8B-B14F-4D97-AF65-F5344CB8AC3E}">
        <p14:creationId xmlns:p14="http://schemas.microsoft.com/office/powerpoint/2010/main" val="96406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solidFill>
                  <a:srgbClr val="0432FF"/>
                </a:solidFill>
              </a:rPr>
              <a:t>DNS Zone</a:t>
            </a: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17</a:t>
            </a:fld>
            <a:endParaRPr lang="en-US" dirty="0">
              <a:solidFill>
                <a:prstClr val="black">
                  <a:tint val="75000"/>
                </a:prstClr>
              </a:solidFill>
            </a:endParaRPr>
          </a:p>
        </p:txBody>
      </p:sp>
      <p:sp>
        <p:nvSpPr>
          <p:cNvPr id="3" name="Content Placeholder 2">
            <a:extLst>
              <a:ext uri="{FF2B5EF4-FFF2-40B4-BE49-F238E27FC236}">
                <a16:creationId xmlns:a16="http://schemas.microsoft.com/office/drawing/2014/main" id="{A5A0E9EF-960F-EA44-BEA5-2FCE717A3440}"/>
              </a:ext>
            </a:extLst>
          </p:cNvPr>
          <p:cNvSpPr>
            <a:spLocks noGrp="1"/>
          </p:cNvSpPr>
          <p:nvPr>
            <p:ph idx="1"/>
          </p:nvPr>
        </p:nvSpPr>
        <p:spPr>
          <a:xfrm>
            <a:off x="1990825" y="5177736"/>
            <a:ext cx="8515174" cy="1262655"/>
          </a:xfrm>
        </p:spPr>
        <p:txBody>
          <a:bodyPr>
            <a:noAutofit/>
          </a:bodyPr>
          <a:lstStyle/>
          <a:p>
            <a:r>
              <a:rPr lang="en-US" sz="1800" dirty="0">
                <a:solidFill>
                  <a:srgbClr val="C00000"/>
                </a:solidFill>
              </a:rPr>
              <a:t>Hierarchy tree </a:t>
            </a:r>
            <a:r>
              <a:rPr lang="en-US" sz="1800" dirty="0"/>
              <a:t>structure depicts subdomains within </a:t>
            </a:r>
            <a:r>
              <a:rPr lang="en-US" sz="1800" dirty="0" err="1"/>
              <a:t>example.com</a:t>
            </a:r>
            <a:r>
              <a:rPr lang="en-US" sz="1800" dirty="0"/>
              <a:t> domain</a:t>
            </a:r>
          </a:p>
          <a:p>
            <a:r>
              <a:rPr lang="en-US" sz="1800" dirty="0"/>
              <a:t>In this case, there are multiple DNS zones one for each country; </a:t>
            </a:r>
            <a:r>
              <a:rPr lang="en-US" sz="1800" dirty="0">
                <a:solidFill>
                  <a:srgbClr val="C00000"/>
                </a:solidFill>
              </a:rPr>
              <a:t>the zone keeps records of who the management authority is for each of its subdomains</a:t>
            </a:r>
          </a:p>
          <a:p>
            <a:r>
              <a:rPr lang="en-US" sz="1800" dirty="0"/>
              <a:t>For scalability, you have sub-domains on different name servers</a:t>
            </a:r>
          </a:p>
          <a:p>
            <a:pPr marL="0" indent="0">
              <a:buNone/>
            </a:pPr>
            <a:endParaRPr lang="en-US" sz="1800" dirty="0"/>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6969757" y="1405430"/>
            <a:ext cx="3536242" cy="254092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solidFill>
                  <a:prstClr val="black"/>
                </a:solidFill>
              </a:rPr>
              <a:t>DNS is organized according to zones </a:t>
            </a:r>
          </a:p>
          <a:p>
            <a:endParaRPr lang="en-US" sz="1800" dirty="0">
              <a:solidFill>
                <a:prstClr val="black"/>
              </a:solidFill>
            </a:endParaRPr>
          </a:p>
          <a:p>
            <a:r>
              <a:rPr lang="en-US" sz="1800" dirty="0">
                <a:solidFill>
                  <a:prstClr val="black"/>
                </a:solidFill>
              </a:rPr>
              <a:t>A zone groups contiguous domains and subdomains on the domain tree and assign management authority to an entity</a:t>
            </a:r>
          </a:p>
        </p:txBody>
      </p:sp>
      <p:pic>
        <p:nvPicPr>
          <p:cNvPr id="7" name="Shape 75">
            <a:extLst>
              <a:ext uri="{FF2B5EF4-FFF2-40B4-BE49-F238E27FC236}">
                <a16:creationId xmlns:a16="http://schemas.microsoft.com/office/drawing/2014/main" id="{CB082CA4-7DE9-FB43-8D55-991B31129449}"/>
              </a:ext>
            </a:extLst>
          </p:cNvPr>
          <p:cNvPicPr preferRelativeResize="0"/>
          <p:nvPr/>
        </p:nvPicPr>
        <p:blipFill>
          <a:blip r:embed="rId3">
            <a:alphaModFix/>
          </a:blip>
          <a:stretch>
            <a:fillRect/>
          </a:stretch>
        </p:blipFill>
        <p:spPr>
          <a:xfrm>
            <a:off x="1524001" y="1680264"/>
            <a:ext cx="5283756" cy="2160216"/>
          </a:xfrm>
          <a:prstGeom prst="rect">
            <a:avLst/>
          </a:prstGeom>
          <a:noFill/>
          <a:ln>
            <a:noFill/>
          </a:ln>
        </p:spPr>
      </p:pic>
      <p:sp>
        <p:nvSpPr>
          <p:cNvPr id="2" name="Rectangle 1">
            <a:extLst>
              <a:ext uri="{FF2B5EF4-FFF2-40B4-BE49-F238E27FC236}">
                <a16:creationId xmlns:a16="http://schemas.microsoft.com/office/drawing/2014/main" id="{6B3AB9B1-BBD1-E94F-8FF5-BAB04AF741D0}"/>
              </a:ext>
            </a:extLst>
          </p:cNvPr>
          <p:cNvSpPr/>
          <p:nvPr/>
        </p:nvSpPr>
        <p:spPr>
          <a:xfrm>
            <a:off x="1701940" y="3721364"/>
            <a:ext cx="4927878" cy="954107"/>
          </a:xfrm>
          <a:prstGeom prst="rect">
            <a:avLst/>
          </a:prstGeom>
        </p:spPr>
        <p:txBody>
          <a:bodyPr wrap="square">
            <a:spAutoFit/>
          </a:bodyPr>
          <a:lstStyle/>
          <a:p>
            <a:pPr defTabSz="457200"/>
            <a:r>
              <a:rPr lang="en-US" sz="1400" i="1" dirty="0" err="1">
                <a:solidFill>
                  <a:srgbClr val="0432FF"/>
                </a:solidFill>
                <a:latin typeface="Arial" panose="020B0604020202020204" pitchFamily="34" charset="0"/>
                <a:cs typeface="Arial" panose="020B0604020202020204" pitchFamily="34" charset="0"/>
              </a:rPr>
              <a:t>usa.example.com</a:t>
            </a:r>
            <a:r>
              <a:rPr lang="en-US" sz="1400" i="1" dirty="0">
                <a:solidFill>
                  <a:srgbClr val="0432FF"/>
                </a:solidFill>
                <a:latin typeface="Arial" panose="020B0604020202020204" pitchFamily="34" charset="0"/>
                <a:cs typeface="Arial" panose="020B0604020202020204" pitchFamily="34" charset="0"/>
              </a:rPr>
              <a:t> is a domain with subdomains as </a:t>
            </a:r>
            <a:r>
              <a:rPr lang="en-US" sz="1400" i="1" dirty="0" err="1">
                <a:solidFill>
                  <a:srgbClr val="0432FF"/>
                </a:solidFill>
                <a:latin typeface="Arial" panose="020B0604020202020204" pitchFamily="34" charset="0"/>
                <a:cs typeface="Arial" panose="020B0604020202020204" pitchFamily="34" charset="0"/>
              </a:rPr>
              <a:t>boston</a:t>
            </a:r>
            <a:r>
              <a:rPr lang="en-US" sz="1400" i="1" dirty="0">
                <a:solidFill>
                  <a:srgbClr val="0432FF"/>
                </a:solidFill>
                <a:latin typeface="Arial" panose="020B0604020202020204" pitchFamily="34" charset="0"/>
                <a:cs typeface="Arial" panose="020B0604020202020204" pitchFamily="34" charset="0"/>
              </a:rPr>
              <a:t>, </a:t>
            </a:r>
            <a:r>
              <a:rPr lang="en-US" sz="1400" i="1" dirty="0" err="1">
                <a:solidFill>
                  <a:srgbClr val="0432FF"/>
                </a:solidFill>
                <a:latin typeface="Arial" panose="020B0604020202020204" pitchFamily="34" charset="0"/>
                <a:cs typeface="Arial" panose="020B0604020202020204" pitchFamily="34" charset="0"/>
              </a:rPr>
              <a:t>nyc</a:t>
            </a:r>
            <a:r>
              <a:rPr lang="en-US" sz="1400" i="1" dirty="0">
                <a:solidFill>
                  <a:srgbClr val="0432FF"/>
                </a:solidFill>
                <a:latin typeface="Arial" panose="020B0604020202020204" pitchFamily="34" charset="0"/>
                <a:cs typeface="Arial" panose="020B0604020202020204" pitchFamily="34" charset="0"/>
              </a:rPr>
              <a:t> and </a:t>
            </a:r>
            <a:r>
              <a:rPr lang="en-US" sz="1400" i="1" dirty="0" err="1">
                <a:solidFill>
                  <a:srgbClr val="0432FF"/>
                </a:solidFill>
                <a:latin typeface="Arial" panose="020B0604020202020204" pitchFamily="34" charset="0"/>
                <a:cs typeface="Arial" panose="020B0604020202020204" pitchFamily="34" charset="0"/>
              </a:rPr>
              <a:t>chicago</a:t>
            </a:r>
            <a:r>
              <a:rPr lang="en-US" sz="1400" i="1" dirty="0">
                <a:solidFill>
                  <a:srgbClr val="0432FF"/>
                </a:solidFill>
                <a:latin typeface="Arial" panose="020B0604020202020204" pitchFamily="34" charset="0"/>
                <a:cs typeface="Arial" panose="020B0604020202020204" pitchFamily="34" charset="0"/>
              </a:rPr>
              <a:t>; Two zones are created for </a:t>
            </a:r>
            <a:r>
              <a:rPr lang="en-US" sz="1400" i="1" dirty="0" err="1">
                <a:solidFill>
                  <a:srgbClr val="0432FF"/>
                </a:solidFill>
                <a:latin typeface="Arial" panose="020B0604020202020204" pitchFamily="34" charset="0"/>
                <a:cs typeface="Arial" panose="020B0604020202020204" pitchFamily="34" charset="0"/>
              </a:rPr>
              <a:t>usa.example.com</a:t>
            </a:r>
            <a:r>
              <a:rPr lang="en-US" sz="1400" i="1" dirty="0">
                <a:solidFill>
                  <a:srgbClr val="0432FF"/>
                </a:solidFill>
                <a:latin typeface="Arial" panose="020B0604020202020204" pitchFamily="34" charset="0"/>
                <a:cs typeface="Arial" panose="020B0604020202020204" pitchFamily="34" charset="0"/>
              </a:rPr>
              <a:t> - First contains </a:t>
            </a:r>
            <a:r>
              <a:rPr lang="en-US" sz="1400" i="1" dirty="0" err="1">
                <a:solidFill>
                  <a:srgbClr val="0432FF"/>
                </a:solidFill>
                <a:latin typeface="Arial" panose="020B0604020202020204" pitchFamily="34" charset="0"/>
                <a:cs typeface="Arial" panose="020B0604020202020204" pitchFamily="34" charset="0"/>
              </a:rPr>
              <a:t>usa</a:t>
            </a:r>
            <a:r>
              <a:rPr lang="en-US" sz="1400" i="1" dirty="0">
                <a:solidFill>
                  <a:srgbClr val="0432FF"/>
                </a:solidFill>
                <a:latin typeface="Arial" panose="020B0604020202020204" pitchFamily="34" charset="0"/>
                <a:cs typeface="Arial" panose="020B0604020202020204" pitchFamily="34" charset="0"/>
              </a:rPr>
              <a:t> domain, </a:t>
            </a:r>
            <a:r>
              <a:rPr lang="en-US" sz="1400" i="1" dirty="0" err="1">
                <a:solidFill>
                  <a:srgbClr val="0432FF"/>
                </a:solidFill>
                <a:latin typeface="Arial" panose="020B0604020202020204" pitchFamily="34" charset="0"/>
                <a:cs typeface="Arial" panose="020B0604020202020204" pitchFamily="34" charset="0"/>
              </a:rPr>
              <a:t>chicago</a:t>
            </a:r>
            <a:r>
              <a:rPr lang="en-US" sz="1400" i="1" dirty="0">
                <a:solidFill>
                  <a:srgbClr val="0432FF"/>
                </a:solidFill>
                <a:latin typeface="Arial" panose="020B0604020202020204" pitchFamily="34" charset="0"/>
                <a:cs typeface="Arial" panose="020B0604020202020204" pitchFamily="34" charset="0"/>
              </a:rPr>
              <a:t> and </a:t>
            </a:r>
            <a:r>
              <a:rPr lang="en-US" sz="1400" i="1" dirty="0" err="1">
                <a:solidFill>
                  <a:srgbClr val="0432FF"/>
                </a:solidFill>
                <a:latin typeface="Arial" panose="020B0604020202020204" pitchFamily="34" charset="0"/>
                <a:cs typeface="Arial" panose="020B0604020202020204" pitchFamily="34" charset="0"/>
              </a:rPr>
              <a:t>boston</a:t>
            </a:r>
            <a:r>
              <a:rPr lang="en-US" sz="1400" i="1" dirty="0">
                <a:solidFill>
                  <a:srgbClr val="0432FF"/>
                </a:solidFill>
                <a:latin typeface="Arial" panose="020B0604020202020204" pitchFamily="34" charset="0"/>
                <a:cs typeface="Arial" panose="020B0604020202020204" pitchFamily="34" charset="0"/>
              </a:rPr>
              <a:t> subdomain and second contains </a:t>
            </a:r>
            <a:r>
              <a:rPr lang="en-US" sz="1400" i="1" dirty="0" err="1">
                <a:solidFill>
                  <a:srgbClr val="0432FF"/>
                </a:solidFill>
                <a:latin typeface="Arial" panose="020B0604020202020204" pitchFamily="34" charset="0"/>
                <a:cs typeface="Arial" panose="020B0604020202020204" pitchFamily="34" charset="0"/>
              </a:rPr>
              <a:t>nyc</a:t>
            </a:r>
            <a:r>
              <a:rPr lang="en-US" sz="1400" i="1" dirty="0">
                <a:solidFill>
                  <a:srgbClr val="0432FF"/>
                </a:solidFill>
                <a:latin typeface="Arial" panose="020B0604020202020204" pitchFamily="34" charset="0"/>
                <a:cs typeface="Arial" panose="020B0604020202020204" pitchFamily="34" charset="0"/>
              </a:rPr>
              <a:t> subdomain</a:t>
            </a:r>
          </a:p>
        </p:txBody>
      </p:sp>
    </p:spTree>
    <p:extLst>
      <p:ext uri="{BB962C8B-B14F-4D97-AF65-F5344CB8AC3E}">
        <p14:creationId xmlns:p14="http://schemas.microsoft.com/office/powerpoint/2010/main" val="415451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solidFill>
                  <a:srgbClr val="0432FF"/>
                </a:solidFill>
              </a:rPr>
              <a:t>Zone vs Domain</a:t>
            </a: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18</a:t>
            </a:fld>
            <a:endParaRPr lang="en-US" dirty="0">
              <a:solidFill>
                <a:prstClr val="black">
                  <a:tint val="75000"/>
                </a:prstClr>
              </a:solidFill>
            </a:endParaRPr>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1870510" y="1405430"/>
            <a:ext cx="8296977" cy="45044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solidFill>
                  <a:prstClr val="black"/>
                </a:solidFill>
              </a:rPr>
              <a:t>A DNS zone only contains a portion of the DNS data for a domain</a:t>
            </a:r>
          </a:p>
          <a:p>
            <a:r>
              <a:rPr lang="en-US" sz="2000" dirty="0">
                <a:solidFill>
                  <a:prstClr val="black"/>
                </a:solidFill>
              </a:rPr>
              <a:t>If a domain is not divided into subdomains, the zone and domain are essentially the same, because the zone contains all the DNS data for the domain</a:t>
            </a:r>
          </a:p>
          <a:p>
            <a:r>
              <a:rPr lang="en-US" sz="2000" dirty="0">
                <a:solidFill>
                  <a:srgbClr val="C00000"/>
                </a:solidFill>
              </a:rPr>
              <a:t>When a domain is big, it is divided into subdomains</a:t>
            </a:r>
          </a:p>
          <a:p>
            <a:pPr lvl="1"/>
            <a:r>
              <a:rPr lang="en-US" sz="1800" dirty="0">
                <a:solidFill>
                  <a:prstClr val="black"/>
                </a:solidFill>
              </a:rPr>
              <a:t>Their DNS data can still be put in the same zone, so domain and zone are still the same</a:t>
            </a:r>
            <a:endParaRPr lang="en-US" dirty="0">
              <a:solidFill>
                <a:prstClr val="black"/>
              </a:solidFill>
            </a:endParaRPr>
          </a:p>
          <a:p>
            <a:r>
              <a:rPr lang="en-US" sz="2000" dirty="0">
                <a:solidFill>
                  <a:prstClr val="black"/>
                </a:solidFill>
              </a:rPr>
              <a:t>But subdomains can have their own zones</a:t>
            </a:r>
          </a:p>
          <a:p>
            <a:pPr marL="0" indent="0">
              <a:buNone/>
            </a:pPr>
            <a:endParaRPr lang="en-US" sz="1800" dirty="0">
              <a:solidFill>
                <a:prstClr val="black"/>
              </a:solidFill>
            </a:endParaRPr>
          </a:p>
        </p:txBody>
      </p:sp>
    </p:spTree>
    <p:extLst>
      <p:ext uri="{BB962C8B-B14F-4D97-AF65-F5344CB8AC3E}">
        <p14:creationId xmlns:p14="http://schemas.microsoft.com/office/powerpoint/2010/main" val="3333933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US" sz="4000" dirty="0">
                <a:solidFill>
                  <a:srgbClr val="0432FF"/>
                </a:solidFill>
              </a:rPr>
              <a:t>Authoritative Name Servers</a:t>
            </a: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19</a:t>
            </a:fld>
            <a:endParaRPr lang="en-US" dirty="0">
              <a:solidFill>
                <a:prstClr val="black">
                  <a:tint val="75000"/>
                </a:prstClr>
              </a:solidFill>
            </a:endParaRPr>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1870510" y="1405430"/>
            <a:ext cx="8296977" cy="51779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solidFill>
                  <a:prstClr val="black"/>
                </a:solidFill>
              </a:rPr>
              <a:t>Each DNS zone has at least one authoritative </a:t>
            </a:r>
            <a:r>
              <a:rPr lang="en-US" sz="2000" dirty="0">
                <a:solidFill>
                  <a:srgbClr val="C00000"/>
                </a:solidFill>
              </a:rPr>
              <a:t>nameserver</a:t>
            </a:r>
            <a:r>
              <a:rPr lang="en-US" sz="2000" dirty="0">
                <a:solidFill>
                  <a:prstClr val="black"/>
                </a:solidFill>
              </a:rPr>
              <a:t> that publishes information about the zone</a:t>
            </a:r>
          </a:p>
          <a:p>
            <a:endParaRPr lang="en-US" sz="2000" dirty="0">
              <a:solidFill>
                <a:prstClr val="black"/>
              </a:solidFill>
            </a:endParaRPr>
          </a:p>
          <a:p>
            <a:r>
              <a:rPr lang="en-US" sz="2000" dirty="0">
                <a:solidFill>
                  <a:prstClr val="black"/>
                </a:solidFill>
              </a:rPr>
              <a:t>It provides the original and definitive answers to DNS queries</a:t>
            </a:r>
          </a:p>
          <a:p>
            <a:endParaRPr lang="en-US" sz="2000" dirty="0">
              <a:solidFill>
                <a:prstClr val="black"/>
              </a:solidFill>
            </a:endParaRPr>
          </a:p>
          <a:p>
            <a:r>
              <a:rPr lang="en-US" sz="2000" dirty="0">
                <a:solidFill>
                  <a:prstClr val="black"/>
                </a:solidFill>
              </a:rPr>
              <a:t>An authoritative name server can be a master server (primary) or slave server (secondary)</a:t>
            </a:r>
          </a:p>
          <a:p>
            <a:endParaRPr lang="en-US" sz="2000" dirty="0">
              <a:solidFill>
                <a:prstClr val="black"/>
              </a:solidFill>
            </a:endParaRPr>
          </a:p>
          <a:p>
            <a:r>
              <a:rPr lang="en-US" sz="2000" dirty="0">
                <a:solidFill>
                  <a:prstClr val="black"/>
                </a:solidFill>
              </a:rPr>
              <a:t>A master server stores the master copies of all zone records whereas a slave server uses an automatic updating mechanism to maintain an identical copy of the master records</a:t>
            </a:r>
          </a:p>
          <a:p>
            <a:endParaRPr lang="en-US" sz="1800" dirty="0">
              <a:solidFill>
                <a:prstClr val="black"/>
              </a:solidFill>
            </a:endParaRPr>
          </a:p>
          <a:p>
            <a:pPr marL="0" indent="0">
              <a:buNone/>
            </a:pPr>
            <a:endParaRPr lang="en-US" sz="1800" dirty="0">
              <a:solidFill>
                <a:prstClr val="black"/>
              </a:solidFill>
            </a:endParaRPr>
          </a:p>
        </p:txBody>
      </p:sp>
    </p:spTree>
    <p:extLst>
      <p:ext uri="{BB962C8B-B14F-4D97-AF65-F5344CB8AC3E}">
        <p14:creationId xmlns:p14="http://schemas.microsoft.com/office/powerpoint/2010/main" val="715274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GB" sz="4000" dirty="0"/>
              <a:t>DNS ROOT Servers</a:t>
            </a:r>
            <a:endParaRPr lang="en-US" sz="40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20</a:t>
            </a:fld>
            <a:endParaRPr lang="en-US" dirty="0">
              <a:solidFill>
                <a:prstClr val="black">
                  <a:tint val="75000"/>
                </a:prstClr>
              </a:solidFill>
            </a:endParaRPr>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1870510" y="1405430"/>
            <a:ext cx="8296977" cy="45044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solidFill>
                  <a:prstClr val="black"/>
                </a:solidFill>
              </a:rPr>
              <a:t>The root zone is called ROOT</a:t>
            </a:r>
          </a:p>
          <a:p>
            <a:endParaRPr lang="en-US" sz="1800" dirty="0">
              <a:solidFill>
                <a:prstClr val="black"/>
              </a:solidFill>
            </a:endParaRPr>
          </a:p>
          <a:p>
            <a:r>
              <a:rPr lang="en-US" sz="1800" dirty="0">
                <a:solidFill>
                  <a:prstClr val="black"/>
                </a:solidFill>
              </a:rPr>
              <a:t>There are 13 authoritative nameservers (DNS root servers) for this zone</a:t>
            </a:r>
          </a:p>
          <a:p>
            <a:endParaRPr lang="en-US" sz="1800" dirty="0">
              <a:solidFill>
                <a:prstClr val="black"/>
              </a:solidFill>
            </a:endParaRPr>
          </a:p>
          <a:p>
            <a:r>
              <a:rPr lang="en-US" sz="1800" dirty="0">
                <a:solidFill>
                  <a:prstClr val="black"/>
                </a:solidFill>
              </a:rPr>
              <a:t>They provide the nameserver information about all top-level domains (TLDs)</a:t>
            </a:r>
          </a:p>
          <a:p>
            <a:endParaRPr lang="en-US" sz="1800" dirty="0">
              <a:solidFill>
                <a:prstClr val="black"/>
              </a:solidFill>
            </a:endParaRPr>
          </a:p>
          <a:p>
            <a:pPr lvl="1"/>
            <a:r>
              <a:rPr lang="en-US" sz="1600" dirty="0">
                <a:solidFill>
                  <a:prstClr val="black"/>
                </a:solidFill>
              </a:rPr>
              <a:t>https://</a:t>
            </a:r>
            <a:r>
              <a:rPr lang="en-US" sz="1600" dirty="0" err="1">
                <a:solidFill>
                  <a:prstClr val="black"/>
                </a:solidFill>
              </a:rPr>
              <a:t>www.internic.net</a:t>
            </a:r>
            <a:r>
              <a:rPr lang="en-US" sz="1600" dirty="0">
                <a:solidFill>
                  <a:prstClr val="black"/>
                </a:solidFill>
              </a:rPr>
              <a:t>/domain/</a:t>
            </a:r>
            <a:r>
              <a:rPr lang="en-US" sz="1600" dirty="0" err="1">
                <a:solidFill>
                  <a:prstClr val="black"/>
                </a:solidFill>
              </a:rPr>
              <a:t>root.zone</a:t>
            </a:r>
            <a:endParaRPr lang="en-US" sz="1600" dirty="0">
              <a:solidFill>
                <a:prstClr val="black"/>
              </a:solidFill>
            </a:endParaRPr>
          </a:p>
          <a:p>
            <a:endParaRPr lang="en-US" sz="1800" dirty="0">
              <a:solidFill>
                <a:prstClr val="black"/>
              </a:solidFill>
            </a:endParaRPr>
          </a:p>
          <a:p>
            <a:r>
              <a:rPr lang="en-US" sz="1800" dirty="0">
                <a:solidFill>
                  <a:prstClr val="black"/>
                </a:solidFill>
              </a:rPr>
              <a:t>They are the starting point of DNS queries</a:t>
            </a:r>
          </a:p>
          <a:p>
            <a:pPr marL="0" indent="0">
              <a:buNone/>
            </a:pPr>
            <a:endParaRPr lang="en-US" sz="1800" dirty="0">
              <a:solidFill>
                <a:prstClr val="black"/>
              </a:solidFill>
            </a:endParaRPr>
          </a:p>
        </p:txBody>
      </p:sp>
      <p:pic>
        <p:nvPicPr>
          <p:cNvPr id="5" name="Picture 4" descr="Screen Clipping">
            <a:extLst>
              <a:ext uri="{FF2B5EF4-FFF2-40B4-BE49-F238E27FC236}">
                <a16:creationId xmlns:a16="http://schemas.microsoft.com/office/drawing/2014/main" id="{B9510CAD-0F85-F54D-8A6F-FEEE945A7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8710" y="4563598"/>
            <a:ext cx="5377911" cy="1777945"/>
          </a:xfrm>
          <a:prstGeom prst="rect">
            <a:avLst/>
          </a:prstGeom>
        </p:spPr>
      </p:pic>
    </p:spTree>
    <p:extLst>
      <p:ext uri="{BB962C8B-B14F-4D97-AF65-F5344CB8AC3E}">
        <p14:creationId xmlns:p14="http://schemas.microsoft.com/office/powerpoint/2010/main" val="257868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GB" sz="4000" dirty="0"/>
              <a:t>13 DNS Root Servers</a:t>
            </a:r>
            <a:endParaRPr lang="en-US" sz="40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21</a:t>
            </a:fld>
            <a:endParaRPr lang="en-US" dirty="0">
              <a:solidFill>
                <a:prstClr val="black">
                  <a:tint val="75000"/>
                </a:prstClr>
              </a:solidFill>
            </a:endParaRPr>
          </a:p>
        </p:txBody>
      </p:sp>
      <p:sp>
        <p:nvSpPr>
          <p:cNvPr id="13" name="Content Placeholder 2">
            <a:extLst>
              <a:ext uri="{FF2B5EF4-FFF2-40B4-BE49-F238E27FC236}">
                <a16:creationId xmlns:a16="http://schemas.microsoft.com/office/drawing/2014/main" id="{627AD68C-1460-DF42-8767-D75ADF73D76B}"/>
              </a:ext>
            </a:extLst>
          </p:cNvPr>
          <p:cNvSpPr txBox="1">
            <a:spLocks/>
          </p:cNvSpPr>
          <p:nvPr/>
        </p:nvSpPr>
        <p:spPr>
          <a:xfrm>
            <a:off x="2207395" y="1124744"/>
            <a:ext cx="8210348" cy="45044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solidFill>
                  <a:prstClr val="black"/>
                </a:solidFill>
              </a:rPr>
              <a:t>They are the most critical infrastructure on the Internet (they mirror the information by having multiple computers at different places in the world – accessible via anycast) </a:t>
            </a:r>
          </a:p>
          <a:p>
            <a:endParaRPr lang="en-US" sz="1800" dirty="0">
              <a:solidFill>
                <a:prstClr val="black"/>
              </a:solidFill>
            </a:endParaRPr>
          </a:p>
          <a:p>
            <a:pPr marL="0" indent="0">
              <a:buNone/>
            </a:pPr>
            <a:endParaRPr lang="en-US" sz="1800" dirty="0">
              <a:solidFill>
                <a:prstClr val="black"/>
              </a:solidFill>
            </a:endParaRPr>
          </a:p>
        </p:txBody>
      </p:sp>
      <p:pic>
        <p:nvPicPr>
          <p:cNvPr id="7" name="Picture 6" descr="Screen Clipping">
            <a:extLst>
              <a:ext uri="{FF2B5EF4-FFF2-40B4-BE49-F238E27FC236}">
                <a16:creationId xmlns:a16="http://schemas.microsoft.com/office/drawing/2014/main" id="{6D9D41C7-D6D6-0846-BAEB-6F7BED467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477" y="2078880"/>
            <a:ext cx="7410128" cy="4504482"/>
          </a:xfrm>
          <a:prstGeom prst="rect">
            <a:avLst/>
          </a:prstGeom>
        </p:spPr>
      </p:pic>
      <p:sp>
        <p:nvSpPr>
          <p:cNvPr id="2" name="TextBox 1">
            <a:extLst>
              <a:ext uri="{FF2B5EF4-FFF2-40B4-BE49-F238E27FC236}">
                <a16:creationId xmlns:a16="http://schemas.microsoft.com/office/drawing/2014/main" id="{35FED81E-C1A4-8D41-87EE-7A9145AB43A7}"/>
              </a:ext>
            </a:extLst>
          </p:cNvPr>
          <p:cNvSpPr txBox="1"/>
          <p:nvPr/>
        </p:nvSpPr>
        <p:spPr>
          <a:xfrm>
            <a:off x="5970872" y="1755715"/>
            <a:ext cx="3927107" cy="646331"/>
          </a:xfrm>
          <a:prstGeom prst="rect">
            <a:avLst/>
          </a:prstGeom>
          <a:noFill/>
        </p:spPr>
        <p:txBody>
          <a:bodyPr wrap="square" rtlCol="0">
            <a:spAutoFit/>
          </a:bodyPr>
          <a:lstStyle/>
          <a:p>
            <a:pPr defTabSz="457200"/>
            <a:r>
              <a:rPr lang="en-US" dirty="0">
                <a:solidFill>
                  <a:srgbClr val="FF0000"/>
                </a:solidFill>
                <a:latin typeface="Arial" panose="020B0604020202020204" pitchFamily="34" charset="0"/>
                <a:cs typeface="Arial" panose="020B0604020202020204" pitchFamily="34" charset="0"/>
              </a:rPr>
              <a:t>If you can bring down Root servers, the Internet will be down!</a:t>
            </a:r>
          </a:p>
        </p:txBody>
      </p:sp>
    </p:spTree>
    <p:extLst>
      <p:ext uri="{BB962C8B-B14F-4D97-AF65-F5344CB8AC3E}">
        <p14:creationId xmlns:p14="http://schemas.microsoft.com/office/powerpoint/2010/main" val="374634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GB" sz="4000" dirty="0"/>
              <a:t>Top Level Domain (TLD)</a:t>
            </a:r>
            <a:endParaRPr lang="en-US" sz="40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22</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08EFEC4F-0BB3-3C47-92FD-09F25EE7A23B}"/>
              </a:ext>
            </a:extLst>
          </p:cNvPr>
          <p:cNvSpPr txBox="1">
            <a:spLocks/>
          </p:cNvSpPr>
          <p:nvPr/>
        </p:nvSpPr>
        <p:spPr>
          <a:xfrm>
            <a:off x="1870510" y="1405430"/>
            <a:ext cx="8296977" cy="498574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solidFill>
                  <a:prstClr val="black"/>
                </a:solidFill>
              </a:rPr>
              <a:t>Infrastructure TLD:  .</a:t>
            </a:r>
            <a:r>
              <a:rPr lang="en-US" sz="1800" dirty="0" err="1">
                <a:solidFill>
                  <a:prstClr val="black"/>
                </a:solidFill>
              </a:rPr>
              <a:t>arpa</a:t>
            </a:r>
            <a:endParaRPr lang="en-US" sz="1800" dirty="0">
              <a:solidFill>
                <a:prstClr val="black"/>
              </a:solidFill>
            </a:endParaRPr>
          </a:p>
          <a:p>
            <a:endParaRPr lang="en-US" sz="1800" dirty="0">
              <a:solidFill>
                <a:prstClr val="black"/>
              </a:solidFill>
            </a:endParaRPr>
          </a:p>
          <a:p>
            <a:r>
              <a:rPr lang="en-US" sz="1800" dirty="0">
                <a:solidFill>
                  <a:prstClr val="black"/>
                </a:solidFill>
              </a:rPr>
              <a:t>Generic TLD (gTLD): .com, </a:t>
            </a:r>
            <a:r>
              <a:rPr lang="en-US" sz="1800" dirty="0" err="1">
                <a:solidFill>
                  <a:prstClr val="black"/>
                </a:solidFill>
              </a:rPr>
              <a:t>.net</a:t>
            </a:r>
            <a:r>
              <a:rPr lang="en-US" sz="1800" dirty="0">
                <a:solidFill>
                  <a:prstClr val="black"/>
                </a:solidFill>
              </a:rPr>
              <a:t>, </a:t>
            </a:r>
          </a:p>
          <a:p>
            <a:endParaRPr lang="en-US" sz="1800" dirty="0">
              <a:solidFill>
                <a:prstClr val="black"/>
              </a:solidFill>
            </a:endParaRPr>
          </a:p>
          <a:p>
            <a:r>
              <a:rPr lang="en-US" sz="1800" dirty="0">
                <a:solidFill>
                  <a:prstClr val="black"/>
                </a:solidFill>
              </a:rPr>
              <a:t>Sponsored TLD (</a:t>
            </a:r>
            <a:r>
              <a:rPr lang="en-US" sz="1800" dirty="0" err="1">
                <a:solidFill>
                  <a:prstClr val="black"/>
                </a:solidFill>
              </a:rPr>
              <a:t>sTLD</a:t>
            </a:r>
            <a:r>
              <a:rPr lang="en-US" sz="1800" dirty="0">
                <a:solidFill>
                  <a:prstClr val="black"/>
                </a:solidFill>
              </a:rPr>
              <a:t>): These domains are proposed and sponsored by private agencies or organizations that establish and enforce rules restricting the eligibility to use the TLD:  .</a:t>
            </a:r>
            <a:r>
              <a:rPr lang="en-US" sz="1800" dirty="0" err="1">
                <a:solidFill>
                  <a:prstClr val="black"/>
                </a:solidFill>
              </a:rPr>
              <a:t>edu</a:t>
            </a:r>
            <a:r>
              <a:rPr lang="en-US" sz="1800" dirty="0">
                <a:solidFill>
                  <a:prstClr val="black"/>
                </a:solidFill>
              </a:rPr>
              <a:t>, .gov, .mil, .travel, .jobs</a:t>
            </a:r>
          </a:p>
          <a:p>
            <a:endParaRPr lang="en-US" sz="1800" dirty="0">
              <a:solidFill>
                <a:prstClr val="black"/>
              </a:solidFill>
            </a:endParaRPr>
          </a:p>
          <a:p>
            <a:r>
              <a:rPr lang="en-US" sz="1800" dirty="0">
                <a:solidFill>
                  <a:prstClr val="black"/>
                </a:solidFill>
              </a:rPr>
              <a:t>Country Code TLD (ccTLD): .au (Australia), .</a:t>
            </a:r>
            <a:r>
              <a:rPr lang="en-US" sz="1800" dirty="0" err="1">
                <a:solidFill>
                  <a:prstClr val="black"/>
                </a:solidFill>
              </a:rPr>
              <a:t>cn</a:t>
            </a:r>
            <a:r>
              <a:rPr lang="en-US" sz="1800" dirty="0">
                <a:solidFill>
                  <a:prstClr val="black"/>
                </a:solidFill>
              </a:rPr>
              <a:t> (China), .</a:t>
            </a:r>
            <a:r>
              <a:rPr lang="en-US" sz="1800" dirty="0" err="1">
                <a:solidFill>
                  <a:prstClr val="black"/>
                </a:solidFill>
              </a:rPr>
              <a:t>fr</a:t>
            </a:r>
            <a:r>
              <a:rPr lang="en-US" sz="1800" dirty="0">
                <a:solidFill>
                  <a:prstClr val="black"/>
                </a:solidFill>
              </a:rPr>
              <a:t> (France)</a:t>
            </a:r>
          </a:p>
          <a:p>
            <a:endParaRPr lang="en-US" sz="1800" dirty="0">
              <a:solidFill>
                <a:prstClr val="black"/>
              </a:solidFill>
            </a:endParaRPr>
          </a:p>
          <a:p>
            <a:r>
              <a:rPr lang="en-US" sz="1800" dirty="0">
                <a:solidFill>
                  <a:prstClr val="black"/>
                </a:solidFill>
              </a:rPr>
              <a:t>Reserved TLD: .example, .test, .localhost, .invalid</a:t>
            </a:r>
          </a:p>
          <a:p>
            <a:endParaRPr lang="en-US" sz="1800" dirty="0">
              <a:solidFill>
                <a:prstClr val="black"/>
              </a:solidFill>
            </a:endParaRPr>
          </a:p>
          <a:p>
            <a:pPr marL="0" indent="0">
              <a:buNone/>
            </a:pPr>
            <a:endParaRPr lang="en-US" sz="1800" dirty="0">
              <a:solidFill>
                <a:prstClr val="black"/>
              </a:solidFill>
            </a:endParaRPr>
          </a:p>
        </p:txBody>
      </p:sp>
    </p:spTree>
    <p:extLst>
      <p:ext uri="{BB962C8B-B14F-4D97-AF65-F5344CB8AC3E}">
        <p14:creationId xmlns:p14="http://schemas.microsoft.com/office/powerpoint/2010/main" val="3589473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GB" sz="4000" dirty="0"/>
              <a:t>DNS Query Process</a:t>
            </a:r>
            <a:endParaRPr lang="en-US" sz="40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23</a:t>
            </a:fld>
            <a:endParaRPr lang="en-US" dirty="0">
              <a:solidFill>
                <a:prstClr val="black">
                  <a:tint val="75000"/>
                </a:prstClr>
              </a:solidFill>
            </a:endParaRPr>
          </a:p>
        </p:txBody>
      </p:sp>
      <p:pic>
        <p:nvPicPr>
          <p:cNvPr id="5" name="Shape 100">
            <a:extLst>
              <a:ext uri="{FF2B5EF4-FFF2-40B4-BE49-F238E27FC236}">
                <a16:creationId xmlns:a16="http://schemas.microsoft.com/office/drawing/2014/main" id="{921EBE96-76B6-5449-9C2C-FC33CF009D67}"/>
              </a:ext>
            </a:extLst>
          </p:cNvPr>
          <p:cNvPicPr preferRelativeResize="0"/>
          <p:nvPr/>
        </p:nvPicPr>
        <p:blipFill>
          <a:blip r:embed="rId3">
            <a:alphaModFix/>
          </a:blip>
          <a:stretch>
            <a:fillRect/>
          </a:stretch>
        </p:blipFill>
        <p:spPr>
          <a:xfrm>
            <a:off x="1925670" y="1867302"/>
            <a:ext cx="7943433" cy="3781315"/>
          </a:xfrm>
          <a:prstGeom prst="rect">
            <a:avLst/>
          </a:prstGeom>
          <a:noFill/>
          <a:ln>
            <a:noFill/>
          </a:ln>
        </p:spPr>
      </p:pic>
      <p:sp>
        <p:nvSpPr>
          <p:cNvPr id="2" name="TextBox 1">
            <a:extLst>
              <a:ext uri="{FF2B5EF4-FFF2-40B4-BE49-F238E27FC236}">
                <a16:creationId xmlns:a16="http://schemas.microsoft.com/office/drawing/2014/main" id="{31A58F94-9F61-9945-8720-AF4EC2B2DBC4}"/>
              </a:ext>
            </a:extLst>
          </p:cNvPr>
          <p:cNvSpPr txBox="1"/>
          <p:nvPr/>
        </p:nvSpPr>
        <p:spPr>
          <a:xfrm>
            <a:off x="5297104" y="3696101"/>
            <a:ext cx="798897" cy="523220"/>
          </a:xfrm>
          <a:prstGeom prst="rect">
            <a:avLst/>
          </a:prstGeom>
          <a:noFill/>
        </p:spPr>
        <p:txBody>
          <a:bodyPr wrap="square" rtlCol="0">
            <a:spAutoFit/>
          </a:bodyPr>
          <a:lstStyle/>
          <a:p>
            <a:pPr defTabSz="457200"/>
            <a:r>
              <a:rPr lang="en-US" sz="1400" dirty="0">
                <a:solidFill>
                  <a:prstClr val="white"/>
                </a:solidFill>
                <a:latin typeface="Calibri"/>
              </a:rPr>
              <a:t>DNS Cache</a:t>
            </a:r>
          </a:p>
        </p:txBody>
      </p:sp>
      <p:sp>
        <p:nvSpPr>
          <p:cNvPr id="7" name="TextBox 6">
            <a:extLst>
              <a:ext uri="{FF2B5EF4-FFF2-40B4-BE49-F238E27FC236}">
                <a16:creationId xmlns:a16="http://schemas.microsoft.com/office/drawing/2014/main" id="{E23733A4-92B5-1049-A1DE-0EEE57AF18AA}"/>
              </a:ext>
            </a:extLst>
          </p:cNvPr>
          <p:cNvSpPr txBox="1"/>
          <p:nvPr/>
        </p:nvSpPr>
        <p:spPr>
          <a:xfrm>
            <a:off x="2515403" y="3887002"/>
            <a:ext cx="912796" cy="523220"/>
          </a:xfrm>
          <a:prstGeom prst="rect">
            <a:avLst/>
          </a:prstGeom>
          <a:noFill/>
        </p:spPr>
        <p:txBody>
          <a:bodyPr wrap="square" rtlCol="0">
            <a:spAutoFit/>
          </a:bodyPr>
          <a:lstStyle/>
          <a:p>
            <a:pPr defTabSz="457200"/>
            <a:r>
              <a:rPr lang="en-US" sz="1400" dirty="0">
                <a:solidFill>
                  <a:prstClr val="white"/>
                </a:solidFill>
                <a:latin typeface="Calibri"/>
              </a:rPr>
              <a:t>Local DNS Files</a:t>
            </a:r>
          </a:p>
        </p:txBody>
      </p:sp>
      <p:sp>
        <p:nvSpPr>
          <p:cNvPr id="10" name="TextBox 9">
            <a:extLst>
              <a:ext uri="{FF2B5EF4-FFF2-40B4-BE49-F238E27FC236}">
                <a16:creationId xmlns:a16="http://schemas.microsoft.com/office/drawing/2014/main" id="{EAB535C8-4380-A643-860E-84EA2CBC1D55}"/>
              </a:ext>
            </a:extLst>
          </p:cNvPr>
          <p:cNvSpPr txBox="1"/>
          <p:nvPr/>
        </p:nvSpPr>
        <p:spPr>
          <a:xfrm>
            <a:off x="3976839" y="4655420"/>
            <a:ext cx="912796" cy="307777"/>
          </a:xfrm>
          <a:prstGeom prst="rect">
            <a:avLst/>
          </a:prstGeom>
          <a:noFill/>
        </p:spPr>
        <p:txBody>
          <a:bodyPr wrap="square" rtlCol="0">
            <a:spAutoFit/>
          </a:bodyPr>
          <a:lstStyle/>
          <a:p>
            <a:pPr defTabSz="457200"/>
            <a:r>
              <a:rPr lang="en-US" sz="1400" i="1" dirty="0">
                <a:solidFill>
                  <a:srgbClr val="C00000"/>
                </a:solidFill>
                <a:latin typeface="Calibri"/>
              </a:rPr>
              <a:t>Recursive</a:t>
            </a:r>
          </a:p>
        </p:txBody>
      </p:sp>
      <p:sp>
        <p:nvSpPr>
          <p:cNvPr id="11" name="TextBox 10">
            <a:extLst>
              <a:ext uri="{FF2B5EF4-FFF2-40B4-BE49-F238E27FC236}">
                <a16:creationId xmlns:a16="http://schemas.microsoft.com/office/drawing/2014/main" id="{3B45634D-BE13-C243-8799-93CA09580FC9}"/>
              </a:ext>
            </a:extLst>
          </p:cNvPr>
          <p:cNvSpPr txBox="1"/>
          <p:nvPr/>
        </p:nvSpPr>
        <p:spPr>
          <a:xfrm>
            <a:off x="8067575" y="3649934"/>
            <a:ext cx="798897" cy="292388"/>
          </a:xfrm>
          <a:prstGeom prst="rect">
            <a:avLst/>
          </a:prstGeom>
          <a:noFill/>
        </p:spPr>
        <p:txBody>
          <a:bodyPr wrap="square" rtlCol="0">
            <a:spAutoFit/>
          </a:bodyPr>
          <a:lstStyle/>
          <a:p>
            <a:pPr defTabSz="457200"/>
            <a:r>
              <a:rPr lang="en-US" sz="1300" dirty="0">
                <a:solidFill>
                  <a:prstClr val="white"/>
                </a:solidFill>
                <a:latin typeface="Calibri"/>
              </a:rPr>
              <a:t>.com</a:t>
            </a:r>
          </a:p>
        </p:txBody>
      </p:sp>
    </p:spTree>
    <p:extLst>
      <p:ext uri="{BB962C8B-B14F-4D97-AF65-F5344CB8AC3E}">
        <p14:creationId xmlns:p14="http://schemas.microsoft.com/office/powerpoint/2010/main" val="3560384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0C09-7B48-994B-9EA8-D10127720957}"/>
              </a:ext>
            </a:extLst>
          </p:cNvPr>
          <p:cNvSpPr txBox="1">
            <a:spLocks/>
          </p:cNvSpPr>
          <p:nvPr/>
        </p:nvSpPr>
        <p:spPr>
          <a:xfrm>
            <a:off x="1524000" y="274638"/>
            <a:ext cx="9144000" cy="850106"/>
          </a:xfrm>
          <a:prstGeom prst="rect">
            <a:avLst/>
          </a:prstGeom>
        </p:spPr>
        <p:txBody>
          <a:bodyPr vert="horz" wrap="square" lIns="91440" tIns="45720" rIns="91440" bIns="45720" numCol="1" rtlCol="0" anchor="ctr" anchorCtr="0" compatLnSpc="1">
            <a:prstTxWarp prst="textNoShape">
              <a:avLst/>
            </a:prstTxWarp>
            <a:normAutofit/>
          </a:bodyPr>
          <a:lstStyle>
            <a:lvl1pPr algn="ctr" defTabSz="457200" rtl="0" eaLnBrk="1" latinLnBrk="0" hangingPunct="1">
              <a:spcBef>
                <a:spcPct val="0"/>
              </a:spcBef>
              <a:buNone/>
              <a:defRPr sz="3400" kern="1200">
                <a:solidFill>
                  <a:srgbClr val="0000FF"/>
                </a:solidFill>
                <a:latin typeface="Arial"/>
                <a:ea typeface="+mj-ea"/>
                <a:cs typeface="Arial"/>
              </a:defRPr>
            </a:lvl1pPr>
          </a:lstStyle>
          <a:p>
            <a:r>
              <a:rPr lang="en-GB" sz="4000" dirty="0"/>
              <a:t>Local DNS Files</a:t>
            </a:r>
            <a:endParaRPr lang="en-US" sz="4000" dirty="0">
              <a:solidFill>
                <a:srgbClr val="0432FF"/>
              </a:solidFill>
            </a:endParaRPr>
          </a:p>
        </p:txBody>
      </p:sp>
      <p:sp>
        <p:nvSpPr>
          <p:cNvPr id="9" name="Slide Number Placeholder 5">
            <a:extLst>
              <a:ext uri="{FF2B5EF4-FFF2-40B4-BE49-F238E27FC236}">
                <a16:creationId xmlns:a16="http://schemas.microsoft.com/office/drawing/2014/main" id="{776C1AF6-2935-534C-8B16-D274FA4BDD7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24</a:t>
            </a:fld>
            <a:endParaRPr lang="en-US" dirty="0">
              <a:solidFill>
                <a:prstClr val="black">
                  <a:tint val="75000"/>
                </a:prstClr>
              </a:solidFill>
            </a:endParaRPr>
          </a:p>
        </p:txBody>
      </p:sp>
      <p:sp>
        <p:nvSpPr>
          <p:cNvPr id="5" name="Shape 106">
            <a:extLst>
              <a:ext uri="{FF2B5EF4-FFF2-40B4-BE49-F238E27FC236}">
                <a16:creationId xmlns:a16="http://schemas.microsoft.com/office/drawing/2014/main" id="{3BB4FFC2-10AB-B744-894F-D9B2A6685579}"/>
              </a:ext>
            </a:extLst>
          </p:cNvPr>
          <p:cNvSpPr txBox="1">
            <a:spLocks/>
          </p:cNvSpPr>
          <p:nvPr/>
        </p:nvSpPr>
        <p:spPr>
          <a:xfrm>
            <a:off x="1781950" y="1923239"/>
            <a:ext cx="8628100" cy="3335425"/>
          </a:xfrm>
          <a:prstGeom prst="rect">
            <a:avLst/>
          </a:prstGeom>
        </p:spPr>
        <p:txBody>
          <a:bodyPr vert="horz" wrap="square" lIns="91425" tIns="91425" rIns="91425" bIns="91425" rtlCol="0" anchor="t" anchorCtr="0">
            <a:noAutofit/>
          </a:bodyPr>
          <a:lst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00050" indent="-285750">
              <a:buClr>
                <a:srgbClr val="000000"/>
              </a:buClr>
            </a:pPr>
            <a:r>
              <a:rPr lang="en-GB" b="1" dirty="0">
                <a:solidFill>
                  <a:srgbClr val="0070C0"/>
                </a:solidFill>
                <a:latin typeface="Courier New" panose="02070309020205020404" pitchFamily="49" charset="0"/>
                <a:cs typeface="Courier New" panose="02070309020205020404" pitchFamily="49" charset="0"/>
              </a:rPr>
              <a:t>/etc/host</a:t>
            </a:r>
            <a:r>
              <a:rPr lang="en-GB" dirty="0">
                <a:solidFill>
                  <a:srgbClr val="000000"/>
                </a:solidFill>
              </a:rPr>
              <a:t>: stores IP addresses for some hostnames. Before machine contacts the local DNS servers, it first looks into this file for the IP address.</a:t>
            </a:r>
          </a:p>
          <a:p>
            <a:pPr marL="400050" indent="-285750">
              <a:buClr>
                <a:srgbClr val="000000"/>
              </a:buClr>
            </a:pPr>
            <a:endParaRPr lang="en-GB" dirty="0">
              <a:solidFill>
                <a:srgbClr val="000000"/>
              </a:solidFill>
              <a:latin typeface="Courier New" panose="02070309020205020404" pitchFamily="49" charset="0"/>
              <a:cs typeface="Courier New" panose="02070309020205020404" pitchFamily="49" charset="0"/>
            </a:endParaRPr>
          </a:p>
          <a:p>
            <a:pPr marL="400050" indent="-285750">
              <a:buClr>
                <a:srgbClr val="000000"/>
              </a:buClr>
            </a:pPr>
            <a:endParaRPr lang="en-GB" dirty="0">
              <a:solidFill>
                <a:prstClr val="black"/>
              </a:solidFill>
              <a:latin typeface="Courier New" panose="02070309020205020404" pitchFamily="49" charset="0"/>
              <a:cs typeface="Courier New" panose="02070309020205020404" pitchFamily="49" charset="0"/>
            </a:endParaRPr>
          </a:p>
          <a:p>
            <a:pPr marL="400050" indent="-285750">
              <a:buClr>
                <a:srgbClr val="000000"/>
              </a:buClr>
            </a:pPr>
            <a:endParaRPr lang="en-GB" dirty="0">
              <a:solidFill>
                <a:prstClr val="black"/>
              </a:solidFill>
              <a:latin typeface="Courier New" panose="02070309020205020404" pitchFamily="49" charset="0"/>
              <a:cs typeface="Courier New" panose="02070309020205020404" pitchFamily="49" charset="0"/>
            </a:endParaRPr>
          </a:p>
          <a:p>
            <a:pPr marL="400050" indent="-285750">
              <a:buClr>
                <a:srgbClr val="000000"/>
              </a:buClr>
            </a:pPr>
            <a:endParaRPr lang="en-GB" dirty="0">
              <a:solidFill>
                <a:prstClr val="black"/>
              </a:solidFill>
              <a:latin typeface="Courier New" panose="02070309020205020404" pitchFamily="49" charset="0"/>
              <a:cs typeface="Courier New" panose="02070309020205020404" pitchFamily="49" charset="0"/>
            </a:endParaRPr>
          </a:p>
          <a:p>
            <a:pPr marL="400050" indent="-285750">
              <a:buClr>
                <a:srgbClr val="000000"/>
              </a:buClr>
            </a:pPr>
            <a:r>
              <a:rPr lang="en-GB" b="1" dirty="0">
                <a:solidFill>
                  <a:srgbClr val="0070C0"/>
                </a:solidFill>
                <a:latin typeface="Courier New" panose="02070309020205020404" pitchFamily="49" charset="0"/>
                <a:cs typeface="Courier New" panose="02070309020205020404" pitchFamily="49" charset="0"/>
              </a:rPr>
              <a:t>/etc/</a:t>
            </a:r>
            <a:r>
              <a:rPr lang="en-GB" b="1" dirty="0" err="1">
                <a:solidFill>
                  <a:srgbClr val="0070C0"/>
                </a:solidFill>
                <a:latin typeface="Courier New" panose="02070309020205020404" pitchFamily="49" charset="0"/>
                <a:cs typeface="Courier New" panose="02070309020205020404" pitchFamily="49" charset="0"/>
              </a:rPr>
              <a:t>resolv.conf</a:t>
            </a:r>
            <a:r>
              <a:rPr lang="en-GB" dirty="0">
                <a:solidFill>
                  <a:prstClr val="black"/>
                </a:solidFill>
              </a:rPr>
              <a:t>: provide information to the machine’s DNS resolver about the IP address of the local DNS server. The IP address of the local DNS server provided by DHCP is also stored here.</a:t>
            </a:r>
          </a:p>
        </p:txBody>
      </p:sp>
      <p:pic>
        <p:nvPicPr>
          <p:cNvPr id="7" name="Picture 6" descr="Screen Clipping">
            <a:extLst>
              <a:ext uri="{FF2B5EF4-FFF2-40B4-BE49-F238E27FC236}">
                <a16:creationId xmlns:a16="http://schemas.microsoft.com/office/drawing/2014/main" id="{CB61802B-C5C6-E84C-9E41-14B6AA3BE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4135" y="3235521"/>
            <a:ext cx="4248745" cy="897622"/>
          </a:xfrm>
          <a:prstGeom prst="rect">
            <a:avLst/>
          </a:prstGeom>
        </p:spPr>
      </p:pic>
    </p:spTree>
    <p:extLst>
      <p:ext uri="{BB962C8B-B14F-4D97-AF65-F5344CB8AC3E}">
        <p14:creationId xmlns:p14="http://schemas.microsoft.com/office/powerpoint/2010/main" val="2417826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Shape 115"/>
          <p:cNvSpPr txBox="1">
            <a:spLocks noGrp="1"/>
          </p:cNvSpPr>
          <p:nvPr>
            <p:ph type="title"/>
          </p:nvPr>
        </p:nvSpPr>
        <p:spPr>
          <a:xfrm>
            <a:off x="1749073" y="272373"/>
            <a:ext cx="8520600" cy="1146751"/>
          </a:xfrm>
          <a:prstGeom prst="rect">
            <a:avLst/>
          </a:prstGeom>
        </p:spPr>
        <p:txBody>
          <a:bodyPr vert="horz" wrap="square" lIns="91425" tIns="91425" rIns="91425" bIns="91425" rtlCol="0" anchor="t" anchorCtr="0">
            <a:noAutofit/>
          </a:bodyPr>
          <a:lstStyle/>
          <a:p>
            <a:r>
              <a:rPr lang="en-GB" dirty="0"/>
              <a:t>Local DNS Server and Iterative Query Process</a:t>
            </a:r>
          </a:p>
        </p:txBody>
      </p:sp>
      <p:sp>
        <p:nvSpPr>
          <p:cNvPr id="117" name="Shape 117"/>
          <p:cNvSpPr txBox="1"/>
          <p:nvPr/>
        </p:nvSpPr>
        <p:spPr>
          <a:xfrm>
            <a:off x="7033925" y="2128425"/>
            <a:ext cx="3474300" cy="3528600"/>
          </a:xfrm>
          <a:prstGeom prst="rect">
            <a:avLst/>
          </a:prstGeom>
          <a:noFill/>
          <a:ln>
            <a:noFill/>
          </a:ln>
        </p:spPr>
        <p:txBody>
          <a:bodyPr wrap="square" lIns="91425" tIns="91425" rIns="91425" bIns="91425" anchor="t" anchorCtr="0">
            <a:noAutofit/>
          </a:bodyPr>
          <a:lstStyle/>
          <a:p>
            <a:pPr marL="400050" indent="-285750" defTabSz="457200">
              <a:buSzPts val="1800"/>
              <a:buFont typeface="Arial" panose="020B0604020202020204" pitchFamily="34" charset="0"/>
              <a:buChar char="•"/>
            </a:pPr>
            <a:r>
              <a:rPr lang="en-GB" dirty="0">
                <a:solidFill>
                  <a:prstClr val="black"/>
                </a:solidFill>
                <a:latin typeface="Arial" panose="020B0604020202020204" pitchFamily="34" charset="0"/>
                <a:cs typeface="Arial" panose="020B0604020202020204" pitchFamily="34" charset="0"/>
              </a:rPr>
              <a:t>The iterative process starts from the ROOT Server</a:t>
            </a:r>
          </a:p>
          <a:p>
            <a:pPr marL="400050" indent="-285750" defTabSz="457200">
              <a:buSzPts val="1800"/>
              <a:buFont typeface="Arial" panose="020B0604020202020204" pitchFamily="34" charset="0"/>
              <a:buChar char="•"/>
            </a:pPr>
            <a:endParaRPr lang="en-GB" dirty="0">
              <a:solidFill>
                <a:prstClr val="black"/>
              </a:solidFill>
              <a:latin typeface="Arial" panose="020B0604020202020204" pitchFamily="34" charset="0"/>
              <a:cs typeface="Arial" panose="020B0604020202020204" pitchFamily="34" charset="0"/>
            </a:endParaRPr>
          </a:p>
          <a:p>
            <a:pPr marL="400050" indent="-285750" defTabSz="457200">
              <a:buSzPts val="1800"/>
              <a:buFont typeface="Arial" panose="020B0604020202020204" pitchFamily="34" charset="0"/>
              <a:buChar char="•"/>
            </a:pPr>
            <a:r>
              <a:rPr lang="en-GB" dirty="0">
                <a:solidFill>
                  <a:prstClr val="black"/>
                </a:solidFill>
                <a:latin typeface="Arial" panose="020B0604020202020204" pitchFamily="34" charset="0"/>
                <a:cs typeface="Arial" panose="020B0604020202020204" pitchFamily="34" charset="0"/>
              </a:rPr>
              <a:t>If it doesn’t know the IP address, it sends back the IP address of the nameservers of the next level server (.NET server) and then the last level server (example.net) which provides the answer</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9074" y="2128425"/>
            <a:ext cx="5206647" cy="3475866"/>
          </a:xfrm>
          <a:prstGeom prst="rect">
            <a:avLst/>
          </a:prstGeom>
        </p:spPr>
      </p:pic>
      <p:sp>
        <p:nvSpPr>
          <p:cNvPr id="5" name="Slide Number Placeholder 5">
            <a:extLst>
              <a:ext uri="{FF2B5EF4-FFF2-40B4-BE49-F238E27FC236}">
                <a16:creationId xmlns:a16="http://schemas.microsoft.com/office/drawing/2014/main" id="{4ED74AF1-DA1A-6748-9A32-4CE32BCE5186}"/>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25</a:t>
            </a:fld>
            <a:endParaRPr lang="en-US" dirty="0">
              <a:solidFill>
                <a:prstClr val="black">
                  <a:tint val="75000"/>
                </a:prstClr>
              </a:solidFill>
            </a:endParaRPr>
          </a:p>
        </p:txBody>
      </p:sp>
    </p:spTree>
    <p:extLst>
      <p:ext uri="{BB962C8B-B14F-4D97-AF65-F5344CB8AC3E}">
        <p14:creationId xmlns:p14="http://schemas.microsoft.com/office/powerpoint/2010/main" val="1487987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xfrm>
            <a:off x="1588813" y="319382"/>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Emulating Local DNS Server </a:t>
            </a:r>
            <a:br>
              <a:rPr lang="en-GB" dirty="0"/>
            </a:br>
            <a:r>
              <a:rPr lang="en-GB" dirty="0"/>
              <a:t>(Step 1: Ask ROOT)</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939" y="2566963"/>
            <a:ext cx="6599462" cy="2888167"/>
          </a:xfrm>
          <a:prstGeom prst="rect">
            <a:avLst/>
          </a:prstGeom>
        </p:spPr>
      </p:pic>
      <p:sp>
        <p:nvSpPr>
          <p:cNvPr id="4" name="TextBox 3"/>
          <p:cNvSpPr txBox="1"/>
          <p:nvPr/>
        </p:nvSpPr>
        <p:spPr>
          <a:xfrm>
            <a:off x="5849114" y="2115692"/>
            <a:ext cx="4911922" cy="338554"/>
          </a:xfrm>
          <a:prstGeom prst="rect">
            <a:avLst/>
          </a:prstGeom>
          <a:noFill/>
        </p:spPr>
        <p:txBody>
          <a:bodyPr wrap="none" rtlCol="0">
            <a:spAutoFit/>
          </a:bodyPr>
          <a:lstStyle/>
          <a:p>
            <a:pPr defTabSz="457200"/>
            <a:r>
              <a:rPr lang="en-US" sz="1600" dirty="0">
                <a:solidFill>
                  <a:prstClr val="black"/>
                </a:solidFill>
                <a:latin typeface="Arial" panose="020B0604020202020204" pitchFamily="34" charset="0"/>
                <a:cs typeface="Arial" panose="020B0604020202020204" pitchFamily="34" charset="0"/>
              </a:rPr>
              <a:t>Directly send the query to one of the 13 root servers</a:t>
            </a:r>
          </a:p>
        </p:txBody>
      </p:sp>
      <p:sp>
        <p:nvSpPr>
          <p:cNvPr id="5" name="Right Arrow 4"/>
          <p:cNvSpPr/>
          <p:nvPr/>
        </p:nvSpPr>
        <p:spPr>
          <a:xfrm rot="9794900">
            <a:off x="5285118" y="2345640"/>
            <a:ext cx="552091" cy="163901"/>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cxnSp>
        <p:nvCxnSpPr>
          <p:cNvPr id="7" name="Straight Connector 6"/>
          <p:cNvCxnSpPr/>
          <p:nvPr/>
        </p:nvCxnSpPr>
        <p:spPr>
          <a:xfrm>
            <a:off x="3956649" y="2789567"/>
            <a:ext cx="178566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839201" y="2849952"/>
            <a:ext cx="1517101" cy="1077218"/>
          </a:xfrm>
          <a:prstGeom prst="rect">
            <a:avLst/>
          </a:prstGeom>
          <a:noFill/>
        </p:spPr>
        <p:txBody>
          <a:bodyPr wrap="square" rtlCol="0">
            <a:spAutoFit/>
          </a:bodyPr>
          <a:lstStyle/>
          <a:p>
            <a:pPr defTabSz="457200"/>
            <a:r>
              <a:rPr lang="en-US" sz="1600" dirty="0">
                <a:solidFill>
                  <a:prstClr val="black"/>
                </a:solidFill>
                <a:latin typeface="Arial" panose="020B0604020202020204" pitchFamily="34" charset="0"/>
                <a:cs typeface="Arial" panose="020B0604020202020204" pitchFamily="34" charset="0"/>
              </a:rPr>
              <a:t>No answer (the root does not know the answer)</a:t>
            </a:r>
          </a:p>
        </p:txBody>
      </p:sp>
      <p:sp>
        <p:nvSpPr>
          <p:cNvPr id="13" name="Right Arrow 12"/>
          <p:cNvSpPr/>
          <p:nvPr/>
        </p:nvSpPr>
        <p:spPr>
          <a:xfrm rot="10800000">
            <a:off x="7966252" y="3454218"/>
            <a:ext cx="829816" cy="103427"/>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15" name="TextBox 14"/>
          <p:cNvSpPr txBox="1"/>
          <p:nvPr/>
        </p:nvSpPr>
        <p:spPr>
          <a:xfrm>
            <a:off x="8979365" y="4477329"/>
            <a:ext cx="1418397" cy="338554"/>
          </a:xfrm>
          <a:prstGeom prst="rect">
            <a:avLst/>
          </a:prstGeom>
          <a:noFill/>
        </p:spPr>
        <p:txBody>
          <a:bodyPr wrap="square" rtlCol="0">
            <a:spAutoFit/>
          </a:bodyPr>
          <a:lstStyle/>
          <a:p>
            <a:pPr defTabSz="457200"/>
            <a:r>
              <a:rPr lang="en-US" sz="1600" dirty="0">
                <a:solidFill>
                  <a:prstClr val="black"/>
                </a:solidFill>
                <a:latin typeface="Arial" panose="020B0604020202020204" pitchFamily="34" charset="0"/>
                <a:cs typeface="Arial" panose="020B0604020202020204" pitchFamily="34" charset="0"/>
              </a:rPr>
              <a:t>Go ask them!</a:t>
            </a:r>
          </a:p>
        </p:txBody>
      </p:sp>
      <p:sp>
        <p:nvSpPr>
          <p:cNvPr id="9" name="Right Brace 8"/>
          <p:cNvSpPr/>
          <p:nvPr/>
        </p:nvSpPr>
        <p:spPr>
          <a:xfrm>
            <a:off x="8485518" y="4011044"/>
            <a:ext cx="163902" cy="1375074"/>
          </a:xfrm>
          <a:prstGeom prst="rightBrace">
            <a:avLst>
              <a:gd name="adj1" fmla="val 87280"/>
              <a:gd name="adj2" fmla="val 46719"/>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a:endParaRPr>
          </a:p>
        </p:txBody>
      </p:sp>
      <p:sp>
        <p:nvSpPr>
          <p:cNvPr id="17" name="Right Arrow 16"/>
          <p:cNvSpPr/>
          <p:nvPr/>
        </p:nvSpPr>
        <p:spPr>
          <a:xfrm rot="10800000">
            <a:off x="8754958" y="4573031"/>
            <a:ext cx="205853" cy="147150"/>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12" name="Slide Number Placeholder 5">
            <a:extLst>
              <a:ext uri="{FF2B5EF4-FFF2-40B4-BE49-F238E27FC236}">
                <a16:creationId xmlns:a16="http://schemas.microsoft.com/office/drawing/2014/main" id="{31E15D88-7941-FA4E-80B7-790182BA4801}"/>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26</a:t>
            </a:fld>
            <a:endParaRPr lang="en-US" dirty="0">
              <a:solidFill>
                <a:prstClr val="black">
                  <a:tint val="75000"/>
                </a:prstClr>
              </a:solidFill>
            </a:endParaRPr>
          </a:p>
        </p:txBody>
      </p:sp>
    </p:spTree>
    <p:extLst>
      <p:ext uri="{BB962C8B-B14F-4D97-AF65-F5344CB8AC3E}">
        <p14:creationId xmlns:p14="http://schemas.microsoft.com/office/powerpoint/2010/main" val="2453424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1835700" y="494608"/>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Steps 2-3: Ask </a:t>
            </a:r>
            <a:r>
              <a:rPr lang="en-GB" dirty="0" err="1"/>
              <a:t>.net</a:t>
            </a:r>
            <a:r>
              <a:rPr lang="en-GB" dirty="0"/>
              <a:t> &amp; example.net servers</a:t>
            </a:r>
          </a:p>
        </p:txBody>
      </p:sp>
      <p:sp>
        <p:nvSpPr>
          <p:cNvPr id="140" name="Shape 140"/>
          <p:cNvSpPr txBox="1"/>
          <p:nvPr/>
        </p:nvSpPr>
        <p:spPr>
          <a:xfrm>
            <a:off x="7305513" y="2124824"/>
            <a:ext cx="2811600" cy="783724"/>
          </a:xfrm>
          <a:prstGeom prst="rect">
            <a:avLst/>
          </a:prstGeom>
          <a:noFill/>
          <a:ln>
            <a:noFill/>
          </a:ln>
        </p:spPr>
        <p:txBody>
          <a:bodyPr wrap="square" lIns="91425" tIns="91425" rIns="91425" bIns="91425" anchor="t" anchorCtr="0">
            <a:noAutofit/>
          </a:bodyPr>
          <a:lstStyle/>
          <a:p>
            <a:pPr marL="285750" indent="-285750" defTabSz="457200">
              <a:buBlip>
                <a:blip r:embed="rId3"/>
              </a:buBlip>
            </a:pPr>
            <a:r>
              <a:rPr lang="en-GB" sz="1600" dirty="0">
                <a:solidFill>
                  <a:prstClr val="black"/>
                </a:solidFill>
                <a:latin typeface="Arial" panose="020B0604020202020204" pitchFamily="34" charset="0"/>
                <a:cs typeface="Arial" panose="020B0604020202020204" pitchFamily="34" charset="0"/>
              </a:rPr>
              <a:t>Ask a </a:t>
            </a:r>
            <a:r>
              <a:rPr lang="en-GB" sz="1600" dirty="0" err="1">
                <a:solidFill>
                  <a:prstClr val="black"/>
                </a:solidFill>
                <a:latin typeface="Arial" panose="020B0604020202020204" pitchFamily="34" charset="0"/>
                <a:cs typeface="Arial" panose="020B0604020202020204" pitchFamily="34" charset="0"/>
              </a:rPr>
              <a:t>.net</a:t>
            </a:r>
            <a:r>
              <a:rPr lang="en-GB" sz="1600" dirty="0">
                <a:solidFill>
                  <a:prstClr val="black"/>
                </a:solidFill>
                <a:latin typeface="Arial" panose="020B0604020202020204" pitchFamily="34" charset="0"/>
                <a:cs typeface="Arial" panose="020B0604020202020204" pitchFamily="34" charset="0"/>
              </a:rPr>
              <a:t> nameservers. </a:t>
            </a:r>
          </a:p>
        </p:txBody>
      </p:sp>
      <p:sp>
        <p:nvSpPr>
          <p:cNvPr id="141" name="Shape 141"/>
          <p:cNvSpPr txBox="1"/>
          <p:nvPr/>
        </p:nvSpPr>
        <p:spPr>
          <a:xfrm>
            <a:off x="7329010" y="4187279"/>
            <a:ext cx="2881760" cy="554687"/>
          </a:xfrm>
          <a:prstGeom prst="rect">
            <a:avLst/>
          </a:prstGeom>
          <a:noFill/>
          <a:ln>
            <a:noFill/>
          </a:ln>
        </p:spPr>
        <p:txBody>
          <a:bodyPr wrap="square" lIns="91425" tIns="91425" rIns="91425" bIns="91425" anchor="t" anchorCtr="0">
            <a:noAutofit/>
          </a:bodyPr>
          <a:lstStyle/>
          <a:p>
            <a:pPr marL="285750" indent="-285750" defTabSz="457200">
              <a:buBlip>
                <a:blip r:embed="rId3"/>
              </a:buBlip>
            </a:pPr>
            <a:r>
              <a:rPr lang="en-GB" sz="1600" dirty="0">
                <a:solidFill>
                  <a:prstClr val="black"/>
                </a:solidFill>
                <a:latin typeface="Arial" panose="020B0604020202020204" pitchFamily="34" charset="0"/>
                <a:cs typeface="Arial" panose="020B0604020202020204" pitchFamily="34" charset="0"/>
              </a:rPr>
              <a:t>Ask an example.net nameservers. </a:t>
            </a:r>
          </a:p>
        </p:txBody>
      </p:sp>
      <p:pic>
        <p:nvPicPr>
          <p:cNvPr id="2" name="Picture 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8775" y="2143865"/>
            <a:ext cx="5377714" cy="1882200"/>
          </a:xfrm>
          <a:prstGeom prst="rect">
            <a:avLst/>
          </a:prstGeom>
        </p:spPr>
      </p:pic>
      <p:sp>
        <p:nvSpPr>
          <p:cNvPr id="8" name="TextBox 7"/>
          <p:cNvSpPr txBox="1"/>
          <p:nvPr/>
        </p:nvSpPr>
        <p:spPr>
          <a:xfrm>
            <a:off x="7668040" y="3347105"/>
            <a:ext cx="1538017" cy="338554"/>
          </a:xfrm>
          <a:prstGeom prst="rect">
            <a:avLst/>
          </a:prstGeom>
          <a:noFill/>
        </p:spPr>
        <p:txBody>
          <a:bodyPr wrap="square" rtlCol="0">
            <a:spAutoFit/>
          </a:bodyPr>
          <a:lstStyle/>
          <a:p>
            <a:pPr defTabSz="457200"/>
            <a:r>
              <a:rPr lang="en-US" sz="1600" dirty="0">
                <a:solidFill>
                  <a:prstClr val="black"/>
                </a:solidFill>
                <a:latin typeface="Arial" panose="020B0604020202020204" pitchFamily="34" charset="0"/>
                <a:cs typeface="Arial" panose="020B0604020202020204" pitchFamily="34" charset="0"/>
              </a:rPr>
              <a:t>Go ask them!</a:t>
            </a:r>
          </a:p>
        </p:txBody>
      </p:sp>
      <p:sp>
        <p:nvSpPr>
          <p:cNvPr id="9" name="Right Brace 8"/>
          <p:cNvSpPr/>
          <p:nvPr/>
        </p:nvSpPr>
        <p:spPr>
          <a:xfrm>
            <a:off x="7264540" y="3100119"/>
            <a:ext cx="81951" cy="925947"/>
          </a:xfrm>
          <a:prstGeom prst="rightBrace">
            <a:avLst>
              <a:gd name="adj1" fmla="val 87280"/>
              <a:gd name="adj2" fmla="val 46719"/>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a:endParaRPr>
          </a:p>
        </p:txBody>
      </p:sp>
      <p:sp>
        <p:nvSpPr>
          <p:cNvPr id="10" name="Right Arrow 9"/>
          <p:cNvSpPr/>
          <p:nvPr/>
        </p:nvSpPr>
        <p:spPr>
          <a:xfrm rot="10800000">
            <a:off x="7438581" y="3458213"/>
            <a:ext cx="212238" cy="116359"/>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pic>
        <p:nvPicPr>
          <p:cNvPr id="3" name="Picture 2"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8775" y="4287970"/>
            <a:ext cx="5395942" cy="1187107"/>
          </a:xfrm>
          <a:prstGeom prst="rect">
            <a:avLst/>
          </a:prstGeom>
        </p:spPr>
      </p:pic>
      <p:sp>
        <p:nvSpPr>
          <p:cNvPr id="12" name="TextBox 11"/>
          <p:cNvSpPr txBox="1"/>
          <p:nvPr/>
        </p:nvSpPr>
        <p:spPr>
          <a:xfrm>
            <a:off x="7665410" y="5169660"/>
            <a:ext cx="2208960" cy="338554"/>
          </a:xfrm>
          <a:prstGeom prst="rect">
            <a:avLst/>
          </a:prstGeom>
          <a:noFill/>
        </p:spPr>
        <p:txBody>
          <a:bodyPr wrap="square" rtlCol="0">
            <a:spAutoFit/>
          </a:bodyPr>
          <a:lstStyle/>
          <a:p>
            <a:pPr defTabSz="457200"/>
            <a:r>
              <a:rPr lang="en-US" sz="1600" dirty="0">
                <a:solidFill>
                  <a:prstClr val="black"/>
                </a:solidFill>
                <a:latin typeface="Arial" panose="020B0604020202020204" pitchFamily="34" charset="0"/>
                <a:cs typeface="Arial" panose="020B0604020202020204" pitchFamily="34" charset="0"/>
              </a:rPr>
              <a:t>Finally got the answer</a:t>
            </a:r>
          </a:p>
        </p:txBody>
      </p:sp>
      <p:sp>
        <p:nvSpPr>
          <p:cNvPr id="13" name="Right Arrow 12"/>
          <p:cNvSpPr/>
          <p:nvPr/>
        </p:nvSpPr>
        <p:spPr>
          <a:xfrm rot="10800000">
            <a:off x="7435953" y="5280768"/>
            <a:ext cx="212238" cy="116359"/>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14" name="Slide Number Placeholder 5">
            <a:extLst>
              <a:ext uri="{FF2B5EF4-FFF2-40B4-BE49-F238E27FC236}">
                <a16:creationId xmlns:a16="http://schemas.microsoft.com/office/drawing/2014/main" id="{2E621A7F-DC75-894D-9B89-A426A064B1AA}"/>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27</a:t>
            </a:fld>
            <a:endParaRPr lang="en-US" dirty="0">
              <a:solidFill>
                <a:prstClr val="black">
                  <a:tint val="75000"/>
                </a:prstClr>
              </a:solidFill>
            </a:endParaRPr>
          </a:p>
        </p:txBody>
      </p:sp>
    </p:spTree>
    <p:extLst>
      <p:ext uri="{BB962C8B-B14F-4D97-AF65-F5344CB8AC3E}">
        <p14:creationId xmlns:p14="http://schemas.microsoft.com/office/powerpoint/2010/main" val="2152457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Shape 146"/>
          <p:cNvSpPr txBox="1">
            <a:spLocks noGrp="1"/>
          </p:cNvSpPr>
          <p:nvPr>
            <p:ph type="title"/>
          </p:nvPr>
        </p:nvSpPr>
        <p:spPr>
          <a:xfrm>
            <a:off x="1768323" y="484128"/>
            <a:ext cx="8520600" cy="572700"/>
          </a:xfrm>
          <a:prstGeom prst="rect">
            <a:avLst/>
          </a:prstGeom>
        </p:spPr>
        <p:txBody>
          <a:bodyPr vert="horz" wrap="square" lIns="91425" tIns="91425" rIns="91425" bIns="91425" rtlCol="0" anchor="t" anchorCtr="0">
            <a:noAutofit/>
          </a:bodyPr>
          <a:lstStyle/>
          <a:p>
            <a:r>
              <a:rPr lang="en-GB" dirty="0"/>
              <a:t>DNS cache</a:t>
            </a:r>
          </a:p>
        </p:txBody>
      </p:sp>
      <p:sp>
        <p:nvSpPr>
          <p:cNvPr id="147" name="Shape 147"/>
          <p:cNvSpPr txBox="1">
            <a:spLocks noGrp="1"/>
          </p:cNvSpPr>
          <p:nvPr>
            <p:ph type="body" idx="1"/>
          </p:nvPr>
        </p:nvSpPr>
        <p:spPr>
          <a:xfrm>
            <a:off x="1780929" y="1530868"/>
            <a:ext cx="8520600" cy="1898132"/>
          </a:xfrm>
          <a:prstGeom prst="rect">
            <a:avLst/>
          </a:prstGeom>
        </p:spPr>
        <p:txBody>
          <a:bodyPr vert="horz" wrap="square" lIns="91425" tIns="91425" rIns="91425" bIns="91425" rtlCol="0" anchor="t" anchorCtr="0">
            <a:noAutofit/>
          </a:bodyPr>
          <a:lstStyle/>
          <a:p>
            <a:pPr marL="457200">
              <a:buClr>
                <a:srgbClr val="000000"/>
              </a:buClr>
            </a:pPr>
            <a:r>
              <a:rPr lang="en-GB" dirty="0">
                <a:solidFill>
                  <a:srgbClr val="000000"/>
                </a:solidFill>
              </a:rPr>
              <a:t>When the local DNS server gets information from other DNS servers, it caches the information</a:t>
            </a:r>
          </a:p>
          <a:p>
            <a:pPr marL="114300" indent="0">
              <a:buClr>
                <a:srgbClr val="000000"/>
              </a:buClr>
              <a:buNone/>
            </a:pPr>
            <a:endParaRPr lang="en-GB" dirty="0">
              <a:solidFill>
                <a:srgbClr val="000000"/>
              </a:solidFill>
            </a:endParaRPr>
          </a:p>
          <a:p>
            <a:pPr marL="457200">
              <a:buClr>
                <a:srgbClr val="000000"/>
              </a:buClr>
            </a:pPr>
            <a:r>
              <a:rPr lang="en-GB" dirty="0">
                <a:solidFill>
                  <a:srgbClr val="000000"/>
                </a:solidFill>
              </a:rPr>
              <a:t>Each piece of information in the cache has a time-to-live value, so it will be eventually time out and removed from the cache</a:t>
            </a:r>
          </a:p>
        </p:txBody>
      </p:sp>
      <p:sp>
        <p:nvSpPr>
          <p:cNvPr id="4" name="Slide Number Placeholder 5">
            <a:extLst>
              <a:ext uri="{FF2B5EF4-FFF2-40B4-BE49-F238E27FC236}">
                <a16:creationId xmlns:a16="http://schemas.microsoft.com/office/drawing/2014/main" id="{B2EF6956-0328-364F-834B-231601F1D9BD}"/>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28</a:t>
            </a:fld>
            <a:endParaRPr lang="en-US" dirty="0">
              <a:solidFill>
                <a:prstClr val="black">
                  <a:tint val="75000"/>
                </a:prstClr>
              </a:solidFill>
            </a:endParaRPr>
          </a:p>
        </p:txBody>
      </p:sp>
      <p:pic>
        <p:nvPicPr>
          <p:cNvPr id="2" name="Picture 1">
            <a:extLst>
              <a:ext uri="{FF2B5EF4-FFF2-40B4-BE49-F238E27FC236}">
                <a16:creationId xmlns:a16="http://schemas.microsoft.com/office/drawing/2014/main" id="{E42529E7-F60D-1947-950E-C46E5ADE99DE}"/>
              </a:ext>
            </a:extLst>
          </p:cNvPr>
          <p:cNvPicPr>
            <a:picLocks noChangeAspect="1"/>
          </p:cNvPicPr>
          <p:nvPr/>
        </p:nvPicPr>
        <p:blipFill>
          <a:blip r:embed="rId3"/>
          <a:stretch>
            <a:fillRect/>
          </a:stretch>
        </p:blipFill>
        <p:spPr>
          <a:xfrm>
            <a:off x="4481696" y="3907857"/>
            <a:ext cx="3741487" cy="2713782"/>
          </a:xfrm>
          <a:prstGeom prst="rect">
            <a:avLst/>
          </a:prstGeom>
        </p:spPr>
      </p:pic>
      <p:sp>
        <p:nvSpPr>
          <p:cNvPr id="3" name="TextBox 2">
            <a:extLst>
              <a:ext uri="{FF2B5EF4-FFF2-40B4-BE49-F238E27FC236}">
                <a16:creationId xmlns:a16="http://schemas.microsoft.com/office/drawing/2014/main" id="{C70DBC95-A154-9144-AD5B-46F9E356ED5A}"/>
              </a:ext>
            </a:extLst>
          </p:cNvPr>
          <p:cNvSpPr txBox="1"/>
          <p:nvPr/>
        </p:nvSpPr>
        <p:spPr>
          <a:xfrm>
            <a:off x="4030233" y="3345264"/>
            <a:ext cx="6380838" cy="646331"/>
          </a:xfrm>
          <a:prstGeom prst="rect">
            <a:avLst/>
          </a:prstGeom>
          <a:noFill/>
        </p:spPr>
        <p:txBody>
          <a:bodyPr wrap="square" rtlCol="0">
            <a:spAutoFit/>
          </a:bodyPr>
          <a:lstStyle/>
          <a:p>
            <a:pPr defTabSz="457200"/>
            <a:r>
              <a:rPr lang="en-US" dirty="0">
                <a:solidFill>
                  <a:srgbClr val="0432FF"/>
                </a:solidFill>
                <a:latin typeface="Arial" panose="020B0604020202020204" pitchFamily="34" charset="0"/>
                <a:cs typeface="Arial" panose="020B0604020202020204" pitchFamily="34" charset="0"/>
              </a:rPr>
              <a:t>Question: How local DNS server get’s root server IP? </a:t>
            </a:r>
          </a:p>
          <a:p>
            <a:pPr defTabSz="457200"/>
            <a:r>
              <a:rPr lang="en-US" dirty="0">
                <a:solidFill>
                  <a:srgbClr val="0432FF"/>
                </a:solidFill>
                <a:latin typeface="Arial" panose="020B0604020202020204" pitchFamily="34" charset="0"/>
                <a:cs typeface="Arial" panose="020B0604020202020204" pitchFamily="34" charset="0"/>
              </a:rPr>
              <a:t>Answer: The Zone file</a:t>
            </a:r>
          </a:p>
        </p:txBody>
      </p:sp>
    </p:spTree>
    <p:extLst>
      <p:ext uri="{BB962C8B-B14F-4D97-AF65-F5344CB8AC3E}">
        <p14:creationId xmlns:p14="http://schemas.microsoft.com/office/powerpoint/2010/main" val="210841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Shape 224"/>
          <p:cNvSpPr txBox="1">
            <a:spLocks noGrp="1"/>
          </p:cNvSpPr>
          <p:nvPr>
            <p:ph type="title"/>
          </p:nvPr>
        </p:nvSpPr>
        <p:spPr>
          <a:xfrm>
            <a:off x="1739447" y="436002"/>
            <a:ext cx="8520600" cy="572700"/>
          </a:xfrm>
          <a:prstGeom prst="rect">
            <a:avLst/>
          </a:prstGeom>
        </p:spPr>
        <p:txBody>
          <a:bodyPr vert="horz" wrap="square" lIns="91425" tIns="91425" rIns="91425" bIns="91425" rtlCol="0" anchor="t" anchorCtr="0">
            <a:noAutofit/>
          </a:bodyPr>
          <a:lstStyle/>
          <a:p>
            <a:r>
              <a:rPr lang="en-GB" dirty="0"/>
              <a:t>DNS Attacks</a:t>
            </a:r>
          </a:p>
        </p:txBody>
      </p:sp>
      <p:sp>
        <p:nvSpPr>
          <p:cNvPr id="225" name="Shape 225"/>
          <p:cNvSpPr txBox="1">
            <a:spLocks noGrp="1"/>
          </p:cNvSpPr>
          <p:nvPr>
            <p:ph type="body" idx="1"/>
          </p:nvPr>
        </p:nvSpPr>
        <p:spPr>
          <a:xfrm>
            <a:off x="1835700" y="1424539"/>
            <a:ext cx="8520600" cy="4001586"/>
          </a:xfrm>
          <a:prstGeom prst="rect">
            <a:avLst/>
          </a:prstGeom>
        </p:spPr>
        <p:txBody>
          <a:bodyPr vert="horz" wrap="square" lIns="91425" tIns="91425" rIns="91425" bIns="91425" rtlCol="0" anchor="t" anchorCtr="0">
            <a:noAutofit/>
          </a:bodyPr>
          <a:lstStyle/>
          <a:p>
            <a:r>
              <a:rPr lang="en-GB" sz="2000" b="1" dirty="0">
                <a:solidFill>
                  <a:srgbClr val="000000"/>
                </a:solidFill>
              </a:rPr>
              <a:t>Denial-of-Service Attacks (DoS): </a:t>
            </a:r>
            <a:r>
              <a:rPr lang="en-GB" sz="2000" dirty="0">
                <a:solidFill>
                  <a:srgbClr val="000000"/>
                </a:solidFill>
              </a:rPr>
              <a:t>When the local DNS servers and the authoritative nameservers do not respond to the DNS queries, the machines cannot retrieve IP addresses which essentially cuts down the communication</a:t>
            </a:r>
          </a:p>
          <a:p>
            <a:pPr>
              <a:spcAft>
                <a:spcPts val="600"/>
              </a:spcAft>
            </a:pPr>
            <a:endParaRPr lang="en-GB" sz="2000" b="1" dirty="0">
              <a:solidFill>
                <a:srgbClr val="000000"/>
              </a:solidFill>
            </a:endParaRPr>
          </a:p>
          <a:p>
            <a:pPr>
              <a:spcAft>
                <a:spcPts val="600"/>
              </a:spcAft>
            </a:pPr>
            <a:r>
              <a:rPr lang="en-GB" sz="2000" b="1" dirty="0">
                <a:solidFill>
                  <a:srgbClr val="000000"/>
                </a:solidFill>
              </a:rPr>
              <a:t>DNS Spoofing Attacks: </a:t>
            </a:r>
          </a:p>
          <a:p>
            <a:pPr marL="630238" lvl="1">
              <a:spcAft>
                <a:spcPts val="600"/>
              </a:spcAft>
            </a:pPr>
            <a:r>
              <a:rPr lang="en-GB" dirty="0">
                <a:solidFill>
                  <a:srgbClr val="000000"/>
                </a:solidFill>
              </a:rPr>
              <a:t>Primary goal: provide a fraudulent IP address to victims, tricking them to communicate with a machine that is different from their intention </a:t>
            </a:r>
          </a:p>
          <a:p>
            <a:pPr marL="630238" lvl="1">
              <a:spcAft>
                <a:spcPts val="600"/>
              </a:spcAft>
            </a:pPr>
            <a:r>
              <a:rPr lang="en-GB" dirty="0">
                <a:solidFill>
                  <a:srgbClr val="000000"/>
                </a:solidFill>
              </a:rPr>
              <a:t>Example: If a user’s intention is to visit a bank’s web site to do online banking, but the IP address obtained through the DNS process is attacker’s machine, the user machine will communicate to the attacker’s web server</a:t>
            </a:r>
          </a:p>
        </p:txBody>
      </p:sp>
      <p:sp>
        <p:nvSpPr>
          <p:cNvPr id="4" name="Slide Number Placeholder 5">
            <a:extLst>
              <a:ext uri="{FF2B5EF4-FFF2-40B4-BE49-F238E27FC236}">
                <a16:creationId xmlns:a16="http://schemas.microsoft.com/office/drawing/2014/main" id="{F2CFC8CA-04FB-9848-BCFF-EDD26436CB67}"/>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29</a:t>
            </a:fld>
            <a:endParaRPr lang="en-US" dirty="0">
              <a:solidFill>
                <a:prstClr val="black">
                  <a:tint val="75000"/>
                </a:prstClr>
              </a:solidFill>
            </a:endParaRPr>
          </a:p>
        </p:txBody>
      </p:sp>
    </p:spTree>
    <p:extLst>
      <p:ext uri="{BB962C8B-B14F-4D97-AF65-F5344CB8AC3E}">
        <p14:creationId xmlns:p14="http://schemas.microsoft.com/office/powerpoint/2010/main" val="3783357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Shape 230"/>
          <p:cNvSpPr txBox="1">
            <a:spLocks noGrp="1"/>
          </p:cNvSpPr>
          <p:nvPr>
            <p:ph type="title"/>
          </p:nvPr>
        </p:nvSpPr>
        <p:spPr>
          <a:xfrm>
            <a:off x="1912702" y="493753"/>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Overview of the Attack Surfaces</a:t>
            </a:r>
          </a:p>
        </p:txBody>
      </p:sp>
      <p:pic>
        <p:nvPicPr>
          <p:cNvPr id="231" name="Shape 231"/>
          <p:cNvPicPr preferRelativeResize="0"/>
          <p:nvPr/>
        </p:nvPicPr>
        <p:blipFill>
          <a:blip r:embed="rId3">
            <a:alphaModFix/>
          </a:blip>
          <a:stretch>
            <a:fillRect/>
          </a:stretch>
        </p:blipFill>
        <p:spPr>
          <a:xfrm>
            <a:off x="2424990" y="1998500"/>
            <a:ext cx="7342021" cy="3507151"/>
          </a:xfrm>
          <a:prstGeom prst="rect">
            <a:avLst/>
          </a:prstGeom>
          <a:noFill/>
          <a:ln>
            <a:noFill/>
          </a:ln>
        </p:spPr>
      </p:pic>
      <p:sp>
        <p:nvSpPr>
          <p:cNvPr id="4" name="Slide Number Placeholder 5">
            <a:extLst>
              <a:ext uri="{FF2B5EF4-FFF2-40B4-BE49-F238E27FC236}">
                <a16:creationId xmlns:a16="http://schemas.microsoft.com/office/drawing/2014/main" id="{18A8833C-5939-BE49-A18A-31050508B538}"/>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30</a:t>
            </a:fld>
            <a:endParaRPr lang="en-US" dirty="0">
              <a:solidFill>
                <a:prstClr val="black">
                  <a:tint val="75000"/>
                </a:prstClr>
              </a:solidFill>
            </a:endParaRPr>
          </a:p>
        </p:txBody>
      </p:sp>
      <p:sp>
        <p:nvSpPr>
          <p:cNvPr id="2" name="TextBox 1">
            <a:extLst>
              <a:ext uri="{FF2B5EF4-FFF2-40B4-BE49-F238E27FC236}">
                <a16:creationId xmlns:a16="http://schemas.microsoft.com/office/drawing/2014/main" id="{9ACC9269-311A-764B-AB63-F0CE864382CF}"/>
              </a:ext>
            </a:extLst>
          </p:cNvPr>
          <p:cNvSpPr txBox="1"/>
          <p:nvPr/>
        </p:nvSpPr>
        <p:spPr>
          <a:xfrm>
            <a:off x="2087077" y="1342999"/>
            <a:ext cx="8017845" cy="646331"/>
          </a:xfrm>
          <a:prstGeom prst="rect">
            <a:avLst/>
          </a:prstGeom>
          <a:noFill/>
        </p:spPr>
        <p:txBody>
          <a:bodyPr wrap="square" rtlCol="0">
            <a:spAutoFit/>
          </a:bodyPr>
          <a:lstStyle/>
          <a:p>
            <a:pPr defTabSz="457200"/>
            <a:r>
              <a:rPr lang="en-US" dirty="0">
                <a:solidFill>
                  <a:srgbClr val="FF0000"/>
                </a:solidFill>
                <a:latin typeface="Arial" panose="020B0604020202020204" pitchFamily="34" charset="0"/>
                <a:cs typeface="Arial" panose="020B0604020202020204" pitchFamily="34" charset="0"/>
              </a:rPr>
              <a:t>DNS queries involve several packets and thus present a broad attack surface in terms of spoofing (1 – 4 in figure below)</a:t>
            </a:r>
          </a:p>
        </p:txBody>
      </p:sp>
      <p:sp>
        <p:nvSpPr>
          <p:cNvPr id="3" name="TextBox 2">
            <a:extLst>
              <a:ext uri="{FF2B5EF4-FFF2-40B4-BE49-F238E27FC236}">
                <a16:creationId xmlns:a16="http://schemas.microsoft.com/office/drawing/2014/main" id="{0C55D1F7-BE88-ED41-80C9-47A13858EBEB}"/>
              </a:ext>
            </a:extLst>
          </p:cNvPr>
          <p:cNvSpPr txBox="1"/>
          <p:nvPr/>
        </p:nvSpPr>
        <p:spPr>
          <a:xfrm>
            <a:off x="2401953" y="4735629"/>
            <a:ext cx="1953928" cy="923330"/>
          </a:xfrm>
          <a:prstGeom prst="rect">
            <a:avLst/>
          </a:prstGeom>
          <a:noFill/>
        </p:spPr>
        <p:txBody>
          <a:bodyPr wrap="square" rtlCol="0">
            <a:spAutoFit/>
          </a:bodyPr>
          <a:lstStyle/>
          <a:p>
            <a:pPr defTabSz="457200"/>
            <a:r>
              <a:rPr lang="en-US" dirty="0">
                <a:solidFill>
                  <a:prstClr val="black"/>
                </a:solidFill>
                <a:latin typeface="Arial" panose="020B0604020202020204" pitchFamily="34" charset="0"/>
                <a:cs typeface="Arial" panose="020B0604020202020204" pitchFamily="34" charset="0"/>
              </a:rPr>
              <a:t>/</a:t>
            </a:r>
            <a:r>
              <a:rPr lang="en-US" dirty="0" err="1">
                <a:solidFill>
                  <a:prstClr val="black"/>
                </a:solidFill>
                <a:latin typeface="Arial" panose="020B0604020202020204" pitchFamily="34" charset="0"/>
                <a:cs typeface="Arial" panose="020B0604020202020204" pitchFamily="34" charset="0"/>
              </a:rPr>
              <a:t>etc</a:t>
            </a:r>
            <a:r>
              <a:rPr lang="en-US" dirty="0">
                <a:solidFill>
                  <a:prstClr val="black"/>
                </a:solidFill>
                <a:latin typeface="Arial" panose="020B0604020202020204" pitchFamily="34" charset="0"/>
                <a:cs typeface="Arial" panose="020B0604020202020204" pitchFamily="34" charset="0"/>
              </a:rPr>
              <a:t>/hosts file</a:t>
            </a:r>
          </a:p>
          <a:p>
            <a:pPr defTabSz="457200"/>
            <a:r>
              <a:rPr lang="en-US" dirty="0">
                <a:solidFill>
                  <a:prstClr val="black"/>
                </a:solidFill>
                <a:latin typeface="Arial" panose="020B0604020202020204" pitchFamily="34" charset="0"/>
                <a:cs typeface="Arial" panose="020B0604020202020204" pitchFamily="34" charset="0"/>
              </a:rPr>
              <a:t>with localhost information</a:t>
            </a:r>
          </a:p>
        </p:txBody>
      </p:sp>
      <p:sp>
        <p:nvSpPr>
          <p:cNvPr id="5" name="Donut 4">
            <a:extLst>
              <a:ext uri="{FF2B5EF4-FFF2-40B4-BE49-F238E27FC236}">
                <a16:creationId xmlns:a16="http://schemas.microsoft.com/office/drawing/2014/main" id="{89704B16-12AD-064E-9FD9-63FAB1214474}"/>
              </a:ext>
            </a:extLst>
          </p:cNvPr>
          <p:cNvSpPr/>
          <p:nvPr/>
        </p:nvSpPr>
        <p:spPr>
          <a:xfrm>
            <a:off x="7722669" y="4735630"/>
            <a:ext cx="1029904" cy="308009"/>
          </a:xfrm>
          <a:prstGeom prst="donut">
            <a:avLst/>
          </a:prstGeom>
          <a:solidFill>
            <a:srgbClr val="FF0000"/>
          </a:solidFill>
          <a:ln w="0"/>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black"/>
              </a:solidFill>
              <a:latin typeface="Calibri"/>
            </a:endParaRPr>
          </a:p>
        </p:txBody>
      </p:sp>
      <p:sp>
        <p:nvSpPr>
          <p:cNvPr id="6" name="TextBox 5">
            <a:extLst>
              <a:ext uri="{FF2B5EF4-FFF2-40B4-BE49-F238E27FC236}">
                <a16:creationId xmlns:a16="http://schemas.microsoft.com/office/drawing/2014/main" id="{62C8F70A-7B48-6647-822A-6EB535798D3A}"/>
              </a:ext>
            </a:extLst>
          </p:cNvPr>
          <p:cNvSpPr txBox="1"/>
          <p:nvPr/>
        </p:nvSpPr>
        <p:spPr>
          <a:xfrm>
            <a:off x="1793508" y="5994915"/>
            <a:ext cx="8639795" cy="369332"/>
          </a:xfrm>
          <a:prstGeom prst="rect">
            <a:avLst/>
          </a:prstGeom>
          <a:noFill/>
        </p:spPr>
        <p:txBody>
          <a:bodyPr wrap="square" rtlCol="0">
            <a:spAutoFit/>
          </a:bodyPr>
          <a:lstStyle/>
          <a:p>
            <a:pPr defTabSz="457200"/>
            <a:r>
              <a:rPr lang="en-US" dirty="0">
                <a:solidFill>
                  <a:srgbClr val="FF0000"/>
                </a:solidFill>
                <a:latin typeface="Arial" panose="020B0604020202020204" pitchFamily="34" charset="0"/>
                <a:cs typeface="Arial" panose="020B0604020202020204" pitchFamily="34" charset="0"/>
              </a:rPr>
              <a:t>You can also launch DoS attack at all points – root, local DNS server, TLD server</a:t>
            </a:r>
          </a:p>
        </p:txBody>
      </p:sp>
    </p:spTree>
    <p:extLst>
      <p:ext uri="{BB962C8B-B14F-4D97-AF65-F5344CB8AC3E}">
        <p14:creationId xmlns:p14="http://schemas.microsoft.com/office/powerpoint/2010/main" val="131148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Shape 236"/>
          <p:cNvSpPr txBox="1">
            <a:spLocks noGrp="1"/>
          </p:cNvSpPr>
          <p:nvPr>
            <p:ph type="title"/>
          </p:nvPr>
        </p:nvSpPr>
        <p:spPr>
          <a:xfrm>
            <a:off x="1835700" y="426377"/>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DNS Attacks on Compromised Machines</a:t>
            </a:r>
          </a:p>
        </p:txBody>
      </p:sp>
      <p:sp>
        <p:nvSpPr>
          <p:cNvPr id="237" name="Shape 237"/>
          <p:cNvSpPr txBox="1">
            <a:spLocks noGrp="1"/>
          </p:cNvSpPr>
          <p:nvPr>
            <p:ph type="body" idx="1"/>
          </p:nvPr>
        </p:nvSpPr>
        <p:spPr>
          <a:xfrm>
            <a:off x="1835700" y="2009725"/>
            <a:ext cx="8520600" cy="3416400"/>
          </a:xfrm>
          <a:prstGeom prst="rect">
            <a:avLst/>
          </a:prstGeom>
        </p:spPr>
        <p:txBody>
          <a:bodyPr vert="horz" wrap="square" lIns="91425" tIns="91425" rIns="91425" bIns="91425" rtlCol="0" anchor="t" anchorCtr="0">
            <a:noAutofit/>
          </a:bodyPr>
          <a:lstStyle/>
          <a:p>
            <a:pPr marL="400050" indent="-285750">
              <a:buClr>
                <a:srgbClr val="000000"/>
              </a:buClr>
            </a:pPr>
            <a:r>
              <a:rPr lang="en-GB" dirty="0">
                <a:solidFill>
                  <a:srgbClr val="000000"/>
                </a:solidFill>
              </a:rPr>
              <a:t>If attackers have gained the root privileges on a machine, </a:t>
            </a:r>
          </a:p>
          <a:p>
            <a:pPr marL="682625" indent="-285750">
              <a:buClr>
                <a:srgbClr val="000000"/>
              </a:buClr>
              <a:buFont typeface="Courier New" panose="02070309020205020404" pitchFamily="49" charset="0"/>
              <a:buChar char="o"/>
            </a:pPr>
            <a:r>
              <a:rPr lang="en-GB" dirty="0">
                <a:solidFill>
                  <a:srgbClr val="000000"/>
                </a:solidFill>
              </a:rPr>
              <a:t>Modify </a:t>
            </a:r>
            <a:r>
              <a:rPr lang="en-GB" dirty="0">
                <a:solidFill>
                  <a:srgbClr val="000000"/>
                </a:solidFill>
                <a:latin typeface="Courier New" panose="02070309020205020404" pitchFamily="49" charset="0"/>
                <a:cs typeface="Courier New" panose="02070309020205020404" pitchFamily="49" charset="0"/>
              </a:rPr>
              <a:t>/etc/</a:t>
            </a:r>
            <a:r>
              <a:rPr lang="en-GB" dirty="0" err="1">
                <a:solidFill>
                  <a:srgbClr val="000000"/>
                </a:solidFill>
                <a:latin typeface="Courier New" panose="02070309020205020404" pitchFamily="49" charset="0"/>
                <a:cs typeface="Courier New" panose="02070309020205020404" pitchFamily="49" charset="0"/>
              </a:rPr>
              <a:t>resolv.conf</a:t>
            </a:r>
            <a:r>
              <a:rPr lang="en-GB" dirty="0">
                <a:solidFill>
                  <a:srgbClr val="000000"/>
                </a:solidFill>
              </a:rPr>
              <a:t>: use malicious DNS server as the machine’s local DNS server and can control the entire DNS process</a:t>
            </a:r>
          </a:p>
          <a:p>
            <a:pPr marL="682625" indent="-285750">
              <a:buClr>
                <a:srgbClr val="000000"/>
              </a:buClr>
              <a:buFont typeface="Courier New" panose="02070309020205020404" pitchFamily="49" charset="0"/>
              <a:buChar char="o"/>
            </a:pPr>
            <a:r>
              <a:rPr lang="en-GB" dirty="0">
                <a:solidFill>
                  <a:srgbClr val="000000"/>
                </a:solidFill>
              </a:rPr>
              <a:t>Modify </a:t>
            </a:r>
            <a:r>
              <a:rPr lang="en-GB" dirty="0">
                <a:solidFill>
                  <a:srgbClr val="000000"/>
                </a:solidFill>
                <a:latin typeface="Courier New" panose="02070309020205020404" pitchFamily="49" charset="0"/>
                <a:cs typeface="Courier New" panose="02070309020205020404" pitchFamily="49" charset="0"/>
              </a:rPr>
              <a:t>/etc/hosts</a:t>
            </a:r>
            <a:r>
              <a:rPr lang="en-GB" dirty="0">
                <a:solidFill>
                  <a:srgbClr val="000000"/>
                </a:solidFill>
              </a:rPr>
              <a:t>: add new records to the file, providing the IP addresses for some selected domains</a:t>
            </a:r>
          </a:p>
          <a:p>
            <a:pPr marL="682625" indent="-285750">
              <a:buClr>
                <a:srgbClr val="000000"/>
              </a:buClr>
              <a:buFont typeface="Courier New" panose="02070309020205020404" pitchFamily="49" charset="0"/>
              <a:buChar char="o"/>
            </a:pPr>
            <a:r>
              <a:rPr lang="en-GB" dirty="0">
                <a:solidFill>
                  <a:srgbClr val="000000"/>
                </a:solidFill>
              </a:rPr>
              <a:t>For example, attackers can modify IP address of </a:t>
            </a:r>
            <a:r>
              <a:rPr lang="en-GB" u="sng" dirty="0">
                <a:solidFill>
                  <a:srgbClr val="000000"/>
                </a:solidFill>
                <a:hlinkClick r:id="rId3"/>
              </a:rPr>
              <a:t>www.bank32.com</a:t>
            </a:r>
            <a:r>
              <a:rPr lang="en-GB" dirty="0">
                <a:solidFill>
                  <a:srgbClr val="000000"/>
                </a:solidFill>
              </a:rPr>
              <a:t> which can lead to attacker’s machine</a:t>
            </a:r>
          </a:p>
          <a:p>
            <a:pPr marL="0" indent="0">
              <a:buNone/>
            </a:pPr>
            <a:endParaRPr dirty="0"/>
          </a:p>
        </p:txBody>
      </p:sp>
      <p:sp>
        <p:nvSpPr>
          <p:cNvPr id="4" name="Slide Number Placeholder 5">
            <a:extLst>
              <a:ext uri="{FF2B5EF4-FFF2-40B4-BE49-F238E27FC236}">
                <a16:creationId xmlns:a16="http://schemas.microsoft.com/office/drawing/2014/main" id="{545EA612-A52A-8E4D-8F12-CDAB8224ACD1}"/>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31</a:t>
            </a:fld>
            <a:endParaRPr lang="en-US" dirty="0">
              <a:solidFill>
                <a:prstClr val="black">
                  <a:tint val="75000"/>
                </a:prstClr>
              </a:solidFill>
            </a:endParaRPr>
          </a:p>
        </p:txBody>
      </p:sp>
    </p:spTree>
    <p:extLst>
      <p:ext uri="{BB962C8B-B14F-4D97-AF65-F5344CB8AC3E}">
        <p14:creationId xmlns:p14="http://schemas.microsoft.com/office/powerpoint/2010/main" val="1498789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Shape 242"/>
          <p:cNvSpPr txBox="1">
            <a:spLocks noGrp="1"/>
          </p:cNvSpPr>
          <p:nvPr>
            <p:ph type="title"/>
          </p:nvPr>
        </p:nvSpPr>
        <p:spPr>
          <a:xfrm>
            <a:off x="1835700" y="484128"/>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Spoofing DNS Replies (from LAN)</a:t>
            </a: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2841" y="1342028"/>
            <a:ext cx="7421907" cy="3206890"/>
          </a:xfrm>
          <a:prstGeom prst="rect">
            <a:avLst/>
          </a:prstGeom>
        </p:spPr>
      </p:pic>
      <p:sp>
        <p:nvSpPr>
          <p:cNvPr id="4" name="Slide Number Placeholder 5">
            <a:extLst>
              <a:ext uri="{FF2B5EF4-FFF2-40B4-BE49-F238E27FC236}">
                <a16:creationId xmlns:a16="http://schemas.microsoft.com/office/drawing/2014/main" id="{FE583794-5DBB-0041-9AE8-8E56D2EDB831}"/>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32</a:t>
            </a:fld>
            <a:endParaRPr lang="en-US" dirty="0">
              <a:solidFill>
                <a:prstClr val="black">
                  <a:tint val="75000"/>
                </a:prstClr>
              </a:solidFill>
            </a:endParaRPr>
          </a:p>
        </p:txBody>
      </p:sp>
      <p:sp>
        <p:nvSpPr>
          <p:cNvPr id="3" name="Rectangle 2">
            <a:extLst>
              <a:ext uri="{FF2B5EF4-FFF2-40B4-BE49-F238E27FC236}">
                <a16:creationId xmlns:a16="http://schemas.microsoft.com/office/drawing/2014/main" id="{1035B476-A7C7-604C-9B4F-BBAE5C388C95}"/>
              </a:ext>
            </a:extLst>
          </p:cNvPr>
          <p:cNvSpPr/>
          <p:nvPr/>
        </p:nvSpPr>
        <p:spPr>
          <a:xfrm>
            <a:off x="1687630" y="4622363"/>
            <a:ext cx="8924247" cy="2446824"/>
          </a:xfrm>
          <a:prstGeom prst="rect">
            <a:avLst/>
          </a:prstGeom>
        </p:spPr>
        <p:txBody>
          <a:bodyPr wrap="square">
            <a:spAutoFit/>
          </a:bodyPr>
          <a:lstStyle/>
          <a:p>
            <a:pPr marL="285750" indent="-285750" defTabSz="457200"/>
            <a:r>
              <a:rPr lang="en-GB" sz="1700" b="1" dirty="0">
                <a:solidFill>
                  <a:prstClr val="black"/>
                </a:solidFill>
                <a:latin typeface="Arial" panose="020B0604020202020204" pitchFamily="34" charset="0"/>
                <a:cs typeface="Arial" panose="020B0604020202020204" pitchFamily="34" charset="0"/>
              </a:rPr>
              <a:t>Attacks on user machines : </a:t>
            </a:r>
            <a:r>
              <a:rPr lang="en-GB" sz="1700" dirty="0">
                <a:solidFill>
                  <a:srgbClr val="000000"/>
                </a:solidFill>
                <a:latin typeface="Arial" panose="020B0604020202020204" pitchFamily="34" charset="0"/>
                <a:cs typeface="Arial" panose="020B0604020202020204" pitchFamily="34" charset="0"/>
              </a:rPr>
              <a:t>When the user machine sends out a DNS query to its local DNS server, attacker can immediately send a spoofed reply, using local DNS as its source IP address; Attackers can put any arbitrary IP address in the reply</a:t>
            </a:r>
          </a:p>
          <a:p>
            <a:pPr marL="285750" indent="-285750" defTabSz="457200"/>
            <a:endParaRPr lang="en-GB" sz="1700" b="1" dirty="0">
              <a:solidFill>
                <a:srgbClr val="000000"/>
              </a:solidFill>
              <a:latin typeface="Arial" panose="020B0604020202020204" pitchFamily="34" charset="0"/>
              <a:cs typeface="Arial" panose="020B0604020202020204" pitchFamily="34" charset="0"/>
            </a:endParaRPr>
          </a:p>
          <a:p>
            <a:pPr marL="285750" indent="-285750" defTabSz="457200"/>
            <a:r>
              <a:rPr lang="en-GB" sz="1700" b="1" dirty="0">
                <a:solidFill>
                  <a:srgbClr val="000000"/>
                </a:solidFill>
                <a:latin typeface="Arial" panose="020B0604020202020204" pitchFamily="34" charset="0"/>
                <a:cs typeface="Arial" panose="020B0604020202020204" pitchFamily="34" charset="0"/>
              </a:rPr>
              <a:t>Attacks on local DNS server : Cache Poisoning attack : </a:t>
            </a:r>
            <a:r>
              <a:rPr lang="en-GB" sz="1700" dirty="0">
                <a:solidFill>
                  <a:srgbClr val="000000"/>
                </a:solidFill>
                <a:latin typeface="Arial" panose="020B0604020202020204" pitchFamily="34" charset="0"/>
                <a:cs typeface="Arial" panose="020B0604020202020204" pitchFamily="34" charset="0"/>
              </a:rPr>
              <a:t>When the local DNS server sends out iterative queries to get an answer from the DNS servers on the Internet, attackers can send out spoofed replies to the local DNS server; They get accepted as long as they arrive before the actual replies - This is called </a:t>
            </a:r>
            <a:r>
              <a:rPr lang="en-GB" sz="1700" dirty="0">
                <a:solidFill>
                  <a:srgbClr val="C00000"/>
                </a:solidFill>
                <a:latin typeface="Arial" panose="020B0604020202020204" pitchFamily="34" charset="0"/>
                <a:cs typeface="Arial" panose="020B0604020202020204" pitchFamily="34" charset="0"/>
              </a:rPr>
              <a:t>DNS cache poisoning</a:t>
            </a:r>
          </a:p>
          <a:p>
            <a:pPr defTabSz="457200"/>
            <a:endParaRPr lang="en-GB" sz="17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7063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Shape 481"/>
          <p:cNvSpPr txBox="1">
            <a:spLocks noGrp="1"/>
          </p:cNvSpPr>
          <p:nvPr>
            <p:ph type="title"/>
          </p:nvPr>
        </p:nvSpPr>
        <p:spPr>
          <a:xfrm>
            <a:off x="1766688" y="310873"/>
            <a:ext cx="8520600" cy="572700"/>
          </a:xfrm>
          <a:prstGeom prst="rect">
            <a:avLst/>
          </a:prstGeom>
        </p:spPr>
        <p:txBody>
          <a:bodyPr vert="horz" wrap="square" lIns="91425" tIns="91425" rIns="91425" bIns="91425" rtlCol="0" anchor="t" anchorCtr="0">
            <a:noAutofit/>
          </a:bodyPr>
          <a:lstStyle/>
          <a:p>
            <a:r>
              <a:rPr lang="en-GB" dirty="0"/>
              <a:t>Attacks on Nameservers </a:t>
            </a:r>
            <a:br>
              <a:rPr lang="en-GB" dirty="0"/>
            </a:br>
            <a:r>
              <a:rPr lang="en-GB" dirty="0"/>
              <a:t>of a Particular Domain</a:t>
            </a:r>
          </a:p>
        </p:txBody>
      </p:sp>
      <p:sp>
        <p:nvSpPr>
          <p:cNvPr id="482" name="Shape 482"/>
          <p:cNvSpPr txBox="1">
            <a:spLocks noGrp="1"/>
          </p:cNvSpPr>
          <p:nvPr>
            <p:ph type="body" idx="1"/>
          </p:nvPr>
        </p:nvSpPr>
        <p:spPr>
          <a:xfrm>
            <a:off x="1766688" y="1695633"/>
            <a:ext cx="3052602" cy="2703534"/>
          </a:xfrm>
          <a:prstGeom prst="rect">
            <a:avLst/>
          </a:prstGeom>
        </p:spPr>
        <p:txBody>
          <a:bodyPr vert="horz" wrap="square" lIns="91425" tIns="91425" rIns="91425" bIns="91425" rtlCol="0" anchor="t" anchorCtr="0">
            <a:noAutofit/>
          </a:bodyPr>
          <a:lstStyle/>
          <a:p>
            <a:pPr marL="0" indent="0">
              <a:buNone/>
            </a:pPr>
            <a:r>
              <a:rPr lang="en-GB" b="1" dirty="0" err="1">
                <a:solidFill>
                  <a:srgbClr val="000000"/>
                </a:solidFill>
              </a:rPr>
              <a:t>UltraDNS</a:t>
            </a:r>
            <a:r>
              <a:rPr lang="en-GB" b="1" dirty="0">
                <a:solidFill>
                  <a:srgbClr val="000000"/>
                </a:solidFill>
              </a:rPr>
              <a:t>:</a:t>
            </a:r>
            <a:r>
              <a:rPr lang="en-GB" dirty="0">
                <a:solidFill>
                  <a:srgbClr val="000000"/>
                </a:solidFill>
              </a:rPr>
              <a:t> DNS provider for many major e-commerce companies such as Amazon, Walmart, Expedia</a:t>
            </a:r>
          </a:p>
          <a:p>
            <a:pPr marL="0" indent="0">
              <a:buNone/>
            </a:pPr>
            <a:endParaRPr lang="en-GB" dirty="0">
              <a:solidFill>
                <a:srgbClr val="000000"/>
              </a:solidFill>
            </a:endParaRPr>
          </a:p>
          <a:p>
            <a:pPr marL="0" indent="0">
              <a:buNone/>
            </a:pPr>
            <a:r>
              <a:rPr lang="en-GB" dirty="0">
                <a:solidFill>
                  <a:srgbClr val="000000"/>
                </a:solidFill>
              </a:rPr>
              <a:t>In 2004, DoS against this </a:t>
            </a:r>
            <a:r>
              <a:rPr lang="en-GB" dirty="0" err="1">
                <a:solidFill>
                  <a:srgbClr val="000000"/>
                </a:solidFill>
              </a:rPr>
              <a:t>UltraDNS</a:t>
            </a:r>
            <a:r>
              <a:rPr lang="en-GB" dirty="0">
                <a:solidFill>
                  <a:srgbClr val="000000"/>
                </a:solidFill>
              </a:rPr>
              <a:t> provider was launched which suffered an outage for an hour</a:t>
            </a:r>
          </a:p>
        </p:txBody>
      </p:sp>
      <p:pic>
        <p:nvPicPr>
          <p:cNvPr id="483" name="Shape 483"/>
          <p:cNvPicPr preferRelativeResize="0"/>
          <p:nvPr/>
        </p:nvPicPr>
        <p:blipFill>
          <a:blip r:embed="rId3">
            <a:alphaModFix/>
          </a:blip>
          <a:stretch>
            <a:fillRect/>
          </a:stretch>
        </p:blipFill>
        <p:spPr>
          <a:xfrm>
            <a:off x="5052195" y="2142933"/>
            <a:ext cx="5089594" cy="3536485"/>
          </a:xfrm>
          <a:prstGeom prst="rect">
            <a:avLst/>
          </a:prstGeom>
          <a:noFill/>
          <a:ln>
            <a:noFill/>
          </a:ln>
        </p:spPr>
      </p:pic>
      <p:sp>
        <p:nvSpPr>
          <p:cNvPr id="5" name="Slide Number Placeholder 5">
            <a:extLst>
              <a:ext uri="{FF2B5EF4-FFF2-40B4-BE49-F238E27FC236}">
                <a16:creationId xmlns:a16="http://schemas.microsoft.com/office/drawing/2014/main" id="{7DA64EA5-D4E2-9046-9CD9-CE6C4DA0D2A9}"/>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33</a:t>
            </a:fld>
            <a:endParaRPr lang="en-US" dirty="0">
              <a:solidFill>
                <a:prstClr val="black">
                  <a:tint val="75000"/>
                </a:prstClr>
              </a:solidFill>
            </a:endParaRPr>
          </a:p>
        </p:txBody>
      </p:sp>
    </p:spTree>
    <p:extLst>
      <p:ext uri="{BB962C8B-B14F-4D97-AF65-F5344CB8AC3E}">
        <p14:creationId xmlns:p14="http://schemas.microsoft.com/office/powerpoint/2010/main" val="3744046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Shape 497"/>
          <p:cNvSpPr txBox="1">
            <a:spLocks noGrp="1"/>
          </p:cNvSpPr>
          <p:nvPr>
            <p:ph type="title"/>
          </p:nvPr>
        </p:nvSpPr>
        <p:spPr>
          <a:xfrm>
            <a:off x="1710571" y="284675"/>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Attacks on Nameservers </a:t>
            </a:r>
            <a:br>
              <a:rPr lang="en-GB" dirty="0"/>
            </a:br>
            <a:r>
              <a:rPr lang="en-GB" dirty="0"/>
              <a:t>of a Particular Domain</a:t>
            </a:r>
          </a:p>
        </p:txBody>
      </p:sp>
      <p:sp>
        <p:nvSpPr>
          <p:cNvPr id="498" name="Shape 498"/>
          <p:cNvSpPr txBox="1">
            <a:spLocks noGrp="1"/>
          </p:cNvSpPr>
          <p:nvPr>
            <p:ph type="body" idx="1"/>
          </p:nvPr>
        </p:nvSpPr>
        <p:spPr>
          <a:xfrm>
            <a:off x="1835700" y="2009725"/>
            <a:ext cx="8520600" cy="3990900"/>
          </a:xfrm>
          <a:prstGeom prst="rect">
            <a:avLst/>
          </a:prstGeom>
        </p:spPr>
        <p:txBody>
          <a:bodyPr vert="horz" wrap="square" lIns="91425" tIns="91425" rIns="91425" bIns="91425" rtlCol="0" anchor="t" anchorCtr="0">
            <a:noAutofit/>
          </a:bodyPr>
          <a:lstStyle/>
          <a:p>
            <a:pPr marL="0" indent="0">
              <a:buNone/>
            </a:pPr>
            <a:r>
              <a:rPr lang="en-GB" b="1" dirty="0" err="1">
                <a:solidFill>
                  <a:srgbClr val="000000"/>
                </a:solidFill>
              </a:rPr>
              <a:t>DNSPod</a:t>
            </a:r>
            <a:r>
              <a:rPr lang="en-GB" b="1" dirty="0">
                <a:solidFill>
                  <a:srgbClr val="000000"/>
                </a:solidFill>
              </a:rPr>
              <a:t>: </a:t>
            </a:r>
            <a:r>
              <a:rPr lang="en-GB" dirty="0">
                <a:solidFill>
                  <a:srgbClr val="000000"/>
                </a:solidFill>
              </a:rPr>
              <a:t>In 2009, several DNS servers of a Chinese domain service provider were hit by DDoS</a:t>
            </a:r>
          </a:p>
          <a:p>
            <a:pPr marL="400050" indent="-285750">
              <a:buClr>
                <a:srgbClr val="000000"/>
              </a:buClr>
              <a:buFont typeface="Arial" panose="020B0604020202020204" pitchFamily="34" charset="0"/>
              <a:buChar char="•"/>
            </a:pPr>
            <a:r>
              <a:rPr lang="en-GB" sz="1600" dirty="0">
                <a:solidFill>
                  <a:srgbClr val="000000"/>
                </a:solidFill>
              </a:rPr>
              <a:t>The attack was meant to target one particular company (Baofeng.com) which is widely popular video streaming site in China</a:t>
            </a:r>
          </a:p>
          <a:p>
            <a:pPr marL="400050" indent="-285750">
              <a:buClr>
                <a:srgbClr val="000000"/>
              </a:buClr>
              <a:buFont typeface="Arial" panose="020B0604020202020204" pitchFamily="34" charset="0"/>
              <a:buChar char="•"/>
            </a:pPr>
            <a:endParaRPr lang="en-GB" sz="1600" dirty="0">
              <a:solidFill>
                <a:srgbClr val="000000"/>
              </a:solidFill>
            </a:endParaRPr>
          </a:p>
          <a:p>
            <a:pPr marL="400050" indent="-285750">
              <a:buClr>
                <a:srgbClr val="000000"/>
              </a:buClr>
              <a:buFont typeface="Arial" panose="020B0604020202020204" pitchFamily="34" charset="0"/>
              <a:buChar char="•"/>
            </a:pPr>
            <a:r>
              <a:rPr lang="en-GB" sz="1600" dirty="0">
                <a:solidFill>
                  <a:srgbClr val="000000"/>
                </a:solidFill>
              </a:rPr>
              <a:t>On the next day of attack, when DNS responses previously cached by the other servers timed out, </a:t>
            </a:r>
            <a:r>
              <a:rPr lang="en-GB" sz="1600" dirty="0" err="1">
                <a:solidFill>
                  <a:srgbClr val="000000"/>
                </a:solidFill>
              </a:rPr>
              <a:t>Baofeng’s</a:t>
            </a:r>
            <a:r>
              <a:rPr lang="en-GB" sz="1600" dirty="0">
                <a:solidFill>
                  <a:srgbClr val="000000"/>
                </a:solidFill>
              </a:rPr>
              <a:t> media player on users’ machines could not find the IP addresses of the servers because of the attack</a:t>
            </a:r>
          </a:p>
          <a:p>
            <a:pPr marL="400050" indent="-285750">
              <a:buClr>
                <a:srgbClr val="000000"/>
              </a:buClr>
              <a:buFont typeface="Arial" panose="020B0604020202020204" pitchFamily="34" charset="0"/>
              <a:buChar char="•"/>
            </a:pPr>
            <a:endParaRPr lang="en-GB" sz="1600" dirty="0">
              <a:solidFill>
                <a:srgbClr val="000000"/>
              </a:solidFill>
            </a:endParaRPr>
          </a:p>
          <a:p>
            <a:pPr marL="400050" indent="-285750">
              <a:buClr>
                <a:srgbClr val="000000"/>
              </a:buClr>
              <a:buFont typeface="Arial" panose="020B0604020202020204" pitchFamily="34" charset="0"/>
              <a:buChar char="•"/>
            </a:pPr>
            <a:r>
              <a:rPr lang="en-GB" sz="1600" dirty="0">
                <a:solidFill>
                  <a:srgbClr val="000000"/>
                </a:solidFill>
              </a:rPr>
              <a:t>Due to </a:t>
            </a:r>
            <a:r>
              <a:rPr lang="en-GB" sz="1600" dirty="0">
                <a:solidFill>
                  <a:srgbClr val="FF0000"/>
                </a:solidFill>
              </a:rPr>
              <a:t>the bug in the media player software</a:t>
            </a:r>
            <a:r>
              <a:rPr lang="en-GB" sz="1600" dirty="0">
                <a:solidFill>
                  <a:srgbClr val="000000"/>
                </a:solidFill>
              </a:rPr>
              <a:t>, </a:t>
            </a:r>
            <a:r>
              <a:rPr lang="en-GB" sz="1600" dirty="0">
                <a:solidFill>
                  <a:srgbClr val="FF0000"/>
                </a:solidFill>
              </a:rPr>
              <a:t>instead of waiting, they continuously sent out DNS queries at a faster rate</a:t>
            </a:r>
          </a:p>
          <a:p>
            <a:pPr marL="400050" indent="-285750">
              <a:buClr>
                <a:srgbClr val="000000"/>
              </a:buClr>
              <a:buFont typeface="Arial" panose="020B0604020202020204" pitchFamily="34" charset="0"/>
              <a:buChar char="•"/>
            </a:pPr>
            <a:endParaRPr lang="en-GB" sz="1600" dirty="0">
              <a:solidFill>
                <a:srgbClr val="000000"/>
              </a:solidFill>
            </a:endParaRPr>
          </a:p>
          <a:p>
            <a:pPr marL="400050" indent="-285750">
              <a:buClr>
                <a:srgbClr val="000000"/>
              </a:buClr>
              <a:buFont typeface="Arial" panose="020B0604020202020204" pitchFamily="34" charset="0"/>
              <a:buChar char="•"/>
            </a:pPr>
            <a:r>
              <a:rPr lang="en-GB" sz="1600" dirty="0">
                <a:solidFill>
                  <a:srgbClr val="000000"/>
                </a:solidFill>
              </a:rPr>
              <a:t>Due to massive number of DNS queries, they flooded and congested the network of China Telecom (ISP); It impacted 20 provinces and is described as the worst Internet incident in China</a:t>
            </a:r>
          </a:p>
        </p:txBody>
      </p:sp>
      <p:sp>
        <p:nvSpPr>
          <p:cNvPr id="4" name="Slide Number Placeholder 5">
            <a:extLst>
              <a:ext uri="{FF2B5EF4-FFF2-40B4-BE49-F238E27FC236}">
                <a16:creationId xmlns:a16="http://schemas.microsoft.com/office/drawing/2014/main" id="{D943B354-BF61-4E4B-AEE7-C15B2CB3DA22}"/>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34</a:t>
            </a:fld>
            <a:endParaRPr lang="en-US" dirty="0">
              <a:solidFill>
                <a:prstClr val="black">
                  <a:tint val="75000"/>
                </a:prstClr>
              </a:solidFill>
            </a:endParaRPr>
          </a:p>
        </p:txBody>
      </p:sp>
    </p:spTree>
    <p:extLst>
      <p:ext uri="{BB962C8B-B14F-4D97-AF65-F5344CB8AC3E}">
        <p14:creationId xmlns:p14="http://schemas.microsoft.com/office/powerpoint/2010/main" val="1913387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Shape 488"/>
          <p:cNvSpPr txBox="1">
            <a:spLocks noGrp="1"/>
          </p:cNvSpPr>
          <p:nvPr>
            <p:ph type="title"/>
          </p:nvPr>
        </p:nvSpPr>
        <p:spPr>
          <a:xfrm>
            <a:off x="1676401" y="176120"/>
            <a:ext cx="8520600" cy="572700"/>
          </a:xfrm>
          <a:prstGeom prst="rect">
            <a:avLst/>
          </a:prstGeom>
        </p:spPr>
        <p:txBody>
          <a:bodyPr vert="horz" wrap="square" lIns="91425" tIns="91425" rIns="91425" bIns="91425" rtlCol="0" anchor="t" anchorCtr="0">
            <a:noAutofit/>
          </a:bodyPr>
          <a:lstStyle/>
          <a:p>
            <a:pPr indent="-69850">
              <a:buClr>
                <a:schemeClr val="dk1"/>
              </a:buClr>
              <a:buSzPts val="1100"/>
            </a:pPr>
            <a:r>
              <a:rPr lang="en-GB" dirty="0"/>
              <a:t>Attacks on Nameservers of </a:t>
            </a:r>
            <a:br>
              <a:rPr lang="en-GB" dirty="0"/>
            </a:br>
            <a:r>
              <a:rPr lang="en-GB" dirty="0"/>
              <a:t>a Particular Domain</a:t>
            </a:r>
          </a:p>
        </p:txBody>
      </p:sp>
      <p:sp>
        <p:nvSpPr>
          <p:cNvPr id="489" name="Shape 489"/>
          <p:cNvSpPr txBox="1">
            <a:spLocks noGrp="1"/>
          </p:cNvSpPr>
          <p:nvPr>
            <p:ph type="body" idx="1"/>
          </p:nvPr>
        </p:nvSpPr>
        <p:spPr>
          <a:xfrm>
            <a:off x="1718351" y="1433164"/>
            <a:ext cx="8755298" cy="1625700"/>
          </a:xfrm>
          <a:prstGeom prst="rect">
            <a:avLst/>
          </a:prstGeom>
        </p:spPr>
        <p:txBody>
          <a:bodyPr vert="horz" wrap="square" lIns="91425" tIns="91425" rIns="91425" bIns="91425" rtlCol="0" anchor="t" anchorCtr="0">
            <a:noAutofit/>
          </a:bodyPr>
          <a:lstStyle/>
          <a:p>
            <a:pPr marL="0" indent="0">
              <a:buNone/>
            </a:pPr>
            <a:r>
              <a:rPr lang="en-GB" b="1" dirty="0" err="1">
                <a:solidFill>
                  <a:srgbClr val="000000"/>
                </a:solidFill>
              </a:rPr>
              <a:t>Dyn</a:t>
            </a:r>
            <a:r>
              <a:rPr lang="en-GB" b="1" dirty="0">
                <a:solidFill>
                  <a:srgbClr val="000000"/>
                </a:solidFill>
              </a:rPr>
              <a:t> network: </a:t>
            </a:r>
            <a:r>
              <a:rPr lang="en-GB" dirty="0">
                <a:solidFill>
                  <a:srgbClr val="000000"/>
                </a:solidFill>
              </a:rPr>
              <a:t>In 2016, multiple DDoS attacks were launched against a major DNS service provider for companies like CNN, BBC, HBO, PayPal etc. The attacks are believed to have been launched through botnet consisting of different </a:t>
            </a:r>
            <a:r>
              <a:rPr lang="en-GB" dirty="0" err="1">
                <a:solidFill>
                  <a:srgbClr val="000000"/>
                </a:solidFill>
              </a:rPr>
              <a:t>IoT</a:t>
            </a:r>
            <a:r>
              <a:rPr lang="en-GB" dirty="0">
                <a:solidFill>
                  <a:srgbClr val="000000"/>
                </a:solidFill>
              </a:rPr>
              <a:t> devices like IP cameras, baby monitors etc. It caused major Internet services unavailable</a:t>
            </a:r>
          </a:p>
        </p:txBody>
      </p:sp>
      <p:pic>
        <p:nvPicPr>
          <p:cNvPr id="490" name="Shape 490"/>
          <p:cNvPicPr preferRelativeResize="0"/>
          <p:nvPr/>
        </p:nvPicPr>
        <p:blipFill>
          <a:blip r:embed="rId3">
            <a:alphaModFix/>
          </a:blip>
          <a:stretch>
            <a:fillRect/>
          </a:stretch>
        </p:blipFill>
        <p:spPr>
          <a:xfrm>
            <a:off x="1676402" y="3635427"/>
            <a:ext cx="2910725" cy="1297475"/>
          </a:xfrm>
          <a:prstGeom prst="rect">
            <a:avLst/>
          </a:prstGeom>
          <a:noFill/>
          <a:ln>
            <a:noFill/>
          </a:ln>
        </p:spPr>
      </p:pic>
      <p:pic>
        <p:nvPicPr>
          <p:cNvPr id="491" name="Shape 491"/>
          <p:cNvPicPr preferRelativeResize="0"/>
          <p:nvPr/>
        </p:nvPicPr>
        <p:blipFill>
          <a:blip r:embed="rId4">
            <a:alphaModFix/>
          </a:blip>
          <a:stretch>
            <a:fillRect/>
          </a:stretch>
        </p:blipFill>
        <p:spPr>
          <a:xfrm>
            <a:off x="2953801" y="4788550"/>
            <a:ext cx="3434524" cy="945150"/>
          </a:xfrm>
          <a:prstGeom prst="rect">
            <a:avLst/>
          </a:prstGeom>
          <a:noFill/>
          <a:ln>
            <a:noFill/>
          </a:ln>
        </p:spPr>
      </p:pic>
      <p:pic>
        <p:nvPicPr>
          <p:cNvPr id="492" name="Shape 492"/>
          <p:cNvPicPr preferRelativeResize="0"/>
          <p:nvPr/>
        </p:nvPicPr>
        <p:blipFill>
          <a:blip r:embed="rId5">
            <a:alphaModFix/>
          </a:blip>
          <a:stretch>
            <a:fillRect/>
          </a:stretch>
        </p:blipFill>
        <p:spPr>
          <a:xfrm>
            <a:off x="6571552" y="3405627"/>
            <a:ext cx="3784749" cy="1970675"/>
          </a:xfrm>
          <a:prstGeom prst="rect">
            <a:avLst/>
          </a:prstGeom>
          <a:noFill/>
          <a:ln>
            <a:noFill/>
          </a:ln>
        </p:spPr>
      </p:pic>
      <p:sp>
        <p:nvSpPr>
          <p:cNvPr id="7" name="Slide Number Placeholder 5">
            <a:extLst>
              <a:ext uri="{FF2B5EF4-FFF2-40B4-BE49-F238E27FC236}">
                <a16:creationId xmlns:a16="http://schemas.microsoft.com/office/drawing/2014/main" id="{032EC491-B5EB-F74C-8313-E24AD4D7C1FA}"/>
              </a:ext>
            </a:extLst>
          </p:cNvPr>
          <p:cNvSpPr txBox="1">
            <a:spLocks/>
          </p:cNvSpPr>
          <p:nvPr/>
        </p:nvSpPr>
        <p:spPr>
          <a:xfrm>
            <a:off x="9991182" y="6583679"/>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35</a:t>
            </a:fld>
            <a:endParaRPr lang="en-US" dirty="0">
              <a:solidFill>
                <a:prstClr val="black">
                  <a:tint val="75000"/>
                </a:prstClr>
              </a:solidFill>
            </a:endParaRPr>
          </a:p>
        </p:txBody>
      </p:sp>
    </p:spTree>
    <p:extLst>
      <p:ext uri="{BB962C8B-B14F-4D97-AF65-F5344CB8AC3E}">
        <p14:creationId xmlns:p14="http://schemas.microsoft.com/office/powerpoint/2010/main" val="1989709339"/>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2912</TotalTime>
  <Words>3885</Words>
  <Application>Microsoft Office PowerPoint</Application>
  <PresentationFormat>Widescreen</PresentationFormat>
  <Paragraphs>346</Paragraphs>
  <Slides>35</Slides>
  <Notes>33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Microsoft YaHei</vt:lpstr>
      <vt:lpstr>OpenSans</vt:lpstr>
      <vt:lpstr>Arial</vt:lpstr>
      <vt:lpstr>Calibri</vt:lpstr>
      <vt:lpstr>Consolas</vt:lpstr>
      <vt:lpstr>Courier New</vt:lpstr>
      <vt:lpstr>Wingdings</vt:lpstr>
      <vt:lpstr>Office Theme</vt:lpstr>
      <vt:lpstr>1_Office Theme</vt:lpstr>
      <vt:lpstr>PowerPoint Presentation</vt:lpstr>
      <vt:lpstr>PowerPoint Presentation</vt:lpstr>
      <vt:lpstr>The Heartbleed Bug and Attack</vt:lpstr>
      <vt:lpstr>Background: the Heartbeat Protocol</vt:lpstr>
      <vt:lpstr>How Response Packet is Constructed</vt:lpstr>
      <vt:lpstr>Attack Launch</vt:lpstr>
      <vt:lpstr>Attack Launch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Local DNS Server and Iterative Query Process</vt:lpstr>
      <vt:lpstr>Emulating Local DNS Server  (Step 1: Ask ROOT)</vt:lpstr>
      <vt:lpstr>Steps 2-3: Ask .net &amp; example.net servers</vt:lpstr>
      <vt:lpstr>DNS cache</vt:lpstr>
      <vt:lpstr>DNS Attacks</vt:lpstr>
      <vt:lpstr>Overview of the Attack Surfaces</vt:lpstr>
      <vt:lpstr>DNS Attacks on Compromised Machines</vt:lpstr>
      <vt:lpstr>Spoofing DNS Replies (from LAN)</vt:lpstr>
      <vt:lpstr>Attacks on Nameservers  of a Particular Domain</vt:lpstr>
      <vt:lpstr>Attacks on Nameservers  of a Particular Domain</vt:lpstr>
      <vt:lpstr>Attacks on Nameservers of  a Particular Domain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32</cp:revision>
  <dcterms:created xsi:type="dcterms:W3CDTF">2022-11-16T16:52:58Z</dcterms:created>
  <dcterms:modified xsi:type="dcterms:W3CDTF">2025-02-18T03:50:53Z</dcterms:modified>
</cp:coreProperties>
</file>
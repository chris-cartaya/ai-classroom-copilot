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258" r:id="rId2"/>
    <p:sldId id="964" r:id="rId3"/>
    <p:sldId id="1273" r:id="rId4"/>
    <p:sldId id="1267" r:id="rId5"/>
    <p:sldId id="259" r:id="rId6"/>
    <p:sldId id="1268" r:id="rId7"/>
    <p:sldId id="1269" r:id="rId8"/>
    <p:sldId id="1270" r:id="rId9"/>
    <p:sldId id="1271" r:id="rId10"/>
    <p:sldId id="1272" r:id="rId11"/>
    <p:sldId id="266" r:id="rId12"/>
    <p:sldId id="267" r:id="rId13"/>
    <p:sldId id="268" r:id="rId14"/>
    <p:sldId id="303" r:id="rId15"/>
    <p:sldId id="304" r:id="rId16"/>
    <p:sldId id="305" r:id="rId17"/>
    <p:sldId id="30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99"/>
    <a:srgbClr val="767171"/>
    <a:srgbClr val="0099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22"/>
    <p:restoredTop sz="94694"/>
  </p:normalViewPr>
  <p:slideViewPr>
    <p:cSldViewPr snapToGrid="0" showGuides="1">
      <p:cViewPr varScale="1">
        <p:scale>
          <a:sx n="152" d="100"/>
          <a:sy n="152" d="100"/>
        </p:scale>
        <p:origin x="1104" y="132"/>
      </p:cViewPr>
      <p:guideLst>
        <p:guide orient="horz" pos="3528"/>
        <p:guide pos="3840"/>
      </p:guideLst>
    </p:cSldViewPr>
  </p:slideViewPr>
  <p:notesTextViewPr>
    <p:cViewPr>
      <p:scale>
        <a:sx n="1" d="1"/>
        <a:sy n="1" d="1"/>
      </p:scale>
      <p:origin x="0" y="0"/>
    </p:cViewPr>
  </p:notesTextViewPr>
  <p:notesViewPr>
    <p:cSldViewPr snapToGrid="0"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 Chengyi" userId="9f02c3db-5b00-4063-9ad4-7cdd84fdd2bb" providerId="ADAL" clId="{FD31D919-629D-4132-B9BD-403978D3AF56}"/>
    <pc:docChg chg="undo custSel addSld delSld modSld sldOrd">
      <pc:chgData name="Qu, Chengyi" userId="9f02c3db-5b00-4063-9ad4-7cdd84fdd2bb" providerId="ADAL" clId="{FD31D919-629D-4132-B9BD-403978D3AF56}" dt="2024-01-07T03:10:15.486" v="754" actId="20577"/>
      <pc:docMkLst>
        <pc:docMk/>
      </pc:docMkLst>
      <pc:sldChg chg="modSp mod">
        <pc:chgData name="Qu, Chengyi" userId="9f02c3db-5b00-4063-9ad4-7cdd84fdd2bb" providerId="ADAL" clId="{FD31D919-629D-4132-B9BD-403978D3AF56}" dt="2024-01-07T02:39:26.106" v="54" actId="20577"/>
        <pc:sldMkLst>
          <pc:docMk/>
          <pc:sldMk cId="553553694" sldId="258"/>
        </pc:sldMkLst>
      </pc:sldChg>
      <pc:sldChg chg="modSp mod">
        <pc:chgData name="Qu, Chengyi" userId="9f02c3db-5b00-4063-9ad4-7cdd84fdd2bb" providerId="ADAL" clId="{FD31D919-629D-4132-B9BD-403978D3AF56}" dt="2024-01-07T02:40:45.867" v="77" actId="20577"/>
        <pc:sldMkLst>
          <pc:docMk/>
          <pc:sldMk cId="4038715374" sldId="1255"/>
        </pc:sldMkLst>
      </pc:sldChg>
      <pc:sldChg chg="modSp mod">
        <pc:chgData name="Qu, Chengyi" userId="9f02c3db-5b00-4063-9ad4-7cdd84fdd2bb" providerId="ADAL" clId="{FD31D919-629D-4132-B9BD-403978D3AF56}" dt="2024-01-07T02:57:46.055" v="320" actId="20577"/>
        <pc:sldMkLst>
          <pc:docMk/>
          <pc:sldMk cId="239755599" sldId="1256"/>
        </pc:sldMkLst>
      </pc:sldChg>
      <pc:sldMasterChg chg="delSldLayout">
        <pc:chgData name="Qu, Chengyi" userId="9f02c3db-5b00-4063-9ad4-7cdd84fdd2bb" providerId="ADAL" clId="{FD31D919-629D-4132-B9BD-403978D3AF56}" dt="2024-01-07T02:40:28.652" v="55" actId="47"/>
        <pc:sldMasterMkLst>
          <pc:docMk/>
          <pc:sldMasterMk cId="2807116942" sldId="2147483648"/>
        </pc:sldMasterMkLst>
      </pc:sldMasterChg>
    </pc:docChg>
  </pc:docChgLst>
  <pc:docChgLst>
    <pc:chgData name="Qu, Chengyi" userId="9f02c3db-5b00-4063-9ad4-7cdd84fdd2bb" providerId="ADAL" clId="{46610288-F198-40FB-BD5B-3334E238857A}"/>
    <pc:docChg chg="delSld">
      <pc:chgData name="Qu, Chengyi" userId="9f02c3db-5b00-4063-9ad4-7cdd84fdd2bb" providerId="ADAL" clId="{46610288-F198-40FB-BD5B-3334E238857A}" dt="2025-01-28T00:31:19.913" v="1" actId="47"/>
      <pc:docMkLst>
        <pc:docMk/>
      </pc:docMkLst>
      <pc:sldChg chg="del">
        <pc:chgData name="Qu, Chengyi" userId="9f02c3db-5b00-4063-9ad4-7cdd84fdd2bb" providerId="ADAL" clId="{46610288-F198-40FB-BD5B-3334E238857A}" dt="2025-01-28T00:31:18.150" v="0" actId="47"/>
        <pc:sldMkLst>
          <pc:docMk/>
          <pc:sldMk cId="4038715374" sldId="1255"/>
        </pc:sldMkLst>
      </pc:sldChg>
      <pc:sldChg chg="del">
        <pc:chgData name="Qu, Chengyi" userId="9f02c3db-5b00-4063-9ad4-7cdd84fdd2bb" providerId="ADAL" clId="{46610288-F198-40FB-BD5B-3334E238857A}" dt="2025-01-28T00:31:19.913" v="1" actId="47"/>
        <pc:sldMkLst>
          <pc:docMk/>
          <pc:sldMk cId="239755599" sldId="1256"/>
        </pc:sldMkLst>
      </pc:sldChg>
    </pc:docChg>
  </pc:docChgLst>
  <pc:docChgLst>
    <pc:chgData name="Qu, Chengyi" userId="9f02c3db-5b00-4063-9ad4-7cdd84fdd2bb" providerId="ADAL" clId="{71EBC684-37BE-40AE-943F-85B359DFBCAD}"/>
    <pc:docChg chg="undo custSel addSld delSld modSld sldOrd">
      <pc:chgData name="Qu, Chengyi" userId="9f02c3db-5b00-4063-9ad4-7cdd84fdd2bb" providerId="ADAL" clId="{71EBC684-37BE-40AE-943F-85B359DFBCAD}" dt="2024-01-09T16:40:24.173" v="390"/>
      <pc:docMkLst>
        <pc:docMk/>
      </pc:docMkLst>
      <pc:sldChg chg="modSp">
        <pc:chgData name="Qu, Chengyi" userId="9f02c3db-5b00-4063-9ad4-7cdd84fdd2bb" providerId="ADAL" clId="{71EBC684-37BE-40AE-943F-85B359DFBCAD}" dt="2024-01-09T16:03:38.752" v="43" actId="20577"/>
        <pc:sldMkLst>
          <pc:docMk/>
          <pc:sldMk cId="553553694" sldId="258"/>
        </pc:sldMkLst>
      </pc:sldChg>
      <pc:sldChg chg="modSp add del">
        <pc:chgData name="Qu, Chengyi" userId="9f02c3db-5b00-4063-9ad4-7cdd84fdd2bb" providerId="ADAL" clId="{71EBC684-37BE-40AE-943F-85B359DFBCAD}" dt="2024-01-09T16:33:06.416" v="367" actId="207"/>
        <pc:sldMkLst>
          <pc:docMk/>
          <pc:sldMk cId="0" sldId="261"/>
        </pc:sldMkLst>
      </pc:sldChg>
      <pc:sldChg chg="modSp add del">
        <pc:chgData name="Qu, Chengyi" userId="9f02c3db-5b00-4063-9ad4-7cdd84fdd2bb" providerId="ADAL" clId="{71EBC684-37BE-40AE-943F-85B359DFBCAD}" dt="2024-01-09T16:33:13.542" v="368" actId="207"/>
        <pc:sldMkLst>
          <pc:docMk/>
          <pc:sldMk cId="0" sldId="262"/>
        </pc:sldMkLst>
      </pc:sldChg>
      <pc:sldChg chg="modSp add del">
        <pc:chgData name="Qu, Chengyi" userId="9f02c3db-5b00-4063-9ad4-7cdd84fdd2bb" providerId="ADAL" clId="{71EBC684-37BE-40AE-943F-85B359DFBCAD}" dt="2024-01-09T16:33:21.854" v="369" actId="207"/>
        <pc:sldMkLst>
          <pc:docMk/>
          <pc:sldMk cId="0" sldId="263"/>
        </pc:sldMkLst>
      </pc:sldChg>
      <pc:sldChg chg="modSp add del">
        <pc:chgData name="Qu, Chengyi" userId="9f02c3db-5b00-4063-9ad4-7cdd84fdd2bb" providerId="ADAL" clId="{71EBC684-37BE-40AE-943F-85B359DFBCAD}" dt="2024-01-09T16:33:33.053" v="370" actId="207"/>
        <pc:sldMkLst>
          <pc:docMk/>
          <pc:sldMk cId="0" sldId="264"/>
        </pc:sldMkLst>
      </pc:sldChg>
      <pc:sldChg chg="modSp add del">
        <pc:chgData name="Qu, Chengyi" userId="9f02c3db-5b00-4063-9ad4-7cdd84fdd2bb" providerId="ADAL" clId="{71EBC684-37BE-40AE-943F-85B359DFBCAD}" dt="2024-01-09T16:33:57.054" v="371" actId="207"/>
        <pc:sldMkLst>
          <pc:docMk/>
          <pc:sldMk cId="0" sldId="265"/>
        </pc:sldMkLst>
      </pc:sldChg>
      <pc:sldChg chg="add">
        <pc:chgData name="Qu, Chengyi" userId="9f02c3db-5b00-4063-9ad4-7cdd84fdd2bb" providerId="ADAL" clId="{71EBC684-37BE-40AE-943F-85B359DFBCAD}" dt="2024-01-09T16:08:22.221" v="86"/>
        <pc:sldMkLst>
          <pc:docMk/>
          <pc:sldMk cId="1283235496" sldId="270"/>
        </pc:sldMkLst>
      </pc:sldChg>
      <pc:sldChg chg="add">
        <pc:chgData name="Qu, Chengyi" userId="9f02c3db-5b00-4063-9ad4-7cdd84fdd2bb" providerId="ADAL" clId="{71EBC684-37BE-40AE-943F-85B359DFBCAD}" dt="2024-01-09T16:08:22.221" v="86"/>
        <pc:sldMkLst>
          <pc:docMk/>
          <pc:sldMk cId="1976470243" sldId="271"/>
        </pc:sldMkLst>
      </pc:sldChg>
      <pc:sldChg chg="add">
        <pc:chgData name="Qu, Chengyi" userId="9f02c3db-5b00-4063-9ad4-7cdd84fdd2bb" providerId="ADAL" clId="{71EBC684-37BE-40AE-943F-85B359DFBCAD}" dt="2024-01-09T16:08:22.221" v="86"/>
        <pc:sldMkLst>
          <pc:docMk/>
          <pc:sldMk cId="2385946305" sldId="272"/>
        </pc:sldMkLst>
      </pc:sldChg>
      <pc:sldChg chg="add">
        <pc:chgData name="Qu, Chengyi" userId="9f02c3db-5b00-4063-9ad4-7cdd84fdd2bb" providerId="ADAL" clId="{71EBC684-37BE-40AE-943F-85B359DFBCAD}" dt="2024-01-09T16:08:22.221" v="86"/>
        <pc:sldMkLst>
          <pc:docMk/>
          <pc:sldMk cId="834100436" sldId="273"/>
        </pc:sldMkLst>
      </pc:sldChg>
      <pc:sldChg chg="del">
        <pc:chgData name="Qu, Chengyi" userId="9f02c3db-5b00-4063-9ad4-7cdd84fdd2bb" providerId="ADAL" clId="{71EBC684-37BE-40AE-943F-85B359DFBCAD}" dt="2024-01-09T16:08:30.571" v="104" actId="2696"/>
        <pc:sldMkLst>
          <pc:docMk/>
          <pc:sldMk cId="1167962290" sldId="274"/>
        </pc:sldMkLst>
      </pc:sldChg>
      <pc:sldChg chg="del">
        <pc:chgData name="Qu, Chengyi" userId="9f02c3db-5b00-4063-9ad4-7cdd84fdd2bb" providerId="ADAL" clId="{71EBC684-37BE-40AE-943F-85B359DFBCAD}" dt="2024-01-09T16:08:30.494" v="90" actId="2696"/>
        <pc:sldMkLst>
          <pc:docMk/>
          <pc:sldMk cId="506940129" sldId="275"/>
        </pc:sldMkLst>
      </pc:sldChg>
      <pc:sldChg chg="modSp add del">
        <pc:chgData name="Qu, Chengyi" userId="9f02c3db-5b00-4063-9ad4-7cdd84fdd2bb" providerId="ADAL" clId="{71EBC684-37BE-40AE-943F-85B359DFBCAD}" dt="2024-01-09T16:12:26.136" v="116" actId="207"/>
        <pc:sldMkLst>
          <pc:docMk/>
          <pc:sldMk cId="0" sldId="276"/>
        </pc:sldMkLst>
      </pc:sldChg>
      <pc:sldChg chg="add">
        <pc:chgData name="Qu, Chengyi" userId="9f02c3db-5b00-4063-9ad4-7cdd84fdd2bb" providerId="ADAL" clId="{71EBC684-37BE-40AE-943F-85B359DFBCAD}" dt="2024-01-09T16:08:22.221" v="86"/>
        <pc:sldMkLst>
          <pc:docMk/>
          <pc:sldMk cId="3925861337" sldId="280"/>
        </pc:sldMkLst>
      </pc:sldChg>
      <pc:sldChg chg="add">
        <pc:chgData name="Qu, Chengyi" userId="9f02c3db-5b00-4063-9ad4-7cdd84fdd2bb" providerId="ADAL" clId="{71EBC684-37BE-40AE-943F-85B359DFBCAD}" dt="2024-01-09T16:08:22.221" v="86"/>
        <pc:sldMkLst>
          <pc:docMk/>
          <pc:sldMk cId="1986486448" sldId="281"/>
        </pc:sldMkLst>
      </pc:sldChg>
      <pc:sldChg chg="add">
        <pc:chgData name="Qu, Chengyi" userId="9f02c3db-5b00-4063-9ad4-7cdd84fdd2bb" providerId="ADAL" clId="{71EBC684-37BE-40AE-943F-85B359DFBCAD}" dt="2024-01-09T16:08:22.221" v="86"/>
        <pc:sldMkLst>
          <pc:docMk/>
          <pc:sldMk cId="2836295078" sldId="282"/>
        </pc:sldMkLst>
      </pc:sldChg>
      <pc:sldChg chg="del">
        <pc:chgData name="Qu, Chengyi" userId="9f02c3db-5b00-4063-9ad4-7cdd84fdd2bb" providerId="ADAL" clId="{71EBC684-37BE-40AE-943F-85B359DFBCAD}" dt="2024-01-09T16:08:30.581" v="106" actId="2696"/>
        <pc:sldMkLst>
          <pc:docMk/>
          <pc:sldMk cId="2263096639" sldId="284"/>
        </pc:sldMkLst>
      </pc:sldChg>
      <pc:sldChg chg="del">
        <pc:chgData name="Qu, Chengyi" userId="9f02c3db-5b00-4063-9ad4-7cdd84fdd2bb" providerId="ADAL" clId="{71EBC684-37BE-40AE-943F-85B359DFBCAD}" dt="2024-01-09T16:08:30.607" v="110" actId="2696"/>
        <pc:sldMkLst>
          <pc:docMk/>
          <pc:sldMk cId="3164840039" sldId="290"/>
        </pc:sldMkLst>
      </pc:sldChg>
      <pc:sldChg chg="del">
        <pc:chgData name="Qu, Chengyi" userId="9f02c3db-5b00-4063-9ad4-7cdd84fdd2bb" providerId="ADAL" clId="{71EBC684-37BE-40AE-943F-85B359DFBCAD}" dt="2024-01-09T16:08:30.577" v="105" actId="2696"/>
        <pc:sldMkLst>
          <pc:docMk/>
          <pc:sldMk cId="828849643" sldId="292"/>
        </pc:sldMkLst>
      </pc:sldChg>
      <pc:sldChg chg="add">
        <pc:chgData name="Qu, Chengyi" userId="9f02c3db-5b00-4063-9ad4-7cdd84fdd2bb" providerId="ADAL" clId="{71EBC684-37BE-40AE-943F-85B359DFBCAD}" dt="2024-01-09T16:08:22.221" v="86"/>
        <pc:sldMkLst>
          <pc:docMk/>
          <pc:sldMk cId="4015059804" sldId="335"/>
        </pc:sldMkLst>
      </pc:sldChg>
      <pc:sldChg chg="del">
        <pc:chgData name="Qu, Chengyi" userId="9f02c3db-5b00-4063-9ad4-7cdd84fdd2bb" providerId="ADAL" clId="{71EBC684-37BE-40AE-943F-85B359DFBCAD}" dt="2024-01-09T16:08:30.488" v="89" actId="2696"/>
        <pc:sldMkLst>
          <pc:docMk/>
          <pc:sldMk cId="3586452947" sldId="385"/>
        </pc:sldMkLst>
      </pc:sldChg>
      <pc:sldChg chg="del">
        <pc:chgData name="Qu, Chengyi" userId="9f02c3db-5b00-4063-9ad4-7cdd84fdd2bb" providerId="ADAL" clId="{71EBC684-37BE-40AE-943F-85B359DFBCAD}" dt="2024-01-09T16:08:30.557" v="101" actId="2696"/>
        <pc:sldMkLst>
          <pc:docMk/>
          <pc:sldMk cId="2297114513" sldId="386"/>
        </pc:sldMkLst>
      </pc:sldChg>
      <pc:sldChg chg="del">
        <pc:chgData name="Qu, Chengyi" userId="9f02c3db-5b00-4063-9ad4-7cdd84fdd2bb" providerId="ADAL" clId="{71EBC684-37BE-40AE-943F-85B359DFBCAD}" dt="2024-01-09T16:08:30.542" v="98" actId="2696"/>
        <pc:sldMkLst>
          <pc:docMk/>
          <pc:sldMk cId="57844262" sldId="389"/>
        </pc:sldMkLst>
      </pc:sldChg>
      <pc:sldChg chg="add">
        <pc:chgData name="Qu, Chengyi" userId="9f02c3db-5b00-4063-9ad4-7cdd84fdd2bb" providerId="ADAL" clId="{71EBC684-37BE-40AE-943F-85B359DFBCAD}" dt="2024-01-09T16:08:22.221" v="86"/>
        <pc:sldMkLst>
          <pc:docMk/>
          <pc:sldMk cId="4242966397" sldId="390"/>
        </pc:sldMkLst>
      </pc:sldChg>
      <pc:sldChg chg="del">
        <pc:chgData name="Qu, Chengyi" userId="9f02c3db-5b00-4063-9ad4-7cdd84fdd2bb" providerId="ADAL" clId="{71EBC684-37BE-40AE-943F-85B359DFBCAD}" dt="2024-01-09T16:08:30.500" v="91" actId="2696"/>
        <pc:sldMkLst>
          <pc:docMk/>
          <pc:sldMk cId="313756204" sldId="392"/>
        </pc:sldMkLst>
      </pc:sldChg>
      <pc:sldChg chg="add">
        <pc:chgData name="Qu, Chengyi" userId="9f02c3db-5b00-4063-9ad4-7cdd84fdd2bb" providerId="ADAL" clId="{71EBC684-37BE-40AE-943F-85B359DFBCAD}" dt="2024-01-09T16:08:22.221" v="86"/>
        <pc:sldMkLst>
          <pc:docMk/>
          <pc:sldMk cId="2319081198" sldId="446"/>
        </pc:sldMkLst>
      </pc:sldChg>
      <pc:sldChg chg="add">
        <pc:chgData name="Qu, Chengyi" userId="9f02c3db-5b00-4063-9ad4-7cdd84fdd2bb" providerId="ADAL" clId="{71EBC684-37BE-40AE-943F-85B359DFBCAD}" dt="2024-01-09T16:07:30.569" v="85"/>
        <pc:sldMkLst>
          <pc:docMk/>
          <pc:sldMk cId="626454371" sldId="504"/>
        </pc:sldMkLst>
      </pc:sldChg>
      <pc:sldChg chg="del">
        <pc:chgData name="Qu, Chengyi" userId="9f02c3db-5b00-4063-9ad4-7cdd84fdd2bb" providerId="ADAL" clId="{71EBC684-37BE-40AE-943F-85B359DFBCAD}" dt="2024-01-09T16:08:30.505" v="92" actId="2696"/>
        <pc:sldMkLst>
          <pc:docMk/>
          <pc:sldMk cId="2570994425" sldId="505"/>
        </pc:sldMkLst>
      </pc:sldChg>
      <pc:sldChg chg="del">
        <pc:chgData name="Qu, Chengyi" userId="9f02c3db-5b00-4063-9ad4-7cdd84fdd2bb" providerId="ADAL" clId="{71EBC684-37BE-40AE-943F-85B359DFBCAD}" dt="2024-01-09T16:08:30.510" v="93" actId="2696"/>
        <pc:sldMkLst>
          <pc:docMk/>
          <pc:sldMk cId="951130442" sldId="506"/>
        </pc:sldMkLst>
      </pc:sldChg>
      <pc:sldChg chg="del">
        <pc:chgData name="Qu, Chengyi" userId="9f02c3db-5b00-4063-9ad4-7cdd84fdd2bb" providerId="ADAL" clId="{71EBC684-37BE-40AE-943F-85B359DFBCAD}" dt="2024-01-09T16:08:30.567" v="103" actId="2696"/>
        <pc:sldMkLst>
          <pc:docMk/>
          <pc:sldMk cId="735510040" sldId="509"/>
        </pc:sldMkLst>
      </pc:sldChg>
      <pc:sldChg chg="add">
        <pc:chgData name="Qu, Chengyi" userId="9f02c3db-5b00-4063-9ad4-7cdd84fdd2bb" providerId="ADAL" clId="{71EBC684-37BE-40AE-943F-85B359DFBCAD}" dt="2024-01-09T16:08:22.221" v="86"/>
        <pc:sldMkLst>
          <pc:docMk/>
          <pc:sldMk cId="1508545327" sldId="522"/>
        </pc:sldMkLst>
      </pc:sldChg>
      <pc:sldChg chg="add ord">
        <pc:chgData name="Qu, Chengyi" userId="9f02c3db-5b00-4063-9ad4-7cdd84fdd2bb" providerId="ADAL" clId="{71EBC684-37BE-40AE-943F-85B359DFBCAD}" dt="2024-01-09T16:40:24.173" v="390"/>
        <pc:sldMkLst>
          <pc:docMk/>
          <pc:sldMk cId="854743546" sldId="526"/>
        </pc:sldMkLst>
      </pc:sldChg>
      <pc:sldChg chg="add del">
        <pc:chgData name="Qu, Chengyi" userId="9f02c3db-5b00-4063-9ad4-7cdd84fdd2bb" providerId="ADAL" clId="{71EBC684-37BE-40AE-943F-85B359DFBCAD}" dt="2024-01-09T16:06:51.507" v="84"/>
        <pc:sldMkLst>
          <pc:docMk/>
          <pc:sldMk cId="4168855840" sldId="533"/>
        </pc:sldMkLst>
      </pc:sldChg>
      <pc:sldChg chg="addSp delSp modSp add">
        <pc:chgData name="Qu, Chengyi" userId="9f02c3db-5b00-4063-9ad4-7cdd84fdd2bb" providerId="ADAL" clId="{71EBC684-37BE-40AE-943F-85B359DFBCAD}" dt="2024-01-09T16:37:53.443" v="386" actId="1076"/>
        <pc:sldMkLst>
          <pc:docMk/>
          <pc:sldMk cId="1949189601" sldId="573"/>
        </pc:sldMkLst>
      </pc:sldChg>
      <pc:sldChg chg="del">
        <pc:chgData name="Qu, Chengyi" userId="9f02c3db-5b00-4063-9ad4-7cdd84fdd2bb" providerId="ADAL" clId="{71EBC684-37BE-40AE-943F-85B359DFBCAD}" dt="2024-01-09T16:08:30.522" v="95" actId="2696"/>
        <pc:sldMkLst>
          <pc:docMk/>
          <pc:sldMk cId="2316705036" sldId="603"/>
        </pc:sldMkLst>
      </pc:sldChg>
      <pc:sldChg chg="del">
        <pc:chgData name="Qu, Chengyi" userId="9f02c3db-5b00-4063-9ad4-7cdd84fdd2bb" providerId="ADAL" clId="{71EBC684-37BE-40AE-943F-85B359DFBCAD}" dt="2024-01-09T16:08:30.526" v="96" actId="2696"/>
        <pc:sldMkLst>
          <pc:docMk/>
          <pc:sldMk cId="2915450618" sldId="604"/>
        </pc:sldMkLst>
      </pc:sldChg>
      <pc:sldChg chg="del">
        <pc:chgData name="Qu, Chengyi" userId="9f02c3db-5b00-4063-9ad4-7cdd84fdd2bb" providerId="ADAL" clId="{71EBC684-37BE-40AE-943F-85B359DFBCAD}" dt="2024-01-09T16:08:30.551" v="99" actId="2696"/>
        <pc:sldMkLst>
          <pc:docMk/>
          <pc:sldMk cId="562797420" sldId="608"/>
        </pc:sldMkLst>
      </pc:sldChg>
      <pc:sldChg chg="del">
        <pc:chgData name="Qu, Chengyi" userId="9f02c3db-5b00-4063-9ad4-7cdd84fdd2bb" providerId="ADAL" clId="{71EBC684-37BE-40AE-943F-85B359DFBCAD}" dt="2024-01-09T16:08:30.517" v="94" actId="2696"/>
        <pc:sldMkLst>
          <pc:docMk/>
          <pc:sldMk cId="3938647246" sldId="867"/>
        </pc:sldMkLst>
      </pc:sldChg>
      <pc:sldChg chg="del">
        <pc:chgData name="Qu, Chengyi" userId="9f02c3db-5b00-4063-9ad4-7cdd84fdd2bb" providerId="ADAL" clId="{71EBC684-37BE-40AE-943F-85B359DFBCAD}" dt="2024-01-09T16:08:30.482" v="88" actId="2696"/>
        <pc:sldMkLst>
          <pc:docMk/>
          <pc:sldMk cId="1165219369" sldId="919"/>
        </pc:sldMkLst>
      </pc:sldChg>
      <pc:sldChg chg="addSp delSp modSp">
        <pc:chgData name="Qu, Chengyi" userId="9f02c3db-5b00-4063-9ad4-7cdd84fdd2bb" providerId="ADAL" clId="{71EBC684-37BE-40AE-943F-85B359DFBCAD}" dt="2024-01-09T16:04:58.638" v="77" actId="20577"/>
        <pc:sldMkLst>
          <pc:docMk/>
          <pc:sldMk cId="1987998376" sldId="964"/>
        </pc:sldMkLst>
      </pc:sldChg>
      <pc:sldChg chg="del">
        <pc:chgData name="Qu, Chengyi" userId="9f02c3db-5b00-4063-9ad4-7cdd84fdd2bb" providerId="ADAL" clId="{71EBC684-37BE-40AE-943F-85B359DFBCAD}" dt="2024-01-09T16:08:30.535" v="97" actId="2696"/>
        <pc:sldMkLst>
          <pc:docMk/>
          <pc:sldMk cId="3956557252" sldId="965"/>
        </pc:sldMkLst>
      </pc:sldChg>
      <pc:sldChg chg="add ord">
        <pc:chgData name="Qu, Chengyi" userId="9f02c3db-5b00-4063-9ad4-7cdd84fdd2bb" providerId="ADAL" clId="{71EBC684-37BE-40AE-943F-85B359DFBCAD}" dt="2024-01-09T16:40:24.173" v="390"/>
        <pc:sldMkLst>
          <pc:docMk/>
          <pc:sldMk cId="3628008649" sldId="971"/>
        </pc:sldMkLst>
      </pc:sldChg>
      <pc:sldChg chg="add ord">
        <pc:chgData name="Qu, Chengyi" userId="9f02c3db-5b00-4063-9ad4-7cdd84fdd2bb" providerId="ADAL" clId="{71EBC684-37BE-40AE-943F-85B359DFBCAD}" dt="2024-01-09T16:40:24.173" v="390"/>
        <pc:sldMkLst>
          <pc:docMk/>
          <pc:sldMk cId="3445340925" sldId="972"/>
        </pc:sldMkLst>
      </pc:sldChg>
      <pc:sldChg chg="del">
        <pc:chgData name="Qu, Chengyi" userId="9f02c3db-5b00-4063-9ad4-7cdd84fdd2bb" providerId="ADAL" clId="{71EBC684-37BE-40AE-943F-85B359DFBCAD}" dt="2024-01-09T16:08:30.473" v="87" actId="2696"/>
        <pc:sldMkLst>
          <pc:docMk/>
          <pc:sldMk cId="56815972" sldId="1257"/>
        </pc:sldMkLst>
      </pc:sldChg>
      <pc:sldChg chg="del">
        <pc:chgData name="Qu, Chengyi" userId="9f02c3db-5b00-4063-9ad4-7cdd84fdd2bb" providerId="ADAL" clId="{71EBC684-37BE-40AE-943F-85B359DFBCAD}" dt="2024-01-09T16:08:30.561" v="102" actId="2696"/>
        <pc:sldMkLst>
          <pc:docMk/>
          <pc:sldMk cId="2835061460" sldId="1258"/>
        </pc:sldMkLst>
      </pc:sldChg>
      <pc:sldChg chg="del">
        <pc:chgData name="Qu, Chengyi" userId="9f02c3db-5b00-4063-9ad4-7cdd84fdd2bb" providerId="ADAL" clId="{71EBC684-37BE-40AE-943F-85B359DFBCAD}" dt="2024-01-09T16:08:30.603" v="109" actId="2696"/>
        <pc:sldMkLst>
          <pc:docMk/>
          <pc:sldMk cId="1307588251" sldId="1259"/>
        </pc:sldMkLst>
      </pc:sldChg>
      <pc:sldChg chg="del">
        <pc:chgData name="Qu, Chengyi" userId="9f02c3db-5b00-4063-9ad4-7cdd84fdd2bb" providerId="ADAL" clId="{71EBC684-37BE-40AE-943F-85B359DFBCAD}" dt="2024-01-09T16:08:30.594" v="107" actId="2696"/>
        <pc:sldMkLst>
          <pc:docMk/>
          <pc:sldMk cId="1694100107" sldId="1260"/>
        </pc:sldMkLst>
      </pc:sldChg>
      <pc:sldChg chg="modSp add">
        <pc:chgData name="Qu, Chengyi" userId="9f02c3db-5b00-4063-9ad4-7cdd84fdd2bb" providerId="ADAL" clId="{71EBC684-37BE-40AE-943F-85B359DFBCAD}" dt="2024-01-09T16:05:16.829" v="79" actId="207"/>
        <pc:sldMkLst>
          <pc:docMk/>
          <pc:sldMk cId="1883330637" sldId="1261"/>
        </pc:sldMkLst>
      </pc:sldChg>
      <pc:sldChg chg="add del">
        <pc:chgData name="Qu, Chengyi" userId="9f02c3db-5b00-4063-9ad4-7cdd84fdd2bb" providerId="ADAL" clId="{71EBC684-37BE-40AE-943F-85B359DFBCAD}" dt="2024-01-09T16:06:51.178" v="83"/>
        <pc:sldMkLst>
          <pc:docMk/>
          <pc:sldMk cId="764943190" sldId="1262"/>
        </pc:sldMkLst>
      </pc:sldChg>
      <pc:sldChg chg="add">
        <pc:chgData name="Qu, Chengyi" userId="9f02c3db-5b00-4063-9ad4-7cdd84fdd2bb" providerId="ADAL" clId="{71EBC684-37BE-40AE-943F-85B359DFBCAD}" dt="2024-01-09T16:07:30.569" v="85"/>
        <pc:sldMkLst>
          <pc:docMk/>
          <pc:sldMk cId="2506038731" sldId="1262"/>
        </pc:sldMkLst>
      </pc:sldChg>
      <pc:sldChg chg="add">
        <pc:chgData name="Qu, Chengyi" userId="9f02c3db-5b00-4063-9ad4-7cdd84fdd2bb" providerId="ADAL" clId="{71EBC684-37BE-40AE-943F-85B359DFBCAD}" dt="2024-01-09T16:08:22.221" v="86"/>
        <pc:sldMkLst>
          <pc:docMk/>
          <pc:sldMk cId="612722790" sldId="1263"/>
        </pc:sldMkLst>
      </pc:sldChg>
      <pc:sldChg chg="modSp add">
        <pc:chgData name="Qu, Chengyi" userId="9f02c3db-5b00-4063-9ad4-7cdd84fdd2bb" providerId="ADAL" clId="{71EBC684-37BE-40AE-943F-85B359DFBCAD}" dt="2024-01-09T16:25:59.529" v="362" actId="20577"/>
        <pc:sldMkLst>
          <pc:docMk/>
          <pc:sldMk cId="84850273" sldId="1264"/>
        </pc:sldMkLst>
      </pc:sldChg>
      <pc:sldChg chg="modSp add del">
        <pc:chgData name="Qu, Chengyi" userId="9f02c3db-5b00-4063-9ad4-7cdd84fdd2bb" providerId="ADAL" clId="{71EBC684-37BE-40AE-943F-85B359DFBCAD}" dt="2024-01-09T16:37:16.482" v="376" actId="2696"/>
        <pc:sldMkLst>
          <pc:docMk/>
          <pc:sldMk cId="0" sldId="1265"/>
        </pc:sldMkLst>
      </pc:sldChg>
      <pc:sldChg chg="modSp add del">
        <pc:chgData name="Qu, Chengyi" userId="9f02c3db-5b00-4063-9ad4-7cdd84fdd2bb" providerId="ADAL" clId="{71EBC684-37BE-40AE-943F-85B359DFBCAD}" dt="2024-01-09T16:38:21.366" v="389" actId="20577"/>
        <pc:sldMkLst>
          <pc:docMk/>
          <pc:sldMk cId="0" sldId="1266"/>
        </pc:sldMkLst>
      </pc:sldChg>
      <pc:sldMasterChg chg="delSldLayout">
        <pc:chgData name="Qu, Chengyi" userId="9f02c3db-5b00-4063-9ad4-7cdd84fdd2bb" providerId="ADAL" clId="{71EBC684-37BE-40AE-943F-85B359DFBCAD}" dt="2024-01-09T16:08:30.595" v="108" actId="2696"/>
        <pc:sldMasterMkLst>
          <pc:docMk/>
          <pc:sldMasterMk cId="481874104" sldId="2147483667"/>
        </pc:sldMasterMkLst>
        <pc:sldLayoutChg chg="del">
          <pc:chgData name="Qu, Chengyi" userId="9f02c3db-5b00-4063-9ad4-7cdd84fdd2bb" providerId="ADAL" clId="{71EBC684-37BE-40AE-943F-85B359DFBCAD}" dt="2024-01-09T16:08:30.553" v="100" actId="2696"/>
          <pc:sldLayoutMkLst>
            <pc:docMk/>
            <pc:sldMasterMk cId="481874104" sldId="2147483667"/>
            <pc:sldLayoutMk cId="1386336603" sldId="2147483679"/>
          </pc:sldLayoutMkLst>
        </pc:sldLayoutChg>
        <pc:sldLayoutChg chg="del">
          <pc:chgData name="Qu, Chengyi" userId="9f02c3db-5b00-4063-9ad4-7cdd84fdd2bb" providerId="ADAL" clId="{71EBC684-37BE-40AE-943F-85B359DFBCAD}" dt="2024-01-09T16:08:30.595" v="108" actId="2696"/>
          <pc:sldLayoutMkLst>
            <pc:docMk/>
            <pc:sldMasterMk cId="481874104" sldId="2147483667"/>
            <pc:sldLayoutMk cId="1457830139" sldId="2147483680"/>
          </pc:sldLayoutMkLst>
        </pc:sldLayoutChg>
      </pc:sldMasterChg>
    </pc:docChg>
  </pc:docChgLst>
  <pc:docChgLst>
    <pc:chgData name="Qu, Chengyi" userId="9f02c3db-5b00-4063-9ad4-7cdd84fdd2bb" providerId="ADAL" clId="{54A67444-F441-4145-B7B7-0BC8ED328209}"/>
    <pc:docChg chg="undo custSel addSld delSld modSld delMainMaster">
      <pc:chgData name="Qu, Chengyi" userId="9f02c3db-5b00-4063-9ad4-7cdd84fdd2bb" providerId="ADAL" clId="{54A67444-F441-4145-B7B7-0BC8ED328209}" dt="2024-01-23T16:11:02.586" v="47" actId="14100"/>
      <pc:docMkLst>
        <pc:docMk/>
      </pc:docMkLst>
      <pc:sldChg chg="modSp mod">
        <pc:chgData name="Qu, Chengyi" userId="9f02c3db-5b00-4063-9ad4-7cdd84fdd2bb" providerId="ADAL" clId="{54A67444-F441-4145-B7B7-0BC8ED328209}" dt="2024-01-23T16:02:39.941" v="9" actId="20577"/>
        <pc:sldMkLst>
          <pc:docMk/>
          <pc:sldMk cId="553553694" sldId="258"/>
        </pc:sldMkLst>
      </pc:sldChg>
      <pc:sldChg chg="add modNotes">
        <pc:chgData name="Qu, Chengyi" userId="9f02c3db-5b00-4063-9ad4-7cdd84fdd2bb" providerId="ADAL" clId="{54A67444-F441-4145-B7B7-0BC8ED328209}" dt="2024-01-23T16:06:18.819" v="43"/>
        <pc:sldMkLst>
          <pc:docMk/>
          <pc:sldMk cId="1990146364" sldId="259"/>
        </pc:sldMkLst>
      </pc:sldChg>
      <pc:sldChg chg="del">
        <pc:chgData name="Qu, Chengyi" userId="9f02c3db-5b00-4063-9ad4-7cdd84fdd2bb" providerId="ADAL" clId="{54A67444-F441-4145-B7B7-0BC8ED328209}" dt="2024-01-23T16:04:34.681" v="21" actId="47"/>
        <pc:sldMkLst>
          <pc:docMk/>
          <pc:sldMk cId="0" sldId="261"/>
        </pc:sldMkLst>
      </pc:sldChg>
      <pc:sldChg chg="add del">
        <pc:chgData name="Qu, Chengyi" userId="9f02c3db-5b00-4063-9ad4-7cdd84fdd2bb" providerId="ADAL" clId="{54A67444-F441-4145-B7B7-0BC8ED328209}" dt="2024-01-23T16:06:18.819" v="43"/>
        <pc:sldMkLst>
          <pc:docMk/>
          <pc:sldMk cId="3379956012" sldId="261"/>
        </pc:sldMkLst>
      </pc:sldChg>
      <pc:sldChg chg="del">
        <pc:chgData name="Qu, Chengyi" userId="9f02c3db-5b00-4063-9ad4-7cdd84fdd2bb" providerId="ADAL" clId="{54A67444-F441-4145-B7B7-0BC8ED328209}" dt="2024-01-23T16:04:34.681" v="21" actId="47"/>
        <pc:sldMkLst>
          <pc:docMk/>
          <pc:sldMk cId="0" sldId="262"/>
        </pc:sldMkLst>
      </pc:sldChg>
      <pc:sldChg chg="add del">
        <pc:chgData name="Qu, Chengyi" userId="9f02c3db-5b00-4063-9ad4-7cdd84fdd2bb" providerId="ADAL" clId="{54A67444-F441-4145-B7B7-0BC8ED328209}" dt="2024-01-23T16:06:18.819" v="43"/>
        <pc:sldMkLst>
          <pc:docMk/>
          <pc:sldMk cId="1685846870" sldId="262"/>
        </pc:sldMkLst>
      </pc:sldChg>
      <pc:sldChg chg="del">
        <pc:chgData name="Qu, Chengyi" userId="9f02c3db-5b00-4063-9ad4-7cdd84fdd2bb" providerId="ADAL" clId="{54A67444-F441-4145-B7B7-0BC8ED328209}" dt="2024-01-23T16:04:34.681" v="21" actId="47"/>
        <pc:sldMkLst>
          <pc:docMk/>
          <pc:sldMk cId="0" sldId="263"/>
        </pc:sldMkLst>
      </pc:sldChg>
      <pc:sldChg chg="add del">
        <pc:chgData name="Qu, Chengyi" userId="9f02c3db-5b00-4063-9ad4-7cdd84fdd2bb" providerId="ADAL" clId="{54A67444-F441-4145-B7B7-0BC8ED328209}" dt="2024-01-23T16:06:18.819" v="43"/>
        <pc:sldMkLst>
          <pc:docMk/>
          <pc:sldMk cId="106735833" sldId="263"/>
        </pc:sldMkLst>
      </pc:sldChg>
      <pc:sldChg chg="del">
        <pc:chgData name="Qu, Chengyi" userId="9f02c3db-5b00-4063-9ad4-7cdd84fdd2bb" providerId="ADAL" clId="{54A67444-F441-4145-B7B7-0BC8ED328209}" dt="2024-01-23T16:04:34.681" v="21" actId="47"/>
        <pc:sldMkLst>
          <pc:docMk/>
          <pc:sldMk cId="0" sldId="264"/>
        </pc:sldMkLst>
      </pc:sldChg>
      <pc:sldChg chg="add del">
        <pc:chgData name="Qu, Chengyi" userId="9f02c3db-5b00-4063-9ad4-7cdd84fdd2bb" providerId="ADAL" clId="{54A67444-F441-4145-B7B7-0BC8ED328209}" dt="2024-01-23T16:06:18.819" v="43"/>
        <pc:sldMkLst>
          <pc:docMk/>
          <pc:sldMk cId="3374817821" sldId="264"/>
        </pc:sldMkLst>
      </pc:sldChg>
      <pc:sldChg chg="del">
        <pc:chgData name="Qu, Chengyi" userId="9f02c3db-5b00-4063-9ad4-7cdd84fdd2bb" providerId="ADAL" clId="{54A67444-F441-4145-B7B7-0BC8ED328209}" dt="2024-01-23T16:04:34.681" v="21" actId="47"/>
        <pc:sldMkLst>
          <pc:docMk/>
          <pc:sldMk cId="0" sldId="265"/>
        </pc:sldMkLst>
      </pc:sldChg>
      <pc:sldChg chg="add del">
        <pc:chgData name="Qu, Chengyi" userId="9f02c3db-5b00-4063-9ad4-7cdd84fdd2bb" providerId="ADAL" clId="{54A67444-F441-4145-B7B7-0BC8ED328209}" dt="2024-01-23T16:06:18.819" v="43"/>
        <pc:sldMkLst>
          <pc:docMk/>
          <pc:sldMk cId="617169351" sldId="265"/>
        </pc:sldMkLst>
      </pc:sldChg>
      <pc:sldChg chg="modSp add mod modNotes">
        <pc:chgData name="Qu, Chengyi" userId="9f02c3db-5b00-4063-9ad4-7cdd84fdd2bb" providerId="ADAL" clId="{54A67444-F441-4145-B7B7-0BC8ED328209}" dt="2024-01-23T16:11:02.586" v="47" actId="14100"/>
        <pc:sldMkLst>
          <pc:docMk/>
          <pc:sldMk cId="4236835058" sldId="266"/>
        </pc:sldMkLst>
      </pc:sldChg>
      <pc:sldChg chg="add modNotes">
        <pc:chgData name="Qu, Chengyi" userId="9f02c3db-5b00-4063-9ad4-7cdd84fdd2bb" providerId="ADAL" clId="{54A67444-F441-4145-B7B7-0BC8ED328209}" dt="2024-01-23T16:06:18.819" v="43"/>
        <pc:sldMkLst>
          <pc:docMk/>
          <pc:sldMk cId="2712866180" sldId="267"/>
        </pc:sldMkLst>
      </pc:sldChg>
      <pc:sldChg chg="add modNotes">
        <pc:chgData name="Qu, Chengyi" userId="9f02c3db-5b00-4063-9ad4-7cdd84fdd2bb" providerId="ADAL" clId="{54A67444-F441-4145-B7B7-0BC8ED328209}" dt="2024-01-23T16:06:18.819" v="43"/>
        <pc:sldMkLst>
          <pc:docMk/>
          <pc:sldMk cId="1180261676" sldId="268"/>
        </pc:sldMkLst>
      </pc:sldChg>
      <pc:sldChg chg="del">
        <pc:chgData name="Qu, Chengyi" userId="9f02c3db-5b00-4063-9ad4-7cdd84fdd2bb" providerId="ADAL" clId="{54A67444-F441-4145-B7B7-0BC8ED328209}" dt="2024-01-23T16:04:34.681" v="21" actId="47"/>
        <pc:sldMkLst>
          <pc:docMk/>
          <pc:sldMk cId="1283235496" sldId="270"/>
        </pc:sldMkLst>
      </pc:sldChg>
      <pc:sldChg chg="del">
        <pc:chgData name="Qu, Chengyi" userId="9f02c3db-5b00-4063-9ad4-7cdd84fdd2bb" providerId="ADAL" clId="{54A67444-F441-4145-B7B7-0BC8ED328209}" dt="2024-01-23T16:04:34.681" v="21" actId="47"/>
        <pc:sldMkLst>
          <pc:docMk/>
          <pc:sldMk cId="1976470243" sldId="271"/>
        </pc:sldMkLst>
      </pc:sldChg>
      <pc:sldChg chg="del">
        <pc:chgData name="Qu, Chengyi" userId="9f02c3db-5b00-4063-9ad4-7cdd84fdd2bb" providerId="ADAL" clId="{54A67444-F441-4145-B7B7-0BC8ED328209}" dt="2024-01-23T16:04:34.681" v="21" actId="47"/>
        <pc:sldMkLst>
          <pc:docMk/>
          <pc:sldMk cId="2385946305" sldId="272"/>
        </pc:sldMkLst>
      </pc:sldChg>
      <pc:sldChg chg="del">
        <pc:chgData name="Qu, Chengyi" userId="9f02c3db-5b00-4063-9ad4-7cdd84fdd2bb" providerId="ADAL" clId="{54A67444-F441-4145-B7B7-0BC8ED328209}" dt="2024-01-23T16:04:34.681" v="21" actId="47"/>
        <pc:sldMkLst>
          <pc:docMk/>
          <pc:sldMk cId="834100436" sldId="273"/>
        </pc:sldMkLst>
      </pc:sldChg>
      <pc:sldChg chg="del">
        <pc:chgData name="Qu, Chengyi" userId="9f02c3db-5b00-4063-9ad4-7cdd84fdd2bb" providerId="ADAL" clId="{54A67444-F441-4145-B7B7-0BC8ED328209}" dt="2024-01-23T16:04:34.681" v="21" actId="47"/>
        <pc:sldMkLst>
          <pc:docMk/>
          <pc:sldMk cId="0" sldId="276"/>
        </pc:sldMkLst>
      </pc:sldChg>
      <pc:sldChg chg="del">
        <pc:chgData name="Qu, Chengyi" userId="9f02c3db-5b00-4063-9ad4-7cdd84fdd2bb" providerId="ADAL" clId="{54A67444-F441-4145-B7B7-0BC8ED328209}" dt="2024-01-23T16:04:34.681" v="21" actId="47"/>
        <pc:sldMkLst>
          <pc:docMk/>
          <pc:sldMk cId="3925861337" sldId="280"/>
        </pc:sldMkLst>
      </pc:sldChg>
      <pc:sldChg chg="del">
        <pc:chgData name="Qu, Chengyi" userId="9f02c3db-5b00-4063-9ad4-7cdd84fdd2bb" providerId="ADAL" clId="{54A67444-F441-4145-B7B7-0BC8ED328209}" dt="2024-01-23T16:04:34.681" v="21" actId="47"/>
        <pc:sldMkLst>
          <pc:docMk/>
          <pc:sldMk cId="1986486448" sldId="281"/>
        </pc:sldMkLst>
      </pc:sldChg>
      <pc:sldChg chg="del">
        <pc:chgData name="Qu, Chengyi" userId="9f02c3db-5b00-4063-9ad4-7cdd84fdd2bb" providerId="ADAL" clId="{54A67444-F441-4145-B7B7-0BC8ED328209}" dt="2024-01-23T16:04:34.681" v="21" actId="47"/>
        <pc:sldMkLst>
          <pc:docMk/>
          <pc:sldMk cId="2836295078" sldId="282"/>
        </pc:sldMkLst>
      </pc:sldChg>
      <pc:sldChg chg="add modNotes">
        <pc:chgData name="Qu, Chengyi" userId="9f02c3db-5b00-4063-9ad4-7cdd84fdd2bb" providerId="ADAL" clId="{54A67444-F441-4145-B7B7-0BC8ED328209}" dt="2024-01-23T16:06:18.819" v="43"/>
        <pc:sldMkLst>
          <pc:docMk/>
          <pc:sldMk cId="3696353953" sldId="303"/>
        </pc:sldMkLst>
      </pc:sldChg>
      <pc:sldChg chg="add modNotes">
        <pc:chgData name="Qu, Chengyi" userId="9f02c3db-5b00-4063-9ad4-7cdd84fdd2bb" providerId="ADAL" clId="{54A67444-F441-4145-B7B7-0BC8ED328209}" dt="2024-01-23T16:06:18.819" v="43"/>
        <pc:sldMkLst>
          <pc:docMk/>
          <pc:sldMk cId="2713426596" sldId="304"/>
        </pc:sldMkLst>
      </pc:sldChg>
      <pc:sldChg chg="add modNotes">
        <pc:chgData name="Qu, Chengyi" userId="9f02c3db-5b00-4063-9ad4-7cdd84fdd2bb" providerId="ADAL" clId="{54A67444-F441-4145-B7B7-0BC8ED328209}" dt="2024-01-23T16:06:18.819" v="43"/>
        <pc:sldMkLst>
          <pc:docMk/>
          <pc:sldMk cId="2387288212" sldId="305"/>
        </pc:sldMkLst>
      </pc:sldChg>
      <pc:sldChg chg="add modNotes">
        <pc:chgData name="Qu, Chengyi" userId="9f02c3db-5b00-4063-9ad4-7cdd84fdd2bb" providerId="ADAL" clId="{54A67444-F441-4145-B7B7-0BC8ED328209}" dt="2024-01-23T16:06:18.819" v="43"/>
        <pc:sldMkLst>
          <pc:docMk/>
          <pc:sldMk cId="3887296429" sldId="306"/>
        </pc:sldMkLst>
      </pc:sldChg>
      <pc:sldChg chg="del">
        <pc:chgData name="Qu, Chengyi" userId="9f02c3db-5b00-4063-9ad4-7cdd84fdd2bb" providerId="ADAL" clId="{54A67444-F441-4145-B7B7-0BC8ED328209}" dt="2024-01-23T16:04:34.681" v="21" actId="47"/>
        <pc:sldMkLst>
          <pc:docMk/>
          <pc:sldMk cId="996191177" sldId="332"/>
        </pc:sldMkLst>
      </pc:sldChg>
      <pc:sldChg chg="del">
        <pc:chgData name="Qu, Chengyi" userId="9f02c3db-5b00-4063-9ad4-7cdd84fdd2bb" providerId="ADAL" clId="{54A67444-F441-4145-B7B7-0BC8ED328209}" dt="2024-01-23T16:04:34.681" v="21" actId="47"/>
        <pc:sldMkLst>
          <pc:docMk/>
          <pc:sldMk cId="2088431158" sldId="333"/>
        </pc:sldMkLst>
      </pc:sldChg>
      <pc:sldChg chg="del">
        <pc:chgData name="Qu, Chengyi" userId="9f02c3db-5b00-4063-9ad4-7cdd84fdd2bb" providerId="ADAL" clId="{54A67444-F441-4145-B7B7-0BC8ED328209}" dt="2024-01-23T16:04:34.681" v="21" actId="47"/>
        <pc:sldMkLst>
          <pc:docMk/>
          <pc:sldMk cId="3190255653" sldId="334"/>
        </pc:sldMkLst>
      </pc:sldChg>
      <pc:sldChg chg="del">
        <pc:chgData name="Qu, Chengyi" userId="9f02c3db-5b00-4063-9ad4-7cdd84fdd2bb" providerId="ADAL" clId="{54A67444-F441-4145-B7B7-0BC8ED328209}" dt="2024-01-23T16:04:34.681" v="21" actId="47"/>
        <pc:sldMkLst>
          <pc:docMk/>
          <pc:sldMk cId="4015059804" sldId="335"/>
        </pc:sldMkLst>
      </pc:sldChg>
      <pc:sldChg chg="del">
        <pc:chgData name="Qu, Chengyi" userId="9f02c3db-5b00-4063-9ad4-7cdd84fdd2bb" providerId="ADAL" clId="{54A67444-F441-4145-B7B7-0BC8ED328209}" dt="2024-01-23T16:04:34.681" v="21" actId="47"/>
        <pc:sldMkLst>
          <pc:docMk/>
          <pc:sldMk cId="4242966397" sldId="390"/>
        </pc:sldMkLst>
      </pc:sldChg>
      <pc:sldChg chg="del">
        <pc:chgData name="Qu, Chengyi" userId="9f02c3db-5b00-4063-9ad4-7cdd84fdd2bb" providerId="ADAL" clId="{54A67444-F441-4145-B7B7-0BC8ED328209}" dt="2024-01-23T16:04:34.681" v="21" actId="47"/>
        <pc:sldMkLst>
          <pc:docMk/>
          <pc:sldMk cId="2319081198" sldId="446"/>
        </pc:sldMkLst>
      </pc:sldChg>
      <pc:sldChg chg="del">
        <pc:chgData name="Qu, Chengyi" userId="9f02c3db-5b00-4063-9ad4-7cdd84fdd2bb" providerId="ADAL" clId="{54A67444-F441-4145-B7B7-0BC8ED328209}" dt="2024-01-23T16:04:34.681" v="21" actId="47"/>
        <pc:sldMkLst>
          <pc:docMk/>
          <pc:sldMk cId="626454371" sldId="504"/>
        </pc:sldMkLst>
      </pc:sldChg>
      <pc:sldChg chg="del">
        <pc:chgData name="Qu, Chengyi" userId="9f02c3db-5b00-4063-9ad4-7cdd84fdd2bb" providerId="ADAL" clId="{54A67444-F441-4145-B7B7-0BC8ED328209}" dt="2024-01-23T16:04:34.681" v="21" actId="47"/>
        <pc:sldMkLst>
          <pc:docMk/>
          <pc:sldMk cId="1508545327" sldId="522"/>
        </pc:sldMkLst>
      </pc:sldChg>
      <pc:sldChg chg="del">
        <pc:chgData name="Qu, Chengyi" userId="9f02c3db-5b00-4063-9ad4-7cdd84fdd2bb" providerId="ADAL" clId="{54A67444-F441-4145-B7B7-0BC8ED328209}" dt="2024-01-23T16:04:34.681" v="21" actId="47"/>
        <pc:sldMkLst>
          <pc:docMk/>
          <pc:sldMk cId="854743546" sldId="526"/>
        </pc:sldMkLst>
      </pc:sldChg>
      <pc:sldChg chg="del">
        <pc:chgData name="Qu, Chengyi" userId="9f02c3db-5b00-4063-9ad4-7cdd84fdd2bb" providerId="ADAL" clId="{54A67444-F441-4145-B7B7-0BC8ED328209}" dt="2024-01-23T16:04:34.681" v="21" actId="47"/>
        <pc:sldMkLst>
          <pc:docMk/>
          <pc:sldMk cId="4168855840" sldId="533"/>
        </pc:sldMkLst>
      </pc:sldChg>
      <pc:sldChg chg="del">
        <pc:chgData name="Qu, Chengyi" userId="9f02c3db-5b00-4063-9ad4-7cdd84fdd2bb" providerId="ADAL" clId="{54A67444-F441-4145-B7B7-0BC8ED328209}" dt="2024-01-23T16:04:34.681" v="21" actId="47"/>
        <pc:sldMkLst>
          <pc:docMk/>
          <pc:sldMk cId="1949189601" sldId="573"/>
        </pc:sldMkLst>
      </pc:sldChg>
      <pc:sldChg chg="addSp delSp modSp mod">
        <pc:chgData name="Qu, Chengyi" userId="9f02c3db-5b00-4063-9ad4-7cdd84fdd2bb" providerId="ADAL" clId="{54A67444-F441-4145-B7B7-0BC8ED328209}" dt="2024-01-23T16:06:18.819" v="43"/>
        <pc:sldMkLst>
          <pc:docMk/>
          <pc:sldMk cId="1987998376" sldId="964"/>
        </pc:sldMkLst>
      </pc:sldChg>
      <pc:sldChg chg="del">
        <pc:chgData name="Qu, Chengyi" userId="9f02c3db-5b00-4063-9ad4-7cdd84fdd2bb" providerId="ADAL" clId="{54A67444-F441-4145-B7B7-0BC8ED328209}" dt="2024-01-23T16:04:34.681" v="21" actId="47"/>
        <pc:sldMkLst>
          <pc:docMk/>
          <pc:sldMk cId="3628008649" sldId="971"/>
        </pc:sldMkLst>
      </pc:sldChg>
      <pc:sldChg chg="del">
        <pc:chgData name="Qu, Chengyi" userId="9f02c3db-5b00-4063-9ad4-7cdd84fdd2bb" providerId="ADAL" clId="{54A67444-F441-4145-B7B7-0BC8ED328209}" dt="2024-01-23T16:04:34.681" v="21" actId="47"/>
        <pc:sldMkLst>
          <pc:docMk/>
          <pc:sldMk cId="3445340925" sldId="972"/>
        </pc:sldMkLst>
      </pc:sldChg>
      <pc:sldChg chg="del">
        <pc:chgData name="Qu, Chengyi" userId="9f02c3db-5b00-4063-9ad4-7cdd84fdd2bb" providerId="ADAL" clId="{54A67444-F441-4145-B7B7-0BC8ED328209}" dt="2024-01-23T16:04:34.681" v="21" actId="47"/>
        <pc:sldMkLst>
          <pc:docMk/>
          <pc:sldMk cId="1883330637" sldId="1261"/>
        </pc:sldMkLst>
      </pc:sldChg>
      <pc:sldChg chg="del">
        <pc:chgData name="Qu, Chengyi" userId="9f02c3db-5b00-4063-9ad4-7cdd84fdd2bb" providerId="ADAL" clId="{54A67444-F441-4145-B7B7-0BC8ED328209}" dt="2024-01-23T16:04:34.681" v="21" actId="47"/>
        <pc:sldMkLst>
          <pc:docMk/>
          <pc:sldMk cId="2506038731" sldId="1262"/>
        </pc:sldMkLst>
      </pc:sldChg>
      <pc:sldChg chg="del">
        <pc:chgData name="Qu, Chengyi" userId="9f02c3db-5b00-4063-9ad4-7cdd84fdd2bb" providerId="ADAL" clId="{54A67444-F441-4145-B7B7-0BC8ED328209}" dt="2024-01-23T16:04:34.681" v="21" actId="47"/>
        <pc:sldMkLst>
          <pc:docMk/>
          <pc:sldMk cId="612722790" sldId="1263"/>
        </pc:sldMkLst>
      </pc:sldChg>
      <pc:sldChg chg="del">
        <pc:chgData name="Qu, Chengyi" userId="9f02c3db-5b00-4063-9ad4-7cdd84fdd2bb" providerId="ADAL" clId="{54A67444-F441-4145-B7B7-0BC8ED328209}" dt="2024-01-23T16:04:34.681" v="21" actId="47"/>
        <pc:sldMkLst>
          <pc:docMk/>
          <pc:sldMk cId="84850273" sldId="1264"/>
        </pc:sldMkLst>
      </pc:sldChg>
      <pc:sldChg chg="del">
        <pc:chgData name="Qu, Chengyi" userId="9f02c3db-5b00-4063-9ad4-7cdd84fdd2bb" providerId="ADAL" clId="{54A67444-F441-4145-B7B7-0BC8ED328209}" dt="2024-01-23T16:04:34.681" v="21" actId="47"/>
        <pc:sldMkLst>
          <pc:docMk/>
          <pc:sldMk cId="0" sldId="1266"/>
        </pc:sldMkLst>
      </pc:sldChg>
      <pc:sldChg chg="add modNotes">
        <pc:chgData name="Qu, Chengyi" userId="9f02c3db-5b00-4063-9ad4-7cdd84fdd2bb" providerId="ADAL" clId="{54A67444-F441-4145-B7B7-0BC8ED328209}" dt="2024-01-23T16:06:18.819" v="43"/>
        <pc:sldMkLst>
          <pc:docMk/>
          <pc:sldMk cId="2793842598" sldId="1267"/>
        </pc:sldMkLst>
      </pc:sldChg>
      <pc:sldChg chg="add modNotes">
        <pc:chgData name="Qu, Chengyi" userId="9f02c3db-5b00-4063-9ad4-7cdd84fdd2bb" providerId="ADAL" clId="{54A67444-F441-4145-B7B7-0BC8ED328209}" dt="2024-01-23T16:06:18.819" v="43"/>
        <pc:sldMkLst>
          <pc:docMk/>
          <pc:sldMk cId="3532468293" sldId="1268"/>
        </pc:sldMkLst>
      </pc:sldChg>
      <pc:sldChg chg="add modNotes">
        <pc:chgData name="Qu, Chengyi" userId="9f02c3db-5b00-4063-9ad4-7cdd84fdd2bb" providerId="ADAL" clId="{54A67444-F441-4145-B7B7-0BC8ED328209}" dt="2024-01-23T16:06:18.819" v="43"/>
        <pc:sldMkLst>
          <pc:docMk/>
          <pc:sldMk cId="912014593" sldId="1269"/>
        </pc:sldMkLst>
      </pc:sldChg>
      <pc:sldChg chg="add modNotes">
        <pc:chgData name="Qu, Chengyi" userId="9f02c3db-5b00-4063-9ad4-7cdd84fdd2bb" providerId="ADAL" clId="{54A67444-F441-4145-B7B7-0BC8ED328209}" dt="2024-01-23T16:06:18.819" v="43"/>
        <pc:sldMkLst>
          <pc:docMk/>
          <pc:sldMk cId="3645425597" sldId="1270"/>
        </pc:sldMkLst>
      </pc:sldChg>
      <pc:sldChg chg="add modNotes">
        <pc:chgData name="Qu, Chengyi" userId="9f02c3db-5b00-4063-9ad4-7cdd84fdd2bb" providerId="ADAL" clId="{54A67444-F441-4145-B7B7-0BC8ED328209}" dt="2024-01-23T16:06:18.819" v="43"/>
        <pc:sldMkLst>
          <pc:docMk/>
          <pc:sldMk cId="1358948776" sldId="1271"/>
        </pc:sldMkLst>
      </pc:sldChg>
      <pc:sldChg chg="add modNotes">
        <pc:chgData name="Qu, Chengyi" userId="9f02c3db-5b00-4063-9ad4-7cdd84fdd2bb" providerId="ADAL" clId="{54A67444-F441-4145-B7B7-0BC8ED328209}" dt="2024-01-23T16:06:18.819" v="43"/>
        <pc:sldMkLst>
          <pc:docMk/>
          <pc:sldMk cId="1825207080" sldId="1272"/>
        </pc:sldMkLst>
      </pc:sldChg>
      <pc:sldChg chg="modSp add mod">
        <pc:chgData name="Qu, Chengyi" userId="9f02c3db-5b00-4063-9ad4-7cdd84fdd2bb" providerId="ADAL" clId="{54A67444-F441-4145-B7B7-0BC8ED328209}" dt="2024-01-23T16:06:27.837" v="45" actId="207"/>
        <pc:sldMkLst>
          <pc:docMk/>
          <pc:sldMk cId="1950225687" sldId="1273"/>
        </pc:sldMkLst>
      </pc:sldChg>
      <pc:sldChg chg="add del">
        <pc:chgData name="Qu, Chengyi" userId="9f02c3db-5b00-4063-9ad4-7cdd84fdd2bb" providerId="ADAL" clId="{54A67444-F441-4145-B7B7-0BC8ED328209}" dt="2024-01-23T16:06:18.819" v="43"/>
        <pc:sldMkLst>
          <pc:docMk/>
          <pc:sldMk cId="4245466408" sldId="1273"/>
        </pc:sldMkLst>
      </pc:sldChg>
      <pc:sldChg chg="add del">
        <pc:chgData name="Qu, Chengyi" userId="9f02c3db-5b00-4063-9ad4-7cdd84fdd2bb" providerId="ADAL" clId="{54A67444-F441-4145-B7B7-0BC8ED328209}" dt="2024-01-23T16:06:18.819" v="43"/>
        <pc:sldMkLst>
          <pc:docMk/>
          <pc:sldMk cId="3408189992" sldId="1274"/>
        </pc:sldMkLst>
      </pc:sldChg>
      <pc:sldChg chg="add del">
        <pc:chgData name="Qu, Chengyi" userId="9f02c3db-5b00-4063-9ad4-7cdd84fdd2bb" providerId="ADAL" clId="{54A67444-F441-4145-B7B7-0BC8ED328209}" dt="2024-01-23T16:06:18.819" v="43"/>
        <pc:sldMkLst>
          <pc:docMk/>
          <pc:sldMk cId="498325649" sldId="1275"/>
        </pc:sldMkLst>
      </pc:sldChg>
      <pc:sldChg chg="add del">
        <pc:chgData name="Qu, Chengyi" userId="9f02c3db-5b00-4063-9ad4-7cdd84fdd2bb" providerId="ADAL" clId="{54A67444-F441-4145-B7B7-0BC8ED328209}" dt="2024-01-23T16:06:18.819" v="43"/>
        <pc:sldMkLst>
          <pc:docMk/>
          <pc:sldMk cId="2847344630" sldId="1276"/>
        </pc:sldMkLst>
      </pc:sldChg>
      <pc:sldChg chg="add del">
        <pc:chgData name="Qu, Chengyi" userId="9f02c3db-5b00-4063-9ad4-7cdd84fdd2bb" providerId="ADAL" clId="{54A67444-F441-4145-B7B7-0BC8ED328209}" dt="2024-01-23T16:06:18.819" v="43"/>
        <pc:sldMkLst>
          <pc:docMk/>
          <pc:sldMk cId="1548890303" sldId="1277"/>
        </pc:sldMkLst>
      </pc:sldChg>
      <pc:sldChg chg="add del">
        <pc:chgData name="Qu, Chengyi" userId="9f02c3db-5b00-4063-9ad4-7cdd84fdd2bb" providerId="ADAL" clId="{54A67444-F441-4145-B7B7-0BC8ED328209}" dt="2024-01-23T16:06:18.819" v="43"/>
        <pc:sldMkLst>
          <pc:docMk/>
          <pc:sldMk cId="3014670757" sldId="1278"/>
        </pc:sldMkLst>
      </pc:sldChg>
      <pc:sldChg chg="add del">
        <pc:chgData name="Qu, Chengyi" userId="9f02c3db-5b00-4063-9ad4-7cdd84fdd2bb" providerId="ADAL" clId="{54A67444-F441-4145-B7B7-0BC8ED328209}" dt="2024-01-23T16:06:18.819" v="43"/>
        <pc:sldMkLst>
          <pc:docMk/>
          <pc:sldMk cId="375507717" sldId="1279"/>
        </pc:sldMkLst>
      </pc:sldChg>
      <pc:sldChg chg="add del">
        <pc:chgData name="Qu, Chengyi" userId="9f02c3db-5b00-4063-9ad4-7cdd84fdd2bb" providerId="ADAL" clId="{54A67444-F441-4145-B7B7-0BC8ED328209}" dt="2024-01-23T16:06:18.819" v="43"/>
        <pc:sldMkLst>
          <pc:docMk/>
          <pc:sldMk cId="3565386033" sldId="1280"/>
        </pc:sldMkLst>
      </pc:sldChg>
      <pc:sldChg chg="add del">
        <pc:chgData name="Qu, Chengyi" userId="9f02c3db-5b00-4063-9ad4-7cdd84fdd2bb" providerId="ADAL" clId="{54A67444-F441-4145-B7B7-0BC8ED328209}" dt="2024-01-23T16:06:18.819" v="43"/>
        <pc:sldMkLst>
          <pc:docMk/>
          <pc:sldMk cId="3047513738" sldId="1281"/>
        </pc:sldMkLst>
      </pc:sldChg>
      <pc:sldMasterChg chg="del delSldLayout">
        <pc:chgData name="Qu, Chengyi" userId="9f02c3db-5b00-4063-9ad4-7cdd84fdd2bb" providerId="ADAL" clId="{54A67444-F441-4145-B7B7-0BC8ED328209}" dt="2024-01-23T16:04:34.681" v="21" actId="47"/>
        <pc:sldMasterMkLst>
          <pc:docMk/>
          <pc:sldMasterMk cId="481874104" sldId="2147483667"/>
        </pc:sldMasterMkLst>
        <pc:sldLayoutChg chg="del">
          <pc:chgData name="Qu, Chengyi" userId="9f02c3db-5b00-4063-9ad4-7cdd84fdd2bb" providerId="ADAL" clId="{54A67444-F441-4145-B7B7-0BC8ED328209}" dt="2024-01-23T16:04:34.681" v="21" actId="47"/>
          <pc:sldLayoutMkLst>
            <pc:docMk/>
            <pc:sldMasterMk cId="481874104" sldId="2147483667"/>
            <pc:sldLayoutMk cId="3790666592" sldId="214748366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3974852885" sldId="2147483669"/>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365228270" sldId="2147483670"/>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32629846" sldId="2147483671"/>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866846496" sldId="2147483672"/>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608458951" sldId="2147483673"/>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44881848" sldId="2147483674"/>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555211856" sldId="2147483675"/>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098067528" sldId="2147483676"/>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926623382" sldId="2147483677"/>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049911616" sldId="214748367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8227722" sldId="214748367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E49A57-252E-5856-0249-6E1EAAAF7E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5069BF-16CF-3C74-F2F3-606931B6C7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4CCDF5-1267-5645-AE4B-2A75F94B291A}" type="datetimeFigureOut">
              <a:rPr lang="en-US" smtClean="0"/>
              <a:t>1/27/2025</a:t>
            </a:fld>
            <a:endParaRPr lang="en-US"/>
          </a:p>
        </p:txBody>
      </p:sp>
      <p:sp>
        <p:nvSpPr>
          <p:cNvPr id="4" name="Footer Placeholder 3">
            <a:extLst>
              <a:ext uri="{FF2B5EF4-FFF2-40B4-BE49-F238E27FC236}">
                <a16:creationId xmlns:a16="http://schemas.microsoft.com/office/drawing/2014/main" id="{14C383E8-9CF2-B618-90AB-4456BAA66D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0A6E49-8BEC-E6BD-7A2D-565CDA1425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48DCE6-73C3-6547-87E9-607ADF5AB377}" type="slidenum">
              <a:rPr lang="en-US" smtClean="0"/>
              <a:t>‹#›</a:t>
            </a:fld>
            <a:endParaRPr lang="en-US"/>
          </a:p>
        </p:txBody>
      </p:sp>
    </p:spTree>
    <p:extLst>
      <p:ext uri="{BB962C8B-B14F-4D97-AF65-F5344CB8AC3E}">
        <p14:creationId xmlns:p14="http://schemas.microsoft.com/office/powerpoint/2010/main" val="316846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A04B2-5B56-1C46-8F9D-E0702B1A86A5}"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60373-E21E-9E43-BB3A-0658B3FEE41A}" type="slidenum">
              <a:rPr lang="en-US" smtClean="0"/>
              <a:t>‹#›</a:t>
            </a:fld>
            <a:endParaRPr lang="en-US"/>
          </a:p>
        </p:txBody>
      </p:sp>
    </p:spTree>
    <p:extLst>
      <p:ext uri="{BB962C8B-B14F-4D97-AF65-F5344CB8AC3E}">
        <p14:creationId xmlns:p14="http://schemas.microsoft.com/office/powerpoint/2010/main" val="258560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Shape 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3" name="Shape 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245190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9" name="Shape 6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45635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2" name="Shape 8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dirty="0"/>
              <a:t>Client programs also need to register a port number. They can use bind() , but it is not necessary as the clients need to reach out to others to know what port the servers are using. Clients can leave the decision to the operating system. So, when they initiate a connection using connect(), operating systems will randomly assign a random port </a:t>
            </a:r>
            <a:r>
              <a:rPr lang="en-GB" dirty="0" err="1"/>
              <a:t>numbre</a:t>
            </a:r>
            <a:r>
              <a:rPr lang="en-GB" dirty="0"/>
              <a:t> to them.</a:t>
            </a:r>
          </a:p>
        </p:txBody>
      </p:sp>
    </p:spTree>
    <p:extLst>
      <p:ext uri="{BB962C8B-B14F-4D97-AF65-F5344CB8AC3E}">
        <p14:creationId xmlns:p14="http://schemas.microsoft.com/office/powerpoint/2010/main" val="3243106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9" name="Shape 8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64075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Shape 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5" name="Shape 9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rtl="0">
              <a:spcBef>
                <a:spcPts val="0"/>
              </a:spcBef>
              <a:buNone/>
            </a:pPr>
            <a:endParaRPr/>
          </a:p>
        </p:txBody>
      </p:sp>
    </p:spTree>
    <p:extLst>
      <p:ext uri="{BB962C8B-B14F-4D97-AF65-F5344CB8AC3E}">
        <p14:creationId xmlns:p14="http://schemas.microsoft.com/office/powerpoint/2010/main" val="1931211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Shape 10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1" name="Shape 10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While loop is a connection queue – waits if no connections, and then if they arrive, they are processed one by one</a:t>
            </a:r>
          </a:p>
          <a:p>
            <a:pPr marL="0" lvl="0" indent="0">
              <a:spcBef>
                <a:spcPts val="0"/>
              </a:spcBef>
              <a:buNone/>
            </a:pPr>
            <a:r>
              <a:rPr lang="en-US" dirty="0"/>
              <a:t>Parent closes connection socket but delete from file descriptor table – then go back to while loop again </a:t>
            </a:r>
            <a:endParaRPr dirty="0"/>
          </a:p>
        </p:txBody>
      </p:sp>
    </p:spTree>
    <p:extLst>
      <p:ext uri="{BB962C8B-B14F-4D97-AF65-F5344CB8AC3E}">
        <p14:creationId xmlns:p14="http://schemas.microsoft.com/office/powerpoint/2010/main" val="3510510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Timing 200ms to fill the send buffer – max size of a packet you can send to Layer 2</a:t>
            </a:r>
            <a:endParaRPr dirty="0"/>
          </a:p>
        </p:txBody>
      </p:sp>
    </p:spTree>
    <p:extLst>
      <p:ext uri="{BB962C8B-B14F-4D97-AF65-F5344CB8AC3E}">
        <p14:creationId xmlns:p14="http://schemas.microsoft.com/office/powerpoint/2010/main" val="589438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Shape 11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7" name="Shape 11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Each packet in TCP will have different buffer on sender and sender; receiver identifies stream based on source port used by sender</a:t>
            </a:r>
          </a:p>
          <a:p>
            <a:pPr marL="0" lvl="0" indent="0">
              <a:spcBef>
                <a:spcPts val="0"/>
              </a:spcBef>
              <a:buNone/>
            </a:pPr>
            <a:r>
              <a:rPr lang="en-US" dirty="0"/>
              <a:t>Attack affects target connection, and so the elements need to be the same!</a:t>
            </a:r>
            <a:endParaRPr dirty="0"/>
          </a:p>
        </p:txBody>
      </p:sp>
    </p:spTree>
    <p:extLst>
      <p:ext uri="{BB962C8B-B14F-4D97-AF65-F5344CB8AC3E}">
        <p14:creationId xmlns:p14="http://schemas.microsoft.com/office/powerpoint/2010/main" val="1365288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Shape 1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3" name="Shape 12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TCP Sequence number # to maintain order of packets; flow/congestion control</a:t>
            </a:r>
          </a:p>
          <a:p>
            <a:pPr marL="0" lvl="0" indent="0">
              <a:spcBef>
                <a:spcPts val="0"/>
              </a:spcBef>
              <a:buNone/>
            </a:pPr>
            <a:r>
              <a:rPr lang="en-US" dirty="0"/>
              <a:t>Even if no data to send, I have to send ACK otherwise a resend will be required</a:t>
            </a:r>
          </a:p>
          <a:p>
            <a:pPr marL="0" lvl="0" indent="0">
              <a:spcBef>
                <a:spcPts val="0"/>
              </a:spcBef>
              <a:buNone/>
            </a:pPr>
            <a:endParaRPr lang="en-US" dirty="0"/>
          </a:p>
          <a:p>
            <a:pPr marL="0" lvl="0" indent="0">
              <a:spcBef>
                <a:spcPts val="0"/>
              </a:spcBef>
              <a:buNone/>
            </a:pPr>
            <a:r>
              <a:rPr lang="en-US" dirty="0"/>
              <a:t>TCP is bidirectional – sequence number will be different in both directions – acknowledgement is for received sequence number</a:t>
            </a:r>
          </a:p>
          <a:p>
            <a:pPr marL="0" lvl="0" indent="0">
              <a:spcBef>
                <a:spcPts val="0"/>
              </a:spcBef>
              <a:buNone/>
            </a:pPr>
            <a:endParaRPr lang="en-US" dirty="0"/>
          </a:p>
          <a:p>
            <a:pPr marL="0" lvl="0" indent="0">
              <a:spcBef>
                <a:spcPts val="0"/>
              </a:spcBef>
              <a:buNone/>
            </a:pPr>
            <a:r>
              <a:rPr lang="en-US" dirty="0"/>
              <a:t>6 standard bits; ACK – if turn ON/OFF it determines acknowledgement</a:t>
            </a:r>
          </a:p>
          <a:p>
            <a:pPr marL="0" lvl="0" indent="0">
              <a:spcBef>
                <a:spcPts val="0"/>
              </a:spcBef>
              <a:buNone/>
            </a:pPr>
            <a:endParaRPr lang="en-US" dirty="0"/>
          </a:p>
          <a:p>
            <a:pPr marL="0" lvl="0" indent="0">
              <a:spcBef>
                <a:spcPts val="0"/>
              </a:spcBef>
              <a:buNone/>
            </a:pPr>
            <a:r>
              <a:rPr lang="en-US" dirty="0"/>
              <a:t>If no options, header size is fixed</a:t>
            </a:r>
          </a:p>
          <a:p>
            <a:pPr marL="0" lvl="0" indent="0">
              <a:spcBef>
                <a:spcPts val="0"/>
              </a:spcBef>
              <a:buNone/>
            </a:pPr>
            <a:endParaRPr lang="en-US" dirty="0"/>
          </a:p>
          <a:p>
            <a:pPr marL="0" lvl="0" indent="0">
              <a:spcBef>
                <a:spcPts val="0"/>
              </a:spcBef>
              <a:buNone/>
            </a:pPr>
            <a:r>
              <a:rPr lang="en-US" dirty="0"/>
              <a:t>Urgent pointer – if data is urgent and do not want to put in end of header  - turn ON urgent pointer that points to urgent data in packet</a:t>
            </a:r>
            <a:endParaRPr dirty="0"/>
          </a:p>
        </p:txBody>
      </p:sp>
    </p:spTree>
    <p:extLst>
      <p:ext uri="{BB962C8B-B14F-4D97-AF65-F5344CB8AC3E}">
        <p14:creationId xmlns:p14="http://schemas.microsoft.com/office/powerpoint/2010/main" val="2908310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Shape 1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1" name="Shape 13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dirty="0"/>
              <a:t>Flow Control : If one end of the connection sends data too fast, it may overwhelm the receive buffer of the other end and cause data being dropped.</a:t>
            </a:r>
          </a:p>
          <a:p>
            <a:pPr marL="0" lvl="0" indent="0">
              <a:spcBef>
                <a:spcPts val="0"/>
              </a:spcBef>
              <a:buNone/>
            </a:pPr>
            <a:r>
              <a:rPr lang="en-GB" dirty="0"/>
              <a:t>By putting a smaller window value, the receiver can tell the sender to slow down.</a:t>
            </a:r>
          </a:p>
        </p:txBody>
      </p:sp>
    </p:spTree>
    <p:extLst>
      <p:ext uri="{BB962C8B-B14F-4D97-AF65-F5344CB8AC3E}">
        <p14:creationId xmlns:p14="http://schemas.microsoft.com/office/powerpoint/2010/main" val="3676847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615535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Based on flow condition window size is changed – sender capacity (buffer limitation) or network congestion (packet drop)</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dirty="0"/>
              <a:t>Flow control – how fast you can send</a:t>
            </a:r>
          </a:p>
          <a:p>
            <a:pPr marL="0" lvl="0" indent="0">
              <a:spcBef>
                <a:spcPts val="0"/>
              </a:spcBef>
              <a:buNone/>
            </a:pPr>
            <a:r>
              <a:rPr lang="en-US" dirty="0"/>
              <a:t> - Sender sends window advertisement – only 100 bytes left in buffer</a:t>
            </a:r>
          </a:p>
          <a:p>
            <a:pPr marL="0" lvl="0" indent="0">
              <a:spcBef>
                <a:spcPts val="0"/>
              </a:spcBef>
              <a:buNone/>
            </a:pPr>
            <a:r>
              <a:rPr lang="en-US" dirty="0"/>
              <a:t> - Receiver sends advertisement window size based on available capacity – and sender adjusts the window size to be less than the receiver window size advertisement</a:t>
            </a:r>
          </a:p>
          <a:p>
            <a:pPr marL="0" lvl="0" indent="0">
              <a:spcBef>
                <a:spcPts val="0"/>
              </a:spcBef>
              <a:buNone/>
            </a:pPr>
            <a:endParaRPr lang="en-US" dirty="0"/>
          </a:p>
          <a:p>
            <a:pPr marL="0" lvl="0" indent="0">
              <a:spcBef>
                <a:spcPts val="0"/>
              </a:spcBef>
              <a:buNone/>
            </a:pPr>
            <a:r>
              <a:rPr lang="en-US" dirty="0"/>
              <a:t>Window size chosen is min (congestion window and advertisement window)</a:t>
            </a:r>
          </a:p>
          <a:p>
            <a:pPr marL="0" lvl="0" indent="0">
              <a:spcBef>
                <a:spcPts val="0"/>
              </a:spcBef>
              <a:buNone/>
            </a:pPr>
            <a:endParaRPr lang="en-US" dirty="0"/>
          </a:p>
          <a:p>
            <a:pPr marL="0" lvl="0" indent="0">
              <a:spcBef>
                <a:spcPts val="0"/>
              </a:spcBef>
              <a:buNone/>
            </a:pPr>
            <a:r>
              <a:rPr lang="en-US" dirty="0"/>
              <a:t>Congestion control</a:t>
            </a:r>
          </a:p>
          <a:p>
            <a:pPr marL="171450" lvl="0" indent="-171450">
              <a:spcBef>
                <a:spcPts val="0"/>
              </a:spcBef>
              <a:buFontTx/>
              <a:buChar char="-"/>
            </a:pPr>
            <a:r>
              <a:rPr lang="en-US" dirty="0"/>
              <a:t>Congestion window based on traffic situation</a:t>
            </a:r>
          </a:p>
          <a:p>
            <a:pPr marL="171450" lvl="0" indent="-171450">
              <a:spcBef>
                <a:spcPts val="0"/>
              </a:spcBef>
              <a:buFontTx/>
              <a:buChar char="-"/>
            </a:pPr>
            <a:endParaRPr lang="en-US" dirty="0"/>
          </a:p>
        </p:txBody>
      </p:sp>
    </p:spTree>
    <p:extLst>
      <p:ext uri="{BB962C8B-B14F-4D97-AF65-F5344CB8AC3E}">
        <p14:creationId xmlns:p14="http://schemas.microsoft.com/office/powerpoint/2010/main" val="2428169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Kernel establishes send and receive buffer on both sides</a:t>
            </a:r>
            <a:endParaRPr dirty="0"/>
          </a:p>
        </p:txBody>
      </p:sp>
    </p:spTree>
    <p:extLst>
      <p:ext uri="{BB962C8B-B14F-4D97-AF65-F5344CB8AC3E}">
        <p14:creationId xmlns:p14="http://schemas.microsoft.com/office/powerpoint/2010/main" val="4286818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Shape 1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1" name="Shape 15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queue is not large, there is a limit – that creates issues</a:t>
            </a:r>
          </a:p>
          <a:p>
            <a:pPr marL="0" lvl="0" indent="0">
              <a:spcBef>
                <a:spcPts val="0"/>
              </a:spcBef>
              <a:buNone/>
            </a:pPr>
            <a:r>
              <a:rPr lang="en-US" dirty="0"/>
              <a:t>DoS attack – brute force attack won’t work for powerful server – they find Achilles heel to attack i.e., exhaust the queue with many SYN flooding packets so that there is no space for half-open connection</a:t>
            </a:r>
            <a:endParaRPr dirty="0"/>
          </a:p>
        </p:txBody>
      </p:sp>
    </p:spTree>
    <p:extLst>
      <p:ext uri="{BB962C8B-B14F-4D97-AF65-F5344CB8AC3E}">
        <p14:creationId xmlns:p14="http://schemas.microsoft.com/office/powerpoint/2010/main" val="42066713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4" descr="A picture containing logo&#10;&#10;Description automatically generated">
            <a:extLst>
              <a:ext uri="{FF2B5EF4-FFF2-40B4-BE49-F238E27FC236}">
                <a16:creationId xmlns:a16="http://schemas.microsoft.com/office/drawing/2014/main" id="{D8DB9D91-12A9-6D85-5C4A-107079AA8707}"/>
              </a:ext>
            </a:extLst>
          </p:cNvPr>
          <p:cNvPicPr>
            <a:picLocks noChangeAspect="1"/>
          </p:cNvPicPr>
          <p:nvPr userDrawn="1"/>
        </p:nvPicPr>
        <p:blipFill>
          <a:blip r:embed="rId2"/>
          <a:stretch>
            <a:fillRect/>
          </a:stretch>
        </p:blipFill>
        <p:spPr>
          <a:xfrm>
            <a:off x="0" y="6683"/>
            <a:ext cx="12192000" cy="6844631"/>
          </a:xfrm>
          <a:prstGeom prst="rect">
            <a:avLst/>
          </a:prstGeom>
        </p:spPr>
      </p:pic>
      <p:sp>
        <p:nvSpPr>
          <p:cNvPr id="10" name="Text Placeholder 1">
            <a:extLst>
              <a:ext uri="{FF2B5EF4-FFF2-40B4-BE49-F238E27FC236}">
                <a16:creationId xmlns:a16="http://schemas.microsoft.com/office/drawing/2014/main" id="{BC0596B2-8BCF-CDB9-86A8-E5F1D3BA81E1}"/>
              </a:ext>
            </a:extLst>
          </p:cNvPr>
          <p:cNvSpPr>
            <a:spLocks noGrp="1"/>
          </p:cNvSpPr>
          <p:nvPr>
            <p:ph type="body" sz="quarter" idx="12" hasCustomPrompt="1"/>
          </p:nvPr>
        </p:nvSpPr>
        <p:spPr>
          <a:xfrm>
            <a:off x="2428461" y="4144617"/>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Title for Presentation</a:t>
            </a:r>
          </a:p>
          <a:p>
            <a:r>
              <a:rPr lang="en-US" sz="3600" dirty="0"/>
              <a:t>Line 2</a:t>
            </a:r>
          </a:p>
        </p:txBody>
      </p:sp>
      <p:sp>
        <p:nvSpPr>
          <p:cNvPr id="11" name="Text Placeholder 2">
            <a:extLst>
              <a:ext uri="{FF2B5EF4-FFF2-40B4-BE49-F238E27FC236}">
                <a16:creationId xmlns:a16="http://schemas.microsoft.com/office/drawing/2014/main" id="{B5FA1AF5-5DD9-B40B-465B-79A7653C5A5E}"/>
              </a:ext>
            </a:extLst>
          </p:cNvPr>
          <p:cNvSpPr>
            <a:spLocks noGrp="1"/>
          </p:cNvSpPr>
          <p:nvPr>
            <p:ph type="body" sz="quarter" idx="13" hasCustomPrompt="1"/>
          </p:nvPr>
        </p:nvSpPr>
        <p:spPr>
          <a:xfrm>
            <a:off x="3765550" y="5744152"/>
            <a:ext cx="4660900" cy="350227"/>
          </a:xfrm>
          <a:prstGeom prst="rect">
            <a:avLst/>
          </a:prstGeom>
        </p:spPr>
        <p:txBody>
          <a:bodyPr/>
          <a:lstStyle>
            <a:lvl1pPr marL="0" indent="0" algn="ctr">
              <a:buNone/>
              <a:defRPr b="0" i="0">
                <a:solidFill>
                  <a:srgbClr val="767171"/>
                </a:solidFill>
                <a:latin typeface="Arial" panose="020B0604020202020204" pitchFamily="34" charset="0"/>
                <a:cs typeface="Arial" panose="020B0604020202020204" pitchFamily="34" charset="0"/>
              </a:defRPr>
            </a:lvl1pPr>
          </a:lstStyle>
          <a:p>
            <a:r>
              <a:rPr lang="en-US" sz="2400" dirty="0"/>
              <a:t>Date xx, 202x</a:t>
            </a:r>
          </a:p>
        </p:txBody>
      </p:sp>
    </p:spTree>
    <p:extLst>
      <p:ext uri="{BB962C8B-B14F-4D97-AF65-F5344CB8AC3E}">
        <p14:creationId xmlns:p14="http://schemas.microsoft.com/office/powerpoint/2010/main" val="12167058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0" y="1600200"/>
            <a:ext cx="11277599"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14612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1" y="1600200"/>
            <a:ext cx="5638800"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1">
            <a:extLst>
              <a:ext uri="{FF2B5EF4-FFF2-40B4-BE49-F238E27FC236}">
                <a16:creationId xmlns:a16="http://schemas.microsoft.com/office/drawing/2014/main" id="{D8FF0C6D-7B44-4491-2943-59A5D94A7B3A}"/>
              </a:ext>
            </a:extLst>
          </p:cNvPr>
          <p:cNvSpPr>
            <a:spLocks noGrp="1"/>
          </p:cNvSpPr>
          <p:nvPr>
            <p:ph type="pic" sz="quarter" idx="13" hasCustomPrompt="1"/>
          </p:nvPr>
        </p:nvSpPr>
        <p:spPr>
          <a:xfrm>
            <a:off x="6799667" y="1593184"/>
            <a:ext cx="4935132" cy="3892550"/>
          </a:xfrm>
          <a:prstGeom prst="rect">
            <a:avLst/>
          </a:prstGeom>
        </p:spPr>
        <p:txBody>
          <a:bodyPr/>
          <a:lstStyle>
            <a:lvl1pPr marL="0" indent="0">
              <a:buNone/>
              <a:defRPr lang="en-US" sz="2800" b="0" i="0" kern="1200" dirty="0">
                <a:solidFill>
                  <a:srgbClr val="767171"/>
                </a:solidFill>
                <a:latin typeface="Arial" panose="020B0604020202020204" pitchFamily="34" charset="0"/>
                <a:ea typeface="+mn-ea"/>
                <a:cs typeface="Arial" panose="020B0604020202020204" pitchFamily="34" charset="0"/>
              </a:defRPr>
            </a:lvl1pPr>
          </a:lstStyle>
          <a:p>
            <a:r>
              <a:rPr lang="en-US" sz="2800" b="0" i="0" kern="1200" dirty="0">
                <a:solidFill>
                  <a:srgbClr val="767171"/>
                </a:solidFill>
                <a:latin typeface="Arial" panose="020B0604020202020204" pitchFamily="34" charset="0"/>
                <a:ea typeface="+mn-ea"/>
                <a:cs typeface="Arial" panose="020B0604020202020204" pitchFamily="34" charset="0"/>
              </a:rPr>
              <a:t>Picture</a:t>
            </a:r>
            <a:endParaRPr lang="en-US" dirty="0"/>
          </a:p>
        </p:txBody>
      </p:sp>
    </p:spTree>
    <p:extLst>
      <p:ext uri="{BB962C8B-B14F-4D97-AF65-F5344CB8AC3E}">
        <p14:creationId xmlns:p14="http://schemas.microsoft.com/office/powerpoint/2010/main" val="1126624539"/>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6BA7C3E-9407-286B-C955-92021F6E2054}"/>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Background pattern&#10;&#10;Description automatically generated">
            <a:extLst>
              <a:ext uri="{FF2B5EF4-FFF2-40B4-BE49-F238E27FC236}">
                <a16:creationId xmlns:a16="http://schemas.microsoft.com/office/drawing/2014/main" id="{DB1E25ED-196F-AD3E-730C-350C97EE93FD}"/>
              </a:ext>
            </a:extLst>
          </p:cNvPr>
          <p:cNvPicPr>
            <a:picLocks noChangeAspect="1"/>
          </p:cNvPicPr>
          <p:nvPr userDrawn="1"/>
        </p:nvPicPr>
        <p:blipFill rotWithShape="1">
          <a:blip r:embed="rId2"/>
          <a:srcRect r="50049"/>
          <a:stretch/>
        </p:blipFill>
        <p:spPr>
          <a:xfrm>
            <a:off x="0" y="6684"/>
            <a:ext cx="6096000" cy="6851316"/>
          </a:xfrm>
          <a:prstGeom prst="rect">
            <a:avLst/>
          </a:prstGeom>
        </p:spPr>
      </p:pic>
      <p:sp>
        <p:nvSpPr>
          <p:cNvPr id="10" name="Text Placeholder 12">
            <a:extLst>
              <a:ext uri="{FF2B5EF4-FFF2-40B4-BE49-F238E27FC236}">
                <a16:creationId xmlns:a16="http://schemas.microsoft.com/office/drawing/2014/main" id="{F3FDA9FC-5FAF-19E1-2999-FA81EB28D62B}"/>
              </a:ext>
            </a:extLst>
          </p:cNvPr>
          <p:cNvSpPr>
            <a:spLocks noGrp="1"/>
          </p:cNvSpPr>
          <p:nvPr>
            <p:ph type="body" sz="quarter" idx="10" hasCustomPrompt="1"/>
          </p:nvPr>
        </p:nvSpPr>
        <p:spPr>
          <a:xfrm>
            <a:off x="695833" y="2772348"/>
            <a:ext cx="4702175" cy="1846660"/>
          </a:xfrm>
          <a:prstGeom prst="rect">
            <a:avLst/>
          </a:prstGeom>
        </p:spPr>
        <p:txBody>
          <a:bodyPr/>
          <a:lstStyle>
            <a:lvl1pPr marL="0" indent="0" algn="ctr">
              <a:buNone/>
              <a:defRPr sz="3000" b="1" i="0">
                <a:solidFill>
                  <a:srgbClr val="767171"/>
                </a:solidFill>
                <a:latin typeface="Arial" panose="020B0604020202020204" pitchFamily="34" charset="0"/>
                <a:cs typeface="Arial" panose="020B0604020202020204" pitchFamily="34" charset="0"/>
              </a:defRPr>
            </a:lvl1pPr>
          </a:lstStyle>
          <a:p>
            <a:pPr lvl="0"/>
            <a:r>
              <a:rPr lang="en-US" dirty="0"/>
              <a:t>Long Title Goes Here</a:t>
            </a:r>
          </a:p>
          <a:p>
            <a:pPr lvl="0"/>
            <a:r>
              <a:rPr lang="en-US" dirty="0" err="1"/>
              <a:t>Xxxxxxx</a:t>
            </a:r>
            <a:endParaRPr lang="en-US" dirty="0"/>
          </a:p>
          <a:p>
            <a:pPr lvl="0"/>
            <a:r>
              <a:rPr lang="en-US" dirty="0" err="1"/>
              <a:t>Xxxxxxx</a:t>
            </a:r>
            <a:endParaRPr lang="en-US" dirty="0"/>
          </a:p>
        </p:txBody>
      </p:sp>
    </p:spTree>
    <p:extLst>
      <p:ext uri="{BB962C8B-B14F-4D97-AF65-F5344CB8AC3E}">
        <p14:creationId xmlns:p14="http://schemas.microsoft.com/office/powerpoint/2010/main" val="13316478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3" name="Rectangle 2">
            <a:extLst>
              <a:ext uri="{FF2B5EF4-FFF2-40B4-BE49-F238E27FC236}">
                <a16:creationId xmlns:a16="http://schemas.microsoft.com/office/drawing/2014/main" id="{EB4A8D20-7863-7BFB-62B7-82573F4C0688}"/>
              </a:ext>
            </a:extLst>
          </p:cNvPr>
          <p:cNvSpPr/>
          <p:nvPr userDrawn="1"/>
        </p:nvSpPr>
        <p:spPr>
          <a:xfrm>
            <a:off x="0" y="0"/>
            <a:ext cx="12192000" cy="5486400"/>
          </a:xfrm>
          <a:prstGeom prst="rect">
            <a:avLst/>
          </a:prstGeom>
          <a:solidFill>
            <a:srgbClr val="0061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
            <a:extLst>
              <a:ext uri="{FF2B5EF4-FFF2-40B4-BE49-F238E27FC236}">
                <a16:creationId xmlns:a16="http://schemas.microsoft.com/office/drawing/2014/main" id="{56D25ECA-C5BA-AE0A-264F-72583C103FA7}"/>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815154463"/>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2" name="Rectangle 1">
            <a:extLst>
              <a:ext uri="{FF2B5EF4-FFF2-40B4-BE49-F238E27FC236}">
                <a16:creationId xmlns:a16="http://schemas.microsoft.com/office/drawing/2014/main" id="{5BCF72C4-98D7-9FF3-70FE-096C982889BD}"/>
              </a:ext>
            </a:extLst>
          </p:cNvPr>
          <p:cNvSpPr/>
          <p:nvPr userDrawn="1"/>
        </p:nvSpPr>
        <p:spPr>
          <a:xfrm>
            <a:off x="0" y="0"/>
            <a:ext cx="12192000" cy="5486400"/>
          </a:xfrm>
          <a:prstGeom prst="rect">
            <a:avLst/>
          </a:prstGeom>
          <a:solidFill>
            <a:srgbClr val="BBB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995E"/>
              </a:highlight>
            </a:endParaRPr>
          </a:p>
        </p:txBody>
      </p:sp>
      <p:sp>
        <p:nvSpPr>
          <p:cNvPr id="4" name="Text Placeholder 1">
            <a:extLst>
              <a:ext uri="{FF2B5EF4-FFF2-40B4-BE49-F238E27FC236}">
                <a16:creationId xmlns:a16="http://schemas.microsoft.com/office/drawing/2014/main" id="{B88E2CF5-F61B-C587-8CED-45B374FC4C54}"/>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281238151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4A3350B-D6F5-E020-D657-C3F27D9B1240}"/>
              </a:ext>
            </a:extLst>
          </p:cNvPr>
          <p:cNvPicPr>
            <a:picLocks noChangeAspect="1"/>
          </p:cNvPicPr>
          <p:nvPr userDrawn="1"/>
        </p:nvPicPr>
        <p:blipFill>
          <a:blip r:embed="rId2"/>
          <a:stretch>
            <a:fillRect/>
          </a:stretch>
        </p:blipFill>
        <p:spPr>
          <a:xfrm>
            <a:off x="0" y="6682"/>
            <a:ext cx="12199526" cy="6848856"/>
          </a:xfrm>
          <a:prstGeom prst="rect">
            <a:avLst/>
          </a:prstGeom>
        </p:spPr>
      </p:pic>
      <p:sp>
        <p:nvSpPr>
          <p:cNvPr id="10" name="Text Placeholder 1">
            <a:extLst>
              <a:ext uri="{FF2B5EF4-FFF2-40B4-BE49-F238E27FC236}">
                <a16:creationId xmlns:a16="http://schemas.microsoft.com/office/drawing/2014/main" id="{67772414-34C0-529E-33AE-2D9DF25D3188}"/>
              </a:ext>
            </a:extLst>
          </p:cNvPr>
          <p:cNvSpPr>
            <a:spLocks noGrp="1"/>
          </p:cNvSpPr>
          <p:nvPr>
            <p:ph type="body" sz="quarter" idx="12" hasCustomPrompt="1"/>
          </p:nvPr>
        </p:nvSpPr>
        <p:spPr>
          <a:xfrm>
            <a:off x="2428461" y="2863661"/>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Divider Title Slide</a:t>
            </a:r>
          </a:p>
          <a:p>
            <a:r>
              <a:rPr lang="en-US" sz="3600" dirty="0"/>
              <a:t>Line 2</a:t>
            </a:r>
          </a:p>
        </p:txBody>
      </p:sp>
      <p:sp>
        <p:nvSpPr>
          <p:cNvPr id="11" name="Rectangle 10">
            <a:extLst>
              <a:ext uri="{FF2B5EF4-FFF2-40B4-BE49-F238E27FC236}">
                <a16:creationId xmlns:a16="http://schemas.microsoft.com/office/drawing/2014/main" id="{AF865473-E2AD-6245-4447-BAEF54B15394}"/>
              </a:ext>
            </a:extLst>
          </p:cNvPr>
          <p:cNvSpPr/>
          <p:nvPr userDrawn="1"/>
        </p:nvSpPr>
        <p:spPr>
          <a:xfrm>
            <a:off x="2428461" y="4275692"/>
            <a:ext cx="7335078" cy="99085"/>
          </a:xfrm>
          <a:prstGeom prst="rect">
            <a:avLst/>
          </a:prstGeom>
          <a:solidFill>
            <a:srgbClr val="006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45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5829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582725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094231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910186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512357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960784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415600" y="1536633"/>
            <a:ext cx="11360800" cy="45552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91425" tIns="91425" rIns="91425" bIns="91425" anchor="ctr" anchorCtr="0">
            <a:noAutofit/>
          </a:bodyPr>
          <a:lstStyle/>
          <a:p>
            <a:fld id="{00000000-1234-1234-1234-123412341234}" type="slidenum">
              <a:rPr lang="en-GB" smtClean="0"/>
              <a:pPr/>
              <a:t>‹#›</a:t>
            </a:fld>
            <a:endParaRPr lang="en-GB"/>
          </a:p>
        </p:txBody>
      </p:sp>
    </p:spTree>
    <p:extLst>
      <p:ext uri="{BB962C8B-B14F-4D97-AF65-F5344CB8AC3E}">
        <p14:creationId xmlns:p14="http://schemas.microsoft.com/office/powerpoint/2010/main" val="1509607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116942"/>
      </p:ext>
    </p:extLst>
  </p:cSld>
  <p:clrMap bg1="lt1" tx1="dk1" bg2="lt2" tx2="dk2" accent1="accent1" accent2="accent2" accent3="accent3" accent4="accent4" accent5="accent5" accent6="accent6" hlink="hlink" folHlink="folHlink"/>
  <p:sldLayoutIdLst>
    <p:sldLayoutId id="2147483652" r:id="rId1"/>
    <p:sldLayoutId id="2147483650" r:id="rId2"/>
    <p:sldLayoutId id="2147483659" r:id="rId3"/>
    <p:sldLayoutId id="2147483655" r:id="rId4"/>
    <p:sldLayoutId id="2147483658" r:id="rId5"/>
    <p:sldLayoutId id="2147483660" r:id="rId6"/>
    <p:sldLayoutId id="2147483649" r:id="rId7"/>
    <p:sldLayoutId id="2147483662" r:id="rId8"/>
    <p:sldLayoutId id="2147483663" r:id="rId9"/>
    <p:sldLayoutId id="2147483664" r:id="rId10"/>
    <p:sldLayoutId id="2147483665" r:id="rId11"/>
    <p:sldLayoutId id="2147483666" r:id="rId12"/>
    <p:sldLayoutId id="2147483680" r:id="rId13"/>
    <p:sldLayoutId id="2147483681"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32AD01-B626-8541-DD34-941AFABB4017}"/>
              </a:ext>
            </a:extLst>
          </p:cNvPr>
          <p:cNvSpPr>
            <a:spLocks noGrp="1"/>
          </p:cNvSpPr>
          <p:nvPr>
            <p:ph type="body" sz="quarter" idx="12"/>
          </p:nvPr>
        </p:nvSpPr>
        <p:spPr>
          <a:xfrm>
            <a:off x="0" y="4161824"/>
            <a:ext cx="12192000" cy="650141"/>
          </a:xfrm>
        </p:spPr>
        <p:txBody>
          <a:bodyPr/>
          <a:lstStyle/>
          <a:p>
            <a:r>
              <a:rPr lang="en-US" sz="4800" dirty="0"/>
              <a:t>CEN 3078 Computer Security</a:t>
            </a:r>
            <a:endParaRPr lang="en-US" sz="2000" b="0" dirty="0"/>
          </a:p>
        </p:txBody>
      </p:sp>
      <p:sp>
        <p:nvSpPr>
          <p:cNvPr id="3" name="Text Placeholder 2">
            <a:extLst>
              <a:ext uri="{FF2B5EF4-FFF2-40B4-BE49-F238E27FC236}">
                <a16:creationId xmlns:a16="http://schemas.microsoft.com/office/drawing/2014/main" id="{C74AC5A7-CF21-681C-AD2A-CAFD76C83228}"/>
              </a:ext>
            </a:extLst>
          </p:cNvPr>
          <p:cNvSpPr>
            <a:spLocks noGrp="1"/>
          </p:cNvSpPr>
          <p:nvPr>
            <p:ph type="body" sz="quarter" idx="13"/>
          </p:nvPr>
        </p:nvSpPr>
        <p:spPr>
          <a:xfrm>
            <a:off x="2758705" y="5663508"/>
            <a:ext cx="6674590" cy="350227"/>
          </a:xfrm>
        </p:spPr>
        <p:txBody>
          <a:bodyPr/>
          <a:lstStyle/>
          <a:p>
            <a:r>
              <a:rPr lang="en-US" sz="2400" dirty="0"/>
              <a:t>Module 2 – Application and Network Attacks</a:t>
            </a:r>
          </a:p>
          <a:p>
            <a:endParaRPr lang="en-US" sz="2400" dirty="0"/>
          </a:p>
          <a:p>
            <a:endParaRPr lang="en-US" sz="2400" dirty="0"/>
          </a:p>
        </p:txBody>
      </p:sp>
    </p:spTree>
    <p:extLst>
      <p:ext uri="{BB962C8B-B14F-4D97-AF65-F5344CB8AC3E}">
        <p14:creationId xmlns:p14="http://schemas.microsoft.com/office/powerpoint/2010/main" val="55355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155FF-C31E-4AC6-BFFA-E46AF52F5684}"/>
              </a:ext>
            </a:extLst>
          </p:cNvPr>
          <p:cNvSpPr>
            <a:spLocks noGrp="1"/>
          </p:cNvSpPr>
          <p:nvPr>
            <p:ph type="sldNum" sz="quarter" idx="12"/>
          </p:nvPr>
        </p:nvSpPr>
        <p:spPr>
          <a:prstGeom prst="rect">
            <a:avLst/>
          </a:prstGeom>
        </p:spPr>
        <p:txBody>
          <a:bodyPr/>
          <a:lstStyle/>
          <a:p>
            <a:fld id="{19A1A663-AB5A-1C46-BB3F-DC91B87E1671}" type="slidenum">
              <a:rPr lang="en-US" smtClean="0"/>
              <a:pPr/>
              <a:t>2</a:t>
            </a:fld>
            <a:endParaRPr lang="en-US" dirty="0"/>
          </a:p>
        </p:txBody>
      </p:sp>
      <p:sp>
        <p:nvSpPr>
          <p:cNvPr id="7" name="Text Placeholder 6">
            <a:extLst>
              <a:ext uri="{FF2B5EF4-FFF2-40B4-BE49-F238E27FC236}">
                <a16:creationId xmlns:a16="http://schemas.microsoft.com/office/drawing/2014/main" id="{71758D06-223B-4ABB-B038-E5907DC0A6EF}"/>
              </a:ext>
            </a:extLst>
          </p:cNvPr>
          <p:cNvSpPr>
            <a:spLocks noGrp="1"/>
          </p:cNvSpPr>
          <p:nvPr>
            <p:ph type="body" sz="quarter" idx="10"/>
          </p:nvPr>
        </p:nvSpPr>
        <p:spPr/>
        <p:txBody>
          <a:bodyPr/>
          <a:lstStyle/>
          <a:p>
            <a:r>
              <a:rPr lang="en-US" dirty="0"/>
              <a:t>Module 2</a:t>
            </a:r>
          </a:p>
        </p:txBody>
      </p:sp>
      <p:sp>
        <p:nvSpPr>
          <p:cNvPr id="5" name="Rectangle 4">
            <a:extLst>
              <a:ext uri="{FF2B5EF4-FFF2-40B4-BE49-F238E27FC236}">
                <a16:creationId xmlns:a16="http://schemas.microsoft.com/office/drawing/2014/main" id="{9DA21398-CE95-4290-A860-E1477BCE3728}"/>
              </a:ext>
            </a:extLst>
          </p:cNvPr>
          <p:cNvSpPr/>
          <p:nvPr/>
        </p:nvSpPr>
        <p:spPr>
          <a:xfrm>
            <a:off x="6394581" y="835662"/>
            <a:ext cx="5081970" cy="5016758"/>
          </a:xfrm>
          <a:prstGeom prst="rect">
            <a:avLst/>
          </a:prstGeom>
        </p:spPr>
        <p:txBody>
          <a:bodyPr wrap="square">
            <a:spAutoFit/>
          </a:bodyPr>
          <a:lstStyle/>
          <a:p>
            <a:pPr marL="457200" indent="-457200">
              <a:buFont typeface="Arial" panose="020B0604020202020204" pitchFamily="34" charset="0"/>
              <a:buChar char="•"/>
            </a:pPr>
            <a:r>
              <a:rPr lang="en-US" sz="3200" dirty="0"/>
              <a:t>TCP fundamental</a:t>
            </a:r>
          </a:p>
          <a:p>
            <a:pPr marL="457200" indent="-457200">
              <a:buFont typeface="Arial" panose="020B0604020202020204" pitchFamily="34" charset="0"/>
              <a:buChar char="•"/>
            </a:pPr>
            <a:r>
              <a:rPr lang="en-US" sz="3200" dirty="0"/>
              <a:t>Attacks on the TCP protocol</a:t>
            </a:r>
          </a:p>
          <a:p>
            <a:pPr marL="457200" indent="-457200">
              <a:buFont typeface="Arial" panose="020B0604020202020204" pitchFamily="34" charset="0"/>
              <a:buChar char="•"/>
            </a:pPr>
            <a:r>
              <a:rPr lang="en-US" sz="3200" dirty="0"/>
              <a:t>Denial-of-Service attack</a:t>
            </a:r>
          </a:p>
          <a:p>
            <a:pPr marL="457200" indent="-457200">
              <a:buFont typeface="Arial" panose="020B0604020202020204" pitchFamily="34" charset="0"/>
              <a:buChar char="•"/>
            </a:pPr>
            <a:r>
              <a:rPr lang="en-US" sz="3200" dirty="0"/>
              <a:t>SQL injection attack</a:t>
            </a:r>
          </a:p>
          <a:p>
            <a:pPr marL="457200" indent="-457200">
              <a:buFont typeface="Arial" panose="020B0604020202020204" pitchFamily="34" charset="0"/>
              <a:buChar char="•"/>
            </a:pPr>
            <a:r>
              <a:rPr lang="en-US" sz="3200" dirty="0"/>
              <a:t>Cross-side scripting attack</a:t>
            </a:r>
          </a:p>
          <a:p>
            <a:pPr marL="457200" indent="-457200">
              <a:buFont typeface="Arial" panose="020B0604020202020204" pitchFamily="34" charset="0"/>
              <a:buChar char="•"/>
            </a:pPr>
            <a:r>
              <a:rPr lang="en-US" sz="3200" dirty="0"/>
              <a:t>Miscellaneous: Heartbleed bug and attack, Ransomware, </a:t>
            </a:r>
            <a:r>
              <a:rPr lang="en-US" sz="3200" dirty="0" err="1"/>
              <a:t>Cryptojacking</a:t>
            </a:r>
            <a:r>
              <a:rPr lang="en-US" sz="3200" dirty="0"/>
              <a:t> </a:t>
            </a:r>
          </a:p>
        </p:txBody>
      </p:sp>
    </p:spTree>
    <p:extLst>
      <p:ext uri="{BB962C8B-B14F-4D97-AF65-F5344CB8AC3E}">
        <p14:creationId xmlns:p14="http://schemas.microsoft.com/office/powerpoint/2010/main" val="1987998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155FF-C31E-4AC6-BFFA-E46AF52F5684}"/>
              </a:ext>
            </a:extLst>
          </p:cNvPr>
          <p:cNvSpPr>
            <a:spLocks noGrp="1"/>
          </p:cNvSpPr>
          <p:nvPr>
            <p:ph type="sldNum" sz="quarter" idx="12"/>
          </p:nvPr>
        </p:nvSpPr>
        <p:spPr>
          <a:prstGeom prst="rect">
            <a:avLst/>
          </a:prstGeom>
        </p:spPr>
        <p:txBody>
          <a:bodyPr/>
          <a:lstStyle/>
          <a:p>
            <a:fld id="{19A1A663-AB5A-1C46-BB3F-DC91B87E1671}" type="slidenum">
              <a:rPr lang="en-US" smtClean="0"/>
              <a:pPr/>
              <a:t>3</a:t>
            </a:fld>
            <a:endParaRPr lang="en-US" dirty="0"/>
          </a:p>
        </p:txBody>
      </p:sp>
      <p:sp>
        <p:nvSpPr>
          <p:cNvPr id="7" name="Text Placeholder 6">
            <a:extLst>
              <a:ext uri="{FF2B5EF4-FFF2-40B4-BE49-F238E27FC236}">
                <a16:creationId xmlns:a16="http://schemas.microsoft.com/office/drawing/2014/main" id="{71758D06-223B-4ABB-B038-E5907DC0A6EF}"/>
              </a:ext>
            </a:extLst>
          </p:cNvPr>
          <p:cNvSpPr>
            <a:spLocks noGrp="1"/>
          </p:cNvSpPr>
          <p:nvPr>
            <p:ph type="body" sz="quarter" idx="10"/>
          </p:nvPr>
        </p:nvSpPr>
        <p:spPr/>
        <p:txBody>
          <a:bodyPr/>
          <a:lstStyle/>
          <a:p>
            <a:r>
              <a:rPr lang="en-US" dirty="0"/>
              <a:t>Module 2</a:t>
            </a:r>
          </a:p>
        </p:txBody>
      </p:sp>
      <p:sp>
        <p:nvSpPr>
          <p:cNvPr id="5" name="Rectangle 4">
            <a:extLst>
              <a:ext uri="{FF2B5EF4-FFF2-40B4-BE49-F238E27FC236}">
                <a16:creationId xmlns:a16="http://schemas.microsoft.com/office/drawing/2014/main" id="{9DA21398-CE95-4290-A860-E1477BCE3728}"/>
              </a:ext>
            </a:extLst>
          </p:cNvPr>
          <p:cNvSpPr/>
          <p:nvPr/>
        </p:nvSpPr>
        <p:spPr>
          <a:xfrm>
            <a:off x="6394581" y="835662"/>
            <a:ext cx="5081970" cy="5016758"/>
          </a:xfrm>
          <a:prstGeom prst="rect">
            <a:avLst/>
          </a:prstGeom>
        </p:spPr>
        <p:txBody>
          <a:bodyPr wrap="square">
            <a:spAutoFit/>
          </a:bodyPr>
          <a:lstStyle/>
          <a:p>
            <a:pPr marL="457200" indent="-457200">
              <a:buFont typeface="Arial" panose="020B0604020202020204" pitchFamily="34" charset="0"/>
              <a:buChar char="•"/>
            </a:pPr>
            <a:r>
              <a:rPr lang="en-US" sz="3200" dirty="0">
                <a:solidFill>
                  <a:srgbClr val="FF0000"/>
                </a:solidFill>
              </a:rPr>
              <a:t>TCP fundamental</a:t>
            </a:r>
          </a:p>
          <a:p>
            <a:pPr marL="457200" indent="-457200">
              <a:buFont typeface="Arial" panose="020B0604020202020204" pitchFamily="34" charset="0"/>
              <a:buChar char="•"/>
            </a:pPr>
            <a:r>
              <a:rPr lang="en-US" sz="3200" dirty="0"/>
              <a:t>Attacks on the TCP protocol</a:t>
            </a:r>
          </a:p>
          <a:p>
            <a:pPr marL="457200" indent="-457200">
              <a:buFont typeface="Arial" panose="020B0604020202020204" pitchFamily="34" charset="0"/>
              <a:buChar char="•"/>
            </a:pPr>
            <a:r>
              <a:rPr lang="en-US" sz="3200" dirty="0"/>
              <a:t>Denial-of-Service attack</a:t>
            </a:r>
          </a:p>
          <a:p>
            <a:pPr marL="457200" indent="-457200">
              <a:buFont typeface="Arial" panose="020B0604020202020204" pitchFamily="34" charset="0"/>
              <a:buChar char="•"/>
            </a:pPr>
            <a:r>
              <a:rPr lang="en-US" sz="3200" dirty="0"/>
              <a:t>SQL injection attack</a:t>
            </a:r>
          </a:p>
          <a:p>
            <a:pPr marL="457200" indent="-457200">
              <a:buFont typeface="Arial" panose="020B0604020202020204" pitchFamily="34" charset="0"/>
              <a:buChar char="•"/>
            </a:pPr>
            <a:r>
              <a:rPr lang="en-US" sz="3200" dirty="0"/>
              <a:t>Cross-side scripting attack</a:t>
            </a:r>
          </a:p>
          <a:p>
            <a:pPr marL="457200" indent="-457200">
              <a:buFont typeface="Arial" panose="020B0604020202020204" pitchFamily="34" charset="0"/>
              <a:buChar char="•"/>
            </a:pPr>
            <a:r>
              <a:rPr lang="en-US" sz="3200" dirty="0"/>
              <a:t>Miscellaneous: Heartbleed bug and attack, Ransomware, </a:t>
            </a:r>
            <a:r>
              <a:rPr lang="en-US" sz="3200" dirty="0" err="1"/>
              <a:t>Cryptojacking</a:t>
            </a:r>
            <a:r>
              <a:rPr lang="en-US" sz="3200" dirty="0"/>
              <a:t> </a:t>
            </a:r>
          </a:p>
        </p:txBody>
      </p:sp>
    </p:spTree>
    <p:extLst>
      <p:ext uri="{BB962C8B-B14F-4D97-AF65-F5344CB8AC3E}">
        <p14:creationId xmlns:p14="http://schemas.microsoft.com/office/powerpoint/2010/main" val="1950225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1706492" y="417692"/>
            <a:ext cx="8520600" cy="572700"/>
          </a:xfrm>
          <a:prstGeom prst="rect">
            <a:avLst/>
          </a:prstGeom>
        </p:spPr>
        <p:txBody>
          <a:bodyPr vert="horz" wrap="square" lIns="91425" tIns="91425" rIns="91425" bIns="91425" rtlCol="0" anchor="t" anchorCtr="0">
            <a:noAutofit/>
          </a:bodyPr>
          <a:lstStyle/>
          <a:p>
            <a:r>
              <a:rPr lang="en-GB" dirty="0"/>
              <a:t>TCP Protocol</a:t>
            </a:r>
          </a:p>
        </p:txBody>
      </p:sp>
      <p:sp>
        <p:nvSpPr>
          <p:cNvPr id="4" name="Slide Number Placeholder 5">
            <a:extLst>
              <a:ext uri="{FF2B5EF4-FFF2-40B4-BE49-F238E27FC236}">
                <a16:creationId xmlns:a16="http://schemas.microsoft.com/office/drawing/2014/main" id="{9FBCA90E-02C4-F349-B4CF-B435E5032842}"/>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4</a:t>
            </a:fld>
            <a:endParaRPr lang="en-US" dirty="0"/>
          </a:p>
        </p:txBody>
      </p:sp>
      <p:pic>
        <p:nvPicPr>
          <p:cNvPr id="3074" name="Picture 2" descr="Transmission Control Protocol (TCP)">
            <a:extLst>
              <a:ext uri="{FF2B5EF4-FFF2-40B4-BE49-F238E27FC236}">
                <a16:creationId xmlns:a16="http://schemas.microsoft.com/office/drawing/2014/main" id="{DFAB0576-99EC-E944-9BEE-AE463660FE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000" y="2133441"/>
            <a:ext cx="4243145" cy="3125328"/>
          </a:xfrm>
          <a:prstGeom prst="rect">
            <a:avLst/>
          </a:prstGeom>
          <a:noFill/>
          <a:extLst>
            <a:ext uri="{909E8E84-426E-40DD-AFC4-6F175D3DCCD1}">
              <a14:hiddenFill xmlns:a14="http://schemas.microsoft.com/office/drawing/2010/main">
                <a:solidFill>
                  <a:srgbClr val="FFFFFF"/>
                </a:solidFill>
              </a14:hiddenFill>
            </a:ext>
          </a:extLst>
        </p:spPr>
      </p:pic>
      <p:sp>
        <p:nvSpPr>
          <p:cNvPr id="66" name="Shape 66"/>
          <p:cNvSpPr txBox="1">
            <a:spLocks noGrp="1"/>
          </p:cNvSpPr>
          <p:nvPr>
            <p:ph type="body" idx="1"/>
          </p:nvPr>
        </p:nvSpPr>
        <p:spPr>
          <a:xfrm>
            <a:off x="1835701" y="1242391"/>
            <a:ext cx="5057968" cy="4016378"/>
          </a:xfrm>
          <a:prstGeom prst="rect">
            <a:avLst/>
          </a:prstGeom>
        </p:spPr>
        <p:txBody>
          <a:bodyPr vert="horz" wrap="square" lIns="91425" tIns="91425" rIns="91425" bIns="91425" rtlCol="0" anchor="t" anchorCtr="0">
            <a:noAutofit/>
          </a:bodyPr>
          <a:lstStyle/>
          <a:p>
            <a:pPr marL="457200">
              <a:buClr>
                <a:srgbClr val="000000"/>
              </a:buClr>
            </a:pPr>
            <a:r>
              <a:rPr lang="en-GB" dirty="0">
                <a:solidFill>
                  <a:srgbClr val="000000"/>
                </a:solidFill>
              </a:rPr>
              <a:t>Transmission Control Protocol (TCP) is a core protocol of the Internet protocol suite</a:t>
            </a:r>
          </a:p>
          <a:p>
            <a:pPr marL="457200">
              <a:buClr>
                <a:srgbClr val="000000"/>
              </a:buClr>
            </a:pPr>
            <a:r>
              <a:rPr lang="en-GB" dirty="0">
                <a:solidFill>
                  <a:srgbClr val="000000"/>
                </a:solidFill>
              </a:rPr>
              <a:t>Sits on the top of the IP layer; transport layer</a:t>
            </a:r>
          </a:p>
          <a:p>
            <a:pPr marL="457200">
              <a:buClr>
                <a:srgbClr val="000000"/>
              </a:buClr>
            </a:pPr>
            <a:r>
              <a:rPr lang="en-GB" dirty="0">
                <a:solidFill>
                  <a:srgbClr val="000000"/>
                </a:solidFill>
              </a:rPr>
              <a:t>Provide host-to-host communication services for applications</a:t>
            </a:r>
          </a:p>
          <a:p>
            <a:pPr marL="457200">
              <a:buClr>
                <a:srgbClr val="000000"/>
              </a:buClr>
            </a:pPr>
            <a:r>
              <a:rPr lang="en-GB" dirty="0">
                <a:solidFill>
                  <a:srgbClr val="000000"/>
                </a:solidFill>
              </a:rPr>
              <a:t>Two transport Layer protocols</a:t>
            </a:r>
          </a:p>
          <a:p>
            <a:pPr marL="860425" lvl="2" indent="-342900">
              <a:buClr>
                <a:srgbClr val="000000"/>
              </a:buClr>
              <a:buSzPts val="1800"/>
              <a:buFont typeface="Courier New" panose="02070309020205020404" pitchFamily="49" charset="0"/>
              <a:buChar char="o"/>
            </a:pPr>
            <a:r>
              <a:rPr lang="en-GB" b="1" dirty="0">
                <a:solidFill>
                  <a:srgbClr val="000000"/>
                </a:solidFill>
              </a:rPr>
              <a:t>TCP:</a:t>
            </a:r>
            <a:r>
              <a:rPr lang="en-GB" dirty="0">
                <a:solidFill>
                  <a:srgbClr val="000000"/>
                </a:solidFill>
              </a:rPr>
              <a:t> provides a reliable and ordered communication channel between applications</a:t>
            </a:r>
          </a:p>
          <a:p>
            <a:pPr marL="860425" lvl="4" indent="-342900">
              <a:buClr>
                <a:srgbClr val="000000"/>
              </a:buClr>
              <a:buSzPts val="1800"/>
            </a:pPr>
            <a:r>
              <a:rPr lang="en-GB" sz="2000" b="1" dirty="0">
                <a:solidFill>
                  <a:srgbClr val="000000"/>
                </a:solidFill>
              </a:rPr>
              <a:t>UDP: </a:t>
            </a:r>
            <a:r>
              <a:rPr lang="en-GB" sz="2000" dirty="0">
                <a:solidFill>
                  <a:srgbClr val="000000"/>
                </a:solidFill>
              </a:rPr>
              <a:t>lightweight protocol with lower overhead and can be used for applications that do not require reliability or communication order </a:t>
            </a:r>
          </a:p>
        </p:txBody>
      </p:sp>
    </p:spTree>
    <p:extLst>
      <p:ext uri="{BB962C8B-B14F-4D97-AF65-F5344CB8AC3E}">
        <p14:creationId xmlns:p14="http://schemas.microsoft.com/office/powerpoint/2010/main" val="2793842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1756187" y="199706"/>
            <a:ext cx="8520600" cy="572700"/>
          </a:xfrm>
          <a:prstGeom prst="rect">
            <a:avLst/>
          </a:prstGeom>
        </p:spPr>
        <p:txBody>
          <a:bodyPr vert="horz" wrap="square" lIns="91425" tIns="91425" rIns="91425" bIns="91425" rtlCol="0" anchor="t" anchorCtr="0">
            <a:noAutofit/>
          </a:bodyPr>
          <a:lstStyle/>
          <a:p>
            <a:pPr indent="-69850">
              <a:buClr>
                <a:srgbClr val="000000"/>
              </a:buClr>
              <a:buSzPts val="1100"/>
            </a:pPr>
            <a:r>
              <a:rPr lang="en-GB" dirty="0">
                <a:solidFill>
                  <a:srgbClr val="0432FF"/>
                </a:solidFill>
              </a:rPr>
              <a:t>TCP Client Program </a:t>
            </a:r>
          </a:p>
        </p:txBody>
      </p:sp>
      <p:grpSp>
        <p:nvGrpSpPr>
          <p:cNvPr id="9" name="Group 8"/>
          <p:cNvGrpSpPr/>
          <p:nvPr/>
        </p:nvGrpSpPr>
        <p:grpSpPr>
          <a:xfrm>
            <a:off x="1991139" y="1905974"/>
            <a:ext cx="7865326" cy="3886537"/>
            <a:chOff x="560128" y="1017725"/>
            <a:chExt cx="7865326" cy="3886537"/>
          </a:xfrm>
        </p:grpSpPr>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1678" y="1017725"/>
              <a:ext cx="4343776" cy="3886537"/>
            </a:xfrm>
            <a:prstGeom prst="rect">
              <a:avLst/>
            </a:prstGeom>
          </p:spPr>
        </p:pic>
        <p:sp>
          <p:nvSpPr>
            <p:cNvPr id="3" name="Rectangle 2"/>
            <p:cNvSpPr/>
            <p:nvPr/>
          </p:nvSpPr>
          <p:spPr>
            <a:xfrm>
              <a:off x="560128" y="1017725"/>
              <a:ext cx="2803075" cy="1077218"/>
            </a:xfrm>
            <a:prstGeom prst="rect">
              <a:avLst/>
            </a:prstGeom>
            <a:ln>
              <a:solidFill>
                <a:schemeClr val="tx1"/>
              </a:solidFill>
            </a:ln>
          </p:spPr>
          <p:txBody>
            <a:bodyPr wrap="square">
              <a:spAutoFit/>
            </a:bodyPr>
            <a:lstStyle/>
            <a:p>
              <a:pPr lvl="0"/>
              <a:r>
                <a:rPr lang="en-GB" sz="1600" dirty="0">
                  <a:solidFill>
                    <a:schemeClr val="dk1"/>
                  </a:solidFill>
                  <a:latin typeface="Arial" panose="020B0604020202020204" pitchFamily="34" charset="0"/>
                  <a:cs typeface="Arial" panose="020B0604020202020204" pitchFamily="34" charset="0"/>
                </a:rPr>
                <a:t>Create a socket</a:t>
              </a:r>
              <a:r>
                <a:rPr lang="en-GB" sz="1600" i="1" dirty="0">
                  <a:solidFill>
                    <a:schemeClr val="dk1"/>
                  </a:solidFill>
                  <a:latin typeface="Arial" panose="020B0604020202020204" pitchFamily="34" charset="0"/>
                  <a:cs typeface="Arial" panose="020B0604020202020204" pitchFamily="34" charset="0"/>
                </a:rPr>
                <a:t>;</a:t>
              </a:r>
              <a:r>
                <a:rPr lang="en-GB" sz="1600" dirty="0">
                  <a:solidFill>
                    <a:schemeClr val="dk1"/>
                  </a:solidFill>
                  <a:latin typeface="Arial" panose="020B0604020202020204" pitchFamily="34" charset="0"/>
                  <a:cs typeface="Arial" panose="020B0604020202020204" pitchFamily="34" charset="0"/>
                </a:rPr>
                <a:t> specify the type of communication. TCP uses SOCK_STREAM and UDP uses SOCK_DGRAM.</a:t>
              </a:r>
            </a:p>
          </p:txBody>
        </p:sp>
        <p:sp>
          <p:nvSpPr>
            <p:cNvPr id="4" name="Right Arrow 3"/>
            <p:cNvSpPr/>
            <p:nvPr/>
          </p:nvSpPr>
          <p:spPr>
            <a:xfrm>
              <a:off x="3452654" y="1239865"/>
              <a:ext cx="511444" cy="193728"/>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51668" y="3117938"/>
              <a:ext cx="2440983" cy="646331"/>
            </a:xfrm>
            <a:prstGeom prst="rect">
              <a:avLst/>
            </a:prstGeom>
            <a:noFill/>
            <a:ln>
              <a:noFill/>
            </a:ln>
          </p:spPr>
          <p:txBody>
            <a:bodyPr wrap="square" rtlCol="0">
              <a:spAutoFit/>
            </a:bodyPr>
            <a:lstStyle/>
            <a:p>
              <a:pPr algn="r"/>
              <a:r>
                <a:rPr lang="en-US" dirty="0">
                  <a:latin typeface="Arial" panose="020B0604020202020204" pitchFamily="34" charset="0"/>
                  <a:cs typeface="Arial" panose="020B0604020202020204" pitchFamily="34" charset="0"/>
                </a:rPr>
                <a:t>Initiate the TCP connection</a:t>
              </a:r>
            </a:p>
          </p:txBody>
        </p:sp>
        <p:sp>
          <p:nvSpPr>
            <p:cNvPr id="10" name="Right Arrow 9"/>
            <p:cNvSpPr/>
            <p:nvPr/>
          </p:nvSpPr>
          <p:spPr>
            <a:xfrm>
              <a:off x="3254573" y="4502257"/>
              <a:ext cx="530924" cy="166425"/>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51667" y="4417932"/>
              <a:ext cx="2440983" cy="369332"/>
            </a:xfrm>
            <a:prstGeom prst="rect">
              <a:avLst/>
            </a:prstGeom>
            <a:noFill/>
            <a:ln>
              <a:noFill/>
            </a:ln>
          </p:spPr>
          <p:txBody>
            <a:bodyPr wrap="square" rtlCol="0">
              <a:spAutoFit/>
            </a:bodyPr>
            <a:lstStyle/>
            <a:p>
              <a:pPr algn="r"/>
              <a:r>
                <a:rPr lang="en-US" dirty="0">
                  <a:latin typeface="Arial" panose="020B0604020202020204" pitchFamily="34" charset="0"/>
                  <a:cs typeface="Arial" panose="020B0604020202020204" pitchFamily="34" charset="0"/>
                </a:rPr>
                <a:t>Send data</a:t>
              </a:r>
            </a:p>
          </p:txBody>
        </p:sp>
        <p:sp>
          <p:nvSpPr>
            <p:cNvPr id="8" name="Left Brace 7"/>
            <p:cNvSpPr/>
            <p:nvPr/>
          </p:nvSpPr>
          <p:spPr>
            <a:xfrm>
              <a:off x="3874647" y="4359126"/>
              <a:ext cx="145108" cy="444939"/>
            </a:xfrm>
            <a:prstGeom prst="leftBrace">
              <a:avLst>
                <a:gd name="adj1" fmla="val 35037"/>
                <a:gd name="adj2" fmla="val 50000"/>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Arrow 13"/>
            <p:cNvSpPr/>
            <p:nvPr/>
          </p:nvSpPr>
          <p:spPr>
            <a:xfrm>
              <a:off x="3381442" y="3174962"/>
              <a:ext cx="511444" cy="193728"/>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644A5B17-88B2-264F-BD2C-85FC2A0163B8}"/>
              </a:ext>
            </a:extLst>
          </p:cNvPr>
          <p:cNvPicPr>
            <a:picLocks noChangeAspect="1"/>
          </p:cNvPicPr>
          <p:nvPr/>
        </p:nvPicPr>
        <p:blipFill>
          <a:blip r:embed="rId4"/>
          <a:stretch>
            <a:fillRect/>
          </a:stretch>
        </p:blipFill>
        <p:spPr>
          <a:xfrm>
            <a:off x="6830464" y="928754"/>
            <a:ext cx="2367660" cy="977218"/>
          </a:xfrm>
          <a:prstGeom prst="rect">
            <a:avLst/>
          </a:prstGeom>
        </p:spPr>
      </p:pic>
      <p:sp>
        <p:nvSpPr>
          <p:cNvPr id="13" name="Slide Number Placeholder 5">
            <a:extLst>
              <a:ext uri="{FF2B5EF4-FFF2-40B4-BE49-F238E27FC236}">
                <a16:creationId xmlns:a16="http://schemas.microsoft.com/office/drawing/2014/main" id="{5718FA51-2DA7-BF4A-893F-B00CEEF782F2}"/>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5</a:t>
            </a:fld>
            <a:endParaRPr lang="en-US" dirty="0"/>
          </a:p>
        </p:txBody>
      </p:sp>
    </p:spTree>
    <p:extLst>
      <p:ext uri="{BB962C8B-B14F-4D97-AF65-F5344CB8AC3E}">
        <p14:creationId xmlns:p14="http://schemas.microsoft.com/office/powerpoint/2010/main" val="1990146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1749350" y="351387"/>
            <a:ext cx="8520600" cy="572700"/>
          </a:xfrm>
          <a:prstGeom prst="rect">
            <a:avLst/>
          </a:prstGeom>
        </p:spPr>
        <p:txBody>
          <a:bodyPr vert="horz" wrap="square" lIns="91425" tIns="91425" rIns="91425" bIns="91425" rtlCol="0" anchor="t" anchorCtr="0">
            <a:noAutofit/>
          </a:bodyPr>
          <a:lstStyle/>
          <a:p>
            <a:r>
              <a:rPr lang="en-GB" dirty="0"/>
              <a:t>TCP Server Program</a:t>
            </a:r>
          </a:p>
        </p:txBody>
      </p:sp>
      <p:sp>
        <p:nvSpPr>
          <p:cNvPr id="86" name="Shape 86"/>
          <p:cNvSpPr txBox="1"/>
          <p:nvPr/>
        </p:nvSpPr>
        <p:spPr>
          <a:xfrm>
            <a:off x="1999768" y="3655206"/>
            <a:ext cx="8019767" cy="2560768"/>
          </a:xfrm>
          <a:prstGeom prst="rect">
            <a:avLst/>
          </a:prstGeom>
          <a:noFill/>
          <a:ln>
            <a:noFill/>
          </a:ln>
        </p:spPr>
        <p:txBody>
          <a:bodyPr wrap="square" lIns="91425" tIns="91425" rIns="91425" bIns="91425" anchor="t" anchorCtr="0">
            <a:noAutofit/>
          </a:bodyPr>
          <a:lstStyle/>
          <a:p>
            <a:r>
              <a:rPr lang="en-GB" sz="2000" dirty="0">
                <a:solidFill>
                  <a:schemeClr val="dk1"/>
                </a:solidFill>
                <a:latin typeface="Arial" panose="020B0604020202020204" pitchFamily="34" charset="0"/>
                <a:cs typeface="Arial" panose="020B0604020202020204" pitchFamily="34" charset="0"/>
              </a:rPr>
              <a:t>Step 1 : </a:t>
            </a:r>
            <a:r>
              <a:rPr lang="en-GB" sz="2000" i="1" u="sng" dirty="0">
                <a:solidFill>
                  <a:schemeClr val="dk1"/>
                </a:solidFill>
                <a:latin typeface="Arial" panose="020B0604020202020204" pitchFamily="34" charset="0"/>
                <a:cs typeface="Arial" panose="020B0604020202020204" pitchFamily="34" charset="0"/>
              </a:rPr>
              <a:t>Create a socket.</a:t>
            </a:r>
            <a:r>
              <a:rPr lang="en-GB" sz="2000" dirty="0">
                <a:solidFill>
                  <a:schemeClr val="dk1"/>
                </a:solidFill>
                <a:latin typeface="Arial" panose="020B0604020202020204" pitchFamily="34" charset="0"/>
                <a:cs typeface="Arial" panose="020B0604020202020204" pitchFamily="34" charset="0"/>
              </a:rPr>
              <a:t> Same as Client Program.</a:t>
            </a:r>
          </a:p>
          <a:p>
            <a:pPr indent="-69850">
              <a:buClr>
                <a:schemeClr val="dk1"/>
              </a:buClr>
              <a:buSzPts val="1100"/>
            </a:pPr>
            <a:endParaRPr sz="2000" dirty="0">
              <a:solidFill>
                <a:schemeClr val="dk1"/>
              </a:solidFill>
              <a:latin typeface="Arial" panose="020B0604020202020204" pitchFamily="34" charset="0"/>
              <a:cs typeface="Arial" panose="020B0604020202020204" pitchFamily="34" charset="0"/>
            </a:endParaRPr>
          </a:p>
          <a:p>
            <a:pPr indent="-69850">
              <a:buClr>
                <a:schemeClr val="dk1"/>
              </a:buClr>
              <a:buSzPts val="1100"/>
            </a:pPr>
            <a:r>
              <a:rPr lang="en-GB" sz="2000" dirty="0">
                <a:solidFill>
                  <a:schemeClr val="dk1"/>
                </a:solidFill>
                <a:latin typeface="Arial" panose="020B0604020202020204" pitchFamily="34" charset="0"/>
                <a:cs typeface="Arial" panose="020B0604020202020204" pitchFamily="34" charset="0"/>
              </a:rPr>
              <a:t>Step 2 : </a:t>
            </a:r>
            <a:r>
              <a:rPr lang="en-GB" sz="2000" i="1" u="sng" dirty="0">
                <a:solidFill>
                  <a:schemeClr val="dk1"/>
                </a:solidFill>
                <a:latin typeface="Arial" panose="020B0604020202020204" pitchFamily="34" charset="0"/>
                <a:cs typeface="Arial" panose="020B0604020202020204" pitchFamily="34" charset="0"/>
              </a:rPr>
              <a:t>Bind to a port number.</a:t>
            </a:r>
            <a:r>
              <a:rPr lang="en-GB" sz="2000" i="1" dirty="0">
                <a:solidFill>
                  <a:schemeClr val="dk1"/>
                </a:solidFill>
                <a:latin typeface="Arial" panose="020B0604020202020204" pitchFamily="34" charset="0"/>
                <a:cs typeface="Arial" panose="020B0604020202020204" pitchFamily="34" charset="0"/>
              </a:rPr>
              <a:t> </a:t>
            </a:r>
            <a:r>
              <a:rPr lang="en-GB" sz="2000" dirty="0">
                <a:solidFill>
                  <a:schemeClr val="dk1"/>
                </a:solidFill>
                <a:latin typeface="Arial" panose="020B0604020202020204" pitchFamily="34" charset="0"/>
                <a:cs typeface="Arial" panose="020B0604020202020204" pitchFamily="34" charset="0"/>
              </a:rPr>
              <a:t>An application that communicates with others over the network needs to register a port number on its host computer. When the packet arrives, the operating system knows which application is the receiver based on the port number. The server needs to tell the OS which port it is using. This is done via the bind() system call</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2247" y="1342232"/>
            <a:ext cx="6203691" cy="2086769"/>
          </a:xfrm>
          <a:prstGeom prst="rect">
            <a:avLst/>
          </a:prstGeom>
        </p:spPr>
      </p:pic>
      <p:sp>
        <p:nvSpPr>
          <p:cNvPr id="5" name="Slide Number Placeholder 5">
            <a:extLst>
              <a:ext uri="{FF2B5EF4-FFF2-40B4-BE49-F238E27FC236}">
                <a16:creationId xmlns:a16="http://schemas.microsoft.com/office/drawing/2014/main" id="{650983AF-3257-5B43-8666-B7BD5D80CDBD}"/>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6</a:t>
            </a:fld>
            <a:endParaRPr lang="en-US" dirty="0"/>
          </a:p>
        </p:txBody>
      </p:sp>
    </p:spTree>
    <p:extLst>
      <p:ext uri="{BB962C8B-B14F-4D97-AF65-F5344CB8AC3E}">
        <p14:creationId xmlns:p14="http://schemas.microsoft.com/office/powerpoint/2010/main" val="3532468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Shape 91"/>
          <p:cNvSpPr txBox="1">
            <a:spLocks noGrp="1"/>
          </p:cNvSpPr>
          <p:nvPr>
            <p:ph type="title"/>
          </p:nvPr>
        </p:nvSpPr>
        <p:spPr>
          <a:xfrm>
            <a:off x="1757879" y="455969"/>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TCP Server Program</a:t>
            </a:r>
          </a:p>
        </p:txBody>
      </p:sp>
      <p:sp>
        <p:nvSpPr>
          <p:cNvPr id="92" name="Shape 92"/>
          <p:cNvSpPr txBox="1">
            <a:spLocks noGrp="1"/>
          </p:cNvSpPr>
          <p:nvPr>
            <p:ph type="body" idx="1"/>
          </p:nvPr>
        </p:nvSpPr>
        <p:spPr>
          <a:xfrm>
            <a:off x="2039895" y="2790775"/>
            <a:ext cx="8112210" cy="2724200"/>
          </a:xfrm>
          <a:prstGeom prst="rect">
            <a:avLst/>
          </a:prstGeom>
        </p:spPr>
        <p:txBody>
          <a:bodyPr vert="horz" wrap="square" lIns="91425" tIns="91425" rIns="91425" bIns="91425" rtlCol="0" anchor="t" anchorCtr="0">
            <a:noAutofit/>
          </a:bodyPr>
          <a:lstStyle/>
          <a:p>
            <a:pPr marL="0" indent="0">
              <a:buNone/>
            </a:pPr>
            <a:r>
              <a:rPr lang="en-GB" sz="2000" dirty="0">
                <a:solidFill>
                  <a:schemeClr val="dk1"/>
                </a:solidFill>
              </a:rPr>
              <a:t>Step 3 : </a:t>
            </a:r>
            <a:r>
              <a:rPr lang="en-GB" sz="2000" i="1" u="sng" dirty="0">
                <a:solidFill>
                  <a:schemeClr val="dk1"/>
                </a:solidFill>
              </a:rPr>
              <a:t>Listen for connections. </a:t>
            </a:r>
          </a:p>
          <a:p>
            <a:pPr marL="457200">
              <a:buClr>
                <a:schemeClr val="dk1"/>
              </a:buClr>
            </a:pPr>
            <a:r>
              <a:rPr lang="en-GB" sz="2000" dirty="0">
                <a:solidFill>
                  <a:schemeClr val="dk1"/>
                </a:solidFill>
              </a:rPr>
              <a:t>After the socket is  set up, TCP programs call listen() to wait for connections</a:t>
            </a:r>
          </a:p>
          <a:p>
            <a:pPr marL="457200">
              <a:buClr>
                <a:schemeClr val="dk1"/>
              </a:buClr>
            </a:pPr>
            <a:r>
              <a:rPr lang="en-GB" sz="2000" dirty="0">
                <a:solidFill>
                  <a:schemeClr val="dk1"/>
                </a:solidFill>
              </a:rPr>
              <a:t>It tells the system that it is ready to receive connection requests. </a:t>
            </a:r>
          </a:p>
          <a:p>
            <a:pPr marL="457200">
              <a:buClr>
                <a:schemeClr val="dk1"/>
              </a:buClr>
            </a:pPr>
            <a:r>
              <a:rPr lang="en-GB" sz="2000" dirty="0">
                <a:solidFill>
                  <a:schemeClr val="dk1"/>
                </a:solidFill>
              </a:rPr>
              <a:t>Once a connection request is received, the operating system will go through the </a:t>
            </a:r>
            <a:r>
              <a:rPr lang="en-GB" sz="2000" b="1" dirty="0">
                <a:solidFill>
                  <a:schemeClr val="dk1"/>
                </a:solidFill>
              </a:rPr>
              <a:t>3-way handshake </a:t>
            </a:r>
            <a:r>
              <a:rPr lang="en-GB" sz="2000" dirty="0">
                <a:solidFill>
                  <a:schemeClr val="dk1"/>
                </a:solidFill>
              </a:rPr>
              <a:t>to establish the connection </a:t>
            </a:r>
          </a:p>
          <a:p>
            <a:pPr marL="457200">
              <a:buClr>
                <a:schemeClr val="dk1"/>
              </a:buClr>
            </a:pPr>
            <a:r>
              <a:rPr lang="en-GB" sz="2000" dirty="0">
                <a:solidFill>
                  <a:schemeClr val="dk1"/>
                </a:solidFill>
              </a:rPr>
              <a:t>The established connection is placed in the queue, waiting for the application to take it. The second argument gives the number of connection that can be stored in the queue</a:t>
            </a:r>
            <a:endParaRPr sz="2000" dirty="0">
              <a:solidFill>
                <a:schemeClr val="dk1"/>
              </a:solidFill>
            </a:endParaRPr>
          </a:p>
          <a:p>
            <a:pPr marL="0" indent="-69850">
              <a:buClr>
                <a:schemeClr val="dk1"/>
              </a:buClr>
              <a:buSzPts val="1100"/>
              <a:buNone/>
            </a:pPr>
            <a:endParaRPr sz="2000" dirty="0"/>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5268" y="1589295"/>
            <a:ext cx="6377302" cy="871803"/>
          </a:xfrm>
          <a:prstGeom prst="rect">
            <a:avLst/>
          </a:prstGeom>
        </p:spPr>
      </p:pic>
      <p:sp>
        <p:nvSpPr>
          <p:cNvPr id="5" name="Slide Number Placeholder 5">
            <a:extLst>
              <a:ext uri="{FF2B5EF4-FFF2-40B4-BE49-F238E27FC236}">
                <a16:creationId xmlns:a16="http://schemas.microsoft.com/office/drawing/2014/main" id="{3E0A8379-3F73-604F-B34E-5F9276E9B72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7</a:t>
            </a:fld>
            <a:endParaRPr lang="en-US" dirty="0"/>
          </a:p>
        </p:txBody>
      </p:sp>
    </p:spTree>
    <p:extLst>
      <p:ext uri="{BB962C8B-B14F-4D97-AF65-F5344CB8AC3E}">
        <p14:creationId xmlns:p14="http://schemas.microsoft.com/office/powerpoint/2010/main" val="912014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Shape 97"/>
          <p:cNvSpPr txBox="1">
            <a:spLocks noGrp="1"/>
          </p:cNvSpPr>
          <p:nvPr>
            <p:ph type="title"/>
          </p:nvPr>
        </p:nvSpPr>
        <p:spPr>
          <a:xfrm>
            <a:off x="1835700" y="413795"/>
            <a:ext cx="8520600" cy="572700"/>
          </a:xfrm>
          <a:prstGeom prst="rect">
            <a:avLst/>
          </a:prstGeom>
        </p:spPr>
        <p:txBody>
          <a:bodyPr vert="horz" wrap="square" lIns="91425" tIns="91425" rIns="91425" bIns="91425" rtlCol="0" anchor="t" anchorCtr="0">
            <a:noAutofit/>
          </a:bodyPr>
          <a:lstStyle/>
          <a:p>
            <a:r>
              <a:rPr lang="en-GB" dirty="0"/>
              <a:t>TCP Server Program</a:t>
            </a:r>
          </a:p>
        </p:txBody>
      </p:sp>
      <p:sp>
        <p:nvSpPr>
          <p:cNvPr id="98" name="Shape 98"/>
          <p:cNvSpPr txBox="1">
            <a:spLocks noGrp="1"/>
          </p:cNvSpPr>
          <p:nvPr>
            <p:ph type="body" idx="1"/>
          </p:nvPr>
        </p:nvSpPr>
        <p:spPr>
          <a:xfrm>
            <a:off x="1959525" y="3118731"/>
            <a:ext cx="8520600" cy="2752775"/>
          </a:xfrm>
          <a:prstGeom prst="rect">
            <a:avLst/>
          </a:prstGeom>
        </p:spPr>
        <p:txBody>
          <a:bodyPr vert="horz" wrap="square" lIns="91425" tIns="91425" rIns="91425" bIns="91425" rtlCol="0" anchor="t" anchorCtr="0">
            <a:noAutofit/>
          </a:bodyPr>
          <a:lstStyle/>
          <a:p>
            <a:pPr marL="0" indent="0">
              <a:buNone/>
            </a:pPr>
            <a:r>
              <a:rPr lang="en-GB" sz="2000" dirty="0">
                <a:solidFill>
                  <a:schemeClr val="dk1"/>
                </a:solidFill>
              </a:rPr>
              <a:t>Step 4 : </a:t>
            </a:r>
            <a:r>
              <a:rPr lang="en-GB" sz="2000" i="1" dirty="0">
                <a:solidFill>
                  <a:schemeClr val="dk1"/>
                </a:solidFill>
              </a:rPr>
              <a:t>Accept a connection request</a:t>
            </a:r>
          </a:p>
          <a:p>
            <a:pPr marL="0" indent="0">
              <a:buNone/>
            </a:pPr>
            <a:r>
              <a:rPr lang="en-GB" sz="2000" dirty="0">
                <a:solidFill>
                  <a:schemeClr val="dk1"/>
                </a:solidFill>
              </a:rPr>
              <a:t>After the connection is established, an application needs to “accept” the connection before being able to access it. The accept() system call extracts the first connection request from the queue, creates a new socket, and returns the file descriptor referring to the socket</a:t>
            </a:r>
          </a:p>
          <a:p>
            <a:pPr marL="0" indent="0">
              <a:buNone/>
            </a:pPr>
            <a:endParaRPr lang="en-GB" sz="2000" dirty="0">
              <a:solidFill>
                <a:schemeClr val="dk1"/>
              </a:solidFill>
            </a:endParaRPr>
          </a:p>
          <a:p>
            <a:pPr>
              <a:buNone/>
            </a:pPr>
            <a:r>
              <a:rPr lang="en-GB" sz="2000" dirty="0">
                <a:solidFill>
                  <a:schemeClr val="dk1"/>
                </a:solidFill>
              </a:rPr>
              <a:t>Step 5 : </a:t>
            </a:r>
            <a:r>
              <a:rPr lang="en-GB" sz="2000" i="1" dirty="0">
                <a:solidFill>
                  <a:schemeClr val="dk1"/>
                </a:solidFill>
              </a:rPr>
              <a:t>Send and Receive data</a:t>
            </a:r>
          </a:p>
          <a:p>
            <a:pPr>
              <a:buNone/>
            </a:pPr>
            <a:r>
              <a:rPr lang="en-GB" sz="2000" dirty="0">
                <a:solidFill>
                  <a:schemeClr val="dk1"/>
                </a:solidFill>
              </a:rPr>
              <a:t>Once a connection is established and accepted, both sides can send and receive data using this new socket</a:t>
            </a:r>
          </a:p>
          <a:p>
            <a:pPr marL="0" indent="0">
              <a:buNone/>
            </a:pPr>
            <a:endParaRPr lang="en-GB" sz="2000" dirty="0">
              <a:solidFill>
                <a:schemeClr val="dk1"/>
              </a:solidFill>
            </a:endParaRPr>
          </a:p>
          <a:p>
            <a:pPr marL="0" indent="0">
              <a:buNone/>
            </a:pPr>
            <a:endParaRPr sz="2000" dirty="0">
              <a:solidFill>
                <a:schemeClr val="dk1"/>
              </a:solidFill>
            </a:endParaRPr>
          </a:p>
          <a:p>
            <a:pPr marL="0" indent="0">
              <a:buNone/>
            </a:pPr>
            <a:endParaRPr sz="2000" dirty="0"/>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3307" y="1589423"/>
            <a:ext cx="8546818" cy="1287172"/>
          </a:xfrm>
          <a:prstGeom prst="rect">
            <a:avLst/>
          </a:prstGeom>
        </p:spPr>
      </p:pic>
      <p:sp>
        <p:nvSpPr>
          <p:cNvPr id="5" name="Slide Number Placeholder 5">
            <a:extLst>
              <a:ext uri="{FF2B5EF4-FFF2-40B4-BE49-F238E27FC236}">
                <a16:creationId xmlns:a16="http://schemas.microsoft.com/office/drawing/2014/main" id="{11D06FC6-DD74-304F-8ACA-4007D9987267}"/>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8</a:t>
            </a:fld>
            <a:endParaRPr lang="en-US" dirty="0"/>
          </a:p>
        </p:txBody>
      </p:sp>
    </p:spTree>
    <p:extLst>
      <p:ext uri="{BB962C8B-B14F-4D97-AF65-F5344CB8AC3E}">
        <p14:creationId xmlns:p14="http://schemas.microsoft.com/office/powerpoint/2010/main" val="364542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Shape 103"/>
          <p:cNvSpPr txBox="1">
            <a:spLocks noGrp="1"/>
          </p:cNvSpPr>
          <p:nvPr>
            <p:ph type="title"/>
          </p:nvPr>
        </p:nvSpPr>
        <p:spPr>
          <a:xfrm>
            <a:off x="1781875" y="373299"/>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TCP Server Program</a:t>
            </a:r>
          </a:p>
        </p:txBody>
      </p:sp>
      <p:sp>
        <p:nvSpPr>
          <p:cNvPr id="104" name="Shape 104"/>
          <p:cNvSpPr txBox="1">
            <a:spLocks noGrp="1"/>
          </p:cNvSpPr>
          <p:nvPr>
            <p:ph type="body" idx="1"/>
          </p:nvPr>
        </p:nvSpPr>
        <p:spPr>
          <a:xfrm>
            <a:off x="7268076" y="1822975"/>
            <a:ext cx="3343800" cy="3967050"/>
          </a:xfrm>
          <a:prstGeom prst="rect">
            <a:avLst/>
          </a:prstGeom>
        </p:spPr>
        <p:txBody>
          <a:bodyPr vert="horz" wrap="square" lIns="91425" tIns="91425" rIns="91425" bIns="91425" rtlCol="0" anchor="t" anchorCtr="0">
            <a:noAutofit/>
          </a:bodyPr>
          <a:lstStyle/>
          <a:p>
            <a:pPr marL="457200">
              <a:buClr>
                <a:srgbClr val="000000"/>
              </a:buClr>
            </a:pPr>
            <a:r>
              <a:rPr lang="en-GB" sz="2000" dirty="0">
                <a:solidFill>
                  <a:srgbClr val="000000"/>
                </a:solidFill>
              </a:rPr>
              <a:t>fork() system call creates a new process by duplicating the calling process </a:t>
            </a:r>
          </a:p>
          <a:p>
            <a:pPr marL="457200">
              <a:buClr>
                <a:srgbClr val="000000"/>
              </a:buClr>
            </a:pPr>
            <a:r>
              <a:rPr lang="en-GB" sz="2000" dirty="0">
                <a:solidFill>
                  <a:srgbClr val="000000"/>
                </a:solidFill>
              </a:rPr>
              <a:t>On success, the process ID of the child process is returned in the parent process and 0 in the child process</a:t>
            </a:r>
          </a:p>
          <a:p>
            <a:pPr marL="457200">
              <a:buClr>
                <a:srgbClr val="000000"/>
              </a:buClr>
            </a:pPr>
            <a:r>
              <a:rPr lang="en-GB" sz="2000" dirty="0">
                <a:solidFill>
                  <a:srgbClr val="000000"/>
                </a:solidFill>
              </a:rPr>
              <a:t>Line </a:t>
            </a:r>
            <a:r>
              <a:rPr lang="en-GB" sz="2000" dirty="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2000" dirty="0">
                <a:solidFill>
                  <a:srgbClr val="000000"/>
                </a:solidFill>
              </a:rPr>
              <a:t> and Line </a:t>
            </a:r>
            <a:r>
              <a:rPr lang="en-GB" sz="2000" dirty="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2000" dirty="0">
                <a:solidFill>
                  <a:srgbClr val="000000"/>
                </a:solidFill>
              </a:rPr>
              <a:t> executes child and parent process respectively</a:t>
            </a:r>
          </a:p>
        </p:txBody>
      </p:sp>
      <p:pic>
        <p:nvPicPr>
          <p:cNvPr id="105" name="Shape 105"/>
          <p:cNvPicPr preferRelativeResize="0"/>
          <p:nvPr/>
        </p:nvPicPr>
        <p:blipFill>
          <a:blip r:embed="rId3">
            <a:alphaModFix/>
          </a:blip>
          <a:stretch>
            <a:fillRect/>
          </a:stretch>
        </p:blipFill>
        <p:spPr>
          <a:xfrm>
            <a:off x="1524001" y="2299550"/>
            <a:ext cx="5632315" cy="1588200"/>
          </a:xfrm>
          <a:prstGeom prst="rect">
            <a:avLst/>
          </a:prstGeom>
          <a:noFill/>
          <a:ln>
            <a:noFill/>
          </a:ln>
        </p:spPr>
      </p:pic>
      <p:pic>
        <p:nvPicPr>
          <p:cNvPr id="106" name="Shape 106"/>
          <p:cNvPicPr preferRelativeResize="0"/>
          <p:nvPr/>
        </p:nvPicPr>
        <p:blipFill>
          <a:blip r:embed="rId4">
            <a:alphaModFix/>
          </a:blip>
          <a:stretch>
            <a:fillRect/>
          </a:stretch>
        </p:blipFill>
        <p:spPr>
          <a:xfrm>
            <a:off x="1524001" y="3887751"/>
            <a:ext cx="5632315" cy="2075305"/>
          </a:xfrm>
          <a:prstGeom prst="rect">
            <a:avLst/>
          </a:prstGeom>
          <a:noFill/>
          <a:ln>
            <a:noFill/>
          </a:ln>
        </p:spPr>
      </p:pic>
      <p:sp>
        <p:nvSpPr>
          <p:cNvPr id="107" name="Shape 107"/>
          <p:cNvSpPr txBox="1"/>
          <p:nvPr/>
        </p:nvSpPr>
        <p:spPr>
          <a:xfrm>
            <a:off x="1983475" y="1822975"/>
            <a:ext cx="4058700" cy="357300"/>
          </a:xfrm>
          <a:prstGeom prst="rect">
            <a:avLst/>
          </a:prstGeom>
          <a:noFill/>
          <a:ln>
            <a:noFill/>
          </a:ln>
        </p:spPr>
        <p:txBody>
          <a:bodyPr wrap="square" lIns="91425" tIns="91425" rIns="91425" bIns="91425" anchor="t" anchorCtr="0">
            <a:noAutofit/>
          </a:bodyPr>
          <a:lstStyle/>
          <a:p>
            <a:r>
              <a:rPr lang="en-GB" b="1" dirty="0">
                <a:latin typeface="Arial" panose="020B0604020202020204" pitchFamily="34" charset="0"/>
                <a:cs typeface="Arial" panose="020B0604020202020204" pitchFamily="34" charset="0"/>
              </a:rPr>
              <a:t>To accept multiple connections :</a:t>
            </a:r>
          </a:p>
        </p:txBody>
      </p:sp>
      <p:sp>
        <p:nvSpPr>
          <p:cNvPr id="7" name="Slide Number Placeholder 5">
            <a:extLst>
              <a:ext uri="{FF2B5EF4-FFF2-40B4-BE49-F238E27FC236}">
                <a16:creationId xmlns:a16="http://schemas.microsoft.com/office/drawing/2014/main" id="{693554CF-A867-314F-B63E-7D96345387B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9</a:t>
            </a:fld>
            <a:endParaRPr lang="en-US" dirty="0"/>
          </a:p>
        </p:txBody>
      </p:sp>
      <p:sp>
        <p:nvSpPr>
          <p:cNvPr id="2" name="Rectangle 1">
            <a:extLst>
              <a:ext uri="{FF2B5EF4-FFF2-40B4-BE49-F238E27FC236}">
                <a16:creationId xmlns:a16="http://schemas.microsoft.com/office/drawing/2014/main" id="{3CD7C6EB-68AF-8342-9038-E676D1EEE0B8}"/>
              </a:ext>
            </a:extLst>
          </p:cNvPr>
          <p:cNvSpPr/>
          <p:nvPr/>
        </p:nvSpPr>
        <p:spPr>
          <a:xfrm>
            <a:off x="1975592" y="6160118"/>
            <a:ext cx="8015591" cy="584775"/>
          </a:xfrm>
          <a:prstGeom prst="rect">
            <a:avLst/>
          </a:prstGeom>
        </p:spPr>
        <p:txBody>
          <a:bodyPr wrap="square">
            <a:spAutoFit/>
          </a:bodyPr>
          <a:lstStyle/>
          <a:p>
            <a:r>
              <a:rPr lang="en-US" sz="1600" i="1" dirty="0">
                <a:solidFill>
                  <a:srgbClr val="0432FF"/>
                </a:solidFill>
                <a:latin typeface="Arial" panose="020B0604020202020204" pitchFamily="34" charset="0"/>
                <a:cs typeface="Arial" panose="020B0604020202020204" pitchFamily="34" charset="0"/>
              </a:rPr>
              <a:t>While loop is a connection queue – waits if there are no connections, and then if they arrive, they are processed one by one</a:t>
            </a:r>
          </a:p>
        </p:txBody>
      </p:sp>
    </p:spTree>
    <p:extLst>
      <p:ext uri="{BB962C8B-B14F-4D97-AF65-F5344CB8AC3E}">
        <p14:creationId xmlns:p14="http://schemas.microsoft.com/office/powerpoint/2010/main" val="135894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1835700" y="191290"/>
            <a:ext cx="8520600" cy="572700"/>
          </a:xfrm>
          <a:prstGeom prst="rect">
            <a:avLst/>
          </a:prstGeom>
        </p:spPr>
        <p:txBody>
          <a:bodyPr vert="horz" wrap="square" lIns="91425" tIns="91425" rIns="91425" bIns="91425" rtlCol="0" anchor="t" anchorCtr="0">
            <a:noAutofit/>
          </a:bodyPr>
          <a:lstStyle/>
          <a:p>
            <a:r>
              <a:rPr lang="en-GB" dirty="0"/>
              <a:t>Data Transmission</a:t>
            </a:r>
          </a:p>
        </p:txBody>
      </p:sp>
      <p:pic>
        <p:nvPicPr>
          <p:cNvPr id="113" name="Shape 113"/>
          <p:cNvPicPr preferRelativeResize="0"/>
          <p:nvPr/>
        </p:nvPicPr>
        <p:blipFill>
          <a:blip r:embed="rId3">
            <a:alphaModFix/>
          </a:blip>
          <a:stretch>
            <a:fillRect/>
          </a:stretch>
        </p:blipFill>
        <p:spPr>
          <a:xfrm>
            <a:off x="1524000" y="1986875"/>
            <a:ext cx="5661498" cy="3052053"/>
          </a:xfrm>
          <a:prstGeom prst="rect">
            <a:avLst/>
          </a:prstGeom>
          <a:noFill/>
          <a:ln>
            <a:noFill/>
          </a:ln>
        </p:spPr>
      </p:pic>
      <p:sp>
        <p:nvSpPr>
          <p:cNvPr id="114" name="Shape 114"/>
          <p:cNvSpPr txBox="1"/>
          <p:nvPr/>
        </p:nvSpPr>
        <p:spPr>
          <a:xfrm>
            <a:off x="7001724" y="2438021"/>
            <a:ext cx="3497100" cy="3292558"/>
          </a:xfrm>
          <a:prstGeom prst="rect">
            <a:avLst/>
          </a:prstGeom>
          <a:noFill/>
          <a:ln>
            <a:noFill/>
          </a:ln>
        </p:spPr>
        <p:txBody>
          <a:bodyPr wrap="square" lIns="91425" tIns="91425" rIns="91425" bIns="91425" anchor="t" anchorCtr="0">
            <a:noAutofit/>
          </a:bodyPr>
          <a:lstStyle/>
          <a:p>
            <a:pPr marL="457200" indent="-342900">
              <a:buSzPts val="1800"/>
              <a:buChar char="●"/>
            </a:pPr>
            <a:r>
              <a:rPr lang="en-GB" sz="2000" dirty="0">
                <a:latin typeface="Arial" panose="020B0604020202020204" pitchFamily="34" charset="0"/>
                <a:cs typeface="Arial" panose="020B0604020202020204" pitchFamily="34" charset="0"/>
              </a:rPr>
              <a:t>Once a connection is established, OS allocates two buffers at each end, one for sending data (send buffer) and receiving buffer (receive buffer)</a:t>
            </a:r>
          </a:p>
          <a:p>
            <a:endParaRPr sz="2000" dirty="0">
              <a:latin typeface="Arial" panose="020B0604020202020204" pitchFamily="34" charset="0"/>
              <a:cs typeface="Arial" panose="020B0604020202020204" pitchFamily="34" charset="0"/>
            </a:endParaRPr>
          </a:p>
          <a:p>
            <a:pPr marL="457200" indent="-342900">
              <a:buSzPts val="1800"/>
              <a:buChar char="●"/>
            </a:pPr>
            <a:r>
              <a:rPr lang="en-GB" sz="2000" dirty="0">
                <a:latin typeface="Arial" panose="020B0604020202020204" pitchFamily="34" charset="0"/>
                <a:cs typeface="Arial" panose="020B0604020202020204" pitchFamily="34" charset="0"/>
              </a:rPr>
              <a:t>When an application needs to send data out, it places data into the TCP send buffer</a:t>
            </a:r>
          </a:p>
        </p:txBody>
      </p:sp>
      <p:pic>
        <p:nvPicPr>
          <p:cNvPr id="2" name="Picture 1">
            <a:extLst>
              <a:ext uri="{FF2B5EF4-FFF2-40B4-BE49-F238E27FC236}">
                <a16:creationId xmlns:a16="http://schemas.microsoft.com/office/drawing/2014/main" id="{F5B556AF-D455-8443-BA0F-A53F5131921D}"/>
              </a:ext>
            </a:extLst>
          </p:cNvPr>
          <p:cNvPicPr>
            <a:picLocks noChangeAspect="1"/>
          </p:cNvPicPr>
          <p:nvPr/>
        </p:nvPicPr>
        <p:blipFill>
          <a:blip r:embed="rId4"/>
          <a:stretch>
            <a:fillRect/>
          </a:stretch>
        </p:blipFill>
        <p:spPr>
          <a:xfrm>
            <a:off x="7581900" y="908727"/>
            <a:ext cx="2651760" cy="1200119"/>
          </a:xfrm>
          <a:prstGeom prst="rect">
            <a:avLst/>
          </a:prstGeom>
        </p:spPr>
      </p:pic>
      <p:sp>
        <p:nvSpPr>
          <p:cNvPr id="3" name="Left Arrow 2">
            <a:extLst>
              <a:ext uri="{FF2B5EF4-FFF2-40B4-BE49-F238E27FC236}">
                <a16:creationId xmlns:a16="http://schemas.microsoft.com/office/drawing/2014/main" id="{4F1CFEBC-6B7C-BC4D-ADAA-F64888ED186A}"/>
              </a:ext>
            </a:extLst>
          </p:cNvPr>
          <p:cNvSpPr/>
          <p:nvPr/>
        </p:nvSpPr>
        <p:spPr>
          <a:xfrm rot="19812328">
            <a:off x="6270904" y="1582115"/>
            <a:ext cx="1461643" cy="28635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5">
            <a:extLst>
              <a:ext uri="{FF2B5EF4-FFF2-40B4-BE49-F238E27FC236}">
                <a16:creationId xmlns:a16="http://schemas.microsoft.com/office/drawing/2014/main" id="{9C3EE8B1-985D-6743-A0FF-5DF705A7497D}"/>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10</a:t>
            </a:fld>
            <a:endParaRPr lang="en-US" dirty="0"/>
          </a:p>
        </p:txBody>
      </p:sp>
      <p:sp>
        <p:nvSpPr>
          <p:cNvPr id="4" name="Rectangle 3">
            <a:extLst>
              <a:ext uri="{FF2B5EF4-FFF2-40B4-BE49-F238E27FC236}">
                <a16:creationId xmlns:a16="http://schemas.microsoft.com/office/drawing/2014/main" id="{8BB9C4BA-5B42-934E-8030-5A7D19662512}"/>
              </a:ext>
            </a:extLst>
          </p:cNvPr>
          <p:cNvSpPr/>
          <p:nvPr/>
        </p:nvSpPr>
        <p:spPr>
          <a:xfrm>
            <a:off x="1646654" y="6245125"/>
            <a:ext cx="8852171" cy="338554"/>
          </a:xfrm>
          <a:prstGeom prst="rect">
            <a:avLst/>
          </a:prstGeom>
        </p:spPr>
        <p:txBody>
          <a:bodyPr wrap="square">
            <a:spAutoFit/>
          </a:bodyPr>
          <a:lstStyle/>
          <a:p>
            <a:pPr lvl="0"/>
            <a:r>
              <a:rPr lang="en-US" sz="1600" i="1" dirty="0">
                <a:solidFill>
                  <a:srgbClr val="0432FF"/>
                </a:solidFill>
                <a:latin typeface="Arial" panose="020B0604020202020204" pitchFamily="34" charset="0"/>
                <a:cs typeface="Arial" panose="020B0604020202020204" pitchFamily="34" charset="0"/>
              </a:rPr>
              <a:t>Timing of ~200ms is used to fill the send buffer – max size of a packet you can send to Layer 2</a:t>
            </a:r>
          </a:p>
        </p:txBody>
      </p:sp>
    </p:spTree>
    <p:extLst>
      <p:ext uri="{BB962C8B-B14F-4D97-AF65-F5344CB8AC3E}">
        <p14:creationId xmlns:p14="http://schemas.microsoft.com/office/powerpoint/2010/main" val="182520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Shape 119"/>
          <p:cNvSpPr txBox="1">
            <a:spLocks noGrp="1"/>
          </p:cNvSpPr>
          <p:nvPr>
            <p:ph type="title"/>
          </p:nvPr>
        </p:nvSpPr>
        <p:spPr>
          <a:xfrm>
            <a:off x="1835700" y="352525"/>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Data Transmission</a:t>
            </a:r>
          </a:p>
        </p:txBody>
      </p:sp>
      <p:sp>
        <p:nvSpPr>
          <p:cNvPr id="120" name="Shape 120"/>
          <p:cNvSpPr txBox="1">
            <a:spLocks noGrp="1"/>
          </p:cNvSpPr>
          <p:nvPr>
            <p:ph type="body" idx="1"/>
          </p:nvPr>
        </p:nvSpPr>
        <p:spPr>
          <a:xfrm>
            <a:off x="821094" y="1400100"/>
            <a:ext cx="10549812" cy="4057800"/>
          </a:xfrm>
          <a:prstGeom prst="rect">
            <a:avLst/>
          </a:prstGeom>
        </p:spPr>
        <p:txBody>
          <a:bodyPr vert="horz" wrap="square" lIns="91425" tIns="91425" rIns="91425" bIns="91425" rtlCol="0" anchor="t" anchorCtr="0">
            <a:noAutofit/>
          </a:bodyPr>
          <a:lstStyle/>
          <a:p>
            <a:pPr marL="457200" indent="-317500">
              <a:buClr>
                <a:schemeClr val="dk1"/>
              </a:buClr>
              <a:buSzPts val="1400"/>
            </a:pPr>
            <a:r>
              <a:rPr lang="en-GB" dirty="0">
                <a:solidFill>
                  <a:schemeClr val="dk1"/>
                </a:solidFill>
              </a:rPr>
              <a:t>Each octet in the send buffer has a sequence number field in the header which indicates the sequence of the packets</a:t>
            </a:r>
          </a:p>
          <a:p>
            <a:pPr marL="857250" lvl="1" indent="-317500">
              <a:buClr>
                <a:schemeClr val="dk1"/>
              </a:buClr>
            </a:pPr>
            <a:r>
              <a:rPr lang="en-GB" dirty="0">
                <a:solidFill>
                  <a:schemeClr val="dk1"/>
                </a:solidFill>
              </a:rPr>
              <a:t>At the receiver end, these sequence numbers are used to place data in the right position inside receive buffer</a:t>
            </a:r>
          </a:p>
          <a:p>
            <a:pPr marL="0" indent="0">
              <a:buNone/>
            </a:pPr>
            <a:endParaRPr dirty="0">
              <a:solidFill>
                <a:schemeClr val="dk1"/>
              </a:solidFill>
            </a:endParaRPr>
          </a:p>
          <a:p>
            <a:pPr marL="457200" indent="-317500">
              <a:buClr>
                <a:schemeClr val="dk1"/>
              </a:buClr>
              <a:buSzPts val="1400"/>
            </a:pPr>
            <a:r>
              <a:rPr lang="en-GB" dirty="0">
                <a:solidFill>
                  <a:schemeClr val="dk1"/>
                </a:solidFill>
              </a:rPr>
              <a:t>Once data is placed in the receive buffer, they are merged into a single data stream</a:t>
            </a:r>
          </a:p>
          <a:p>
            <a:pPr marL="0" indent="0">
              <a:buNone/>
            </a:pPr>
            <a:endParaRPr dirty="0">
              <a:solidFill>
                <a:schemeClr val="dk1"/>
              </a:solidFill>
            </a:endParaRPr>
          </a:p>
          <a:p>
            <a:pPr marL="457200" indent="-317500">
              <a:buClr>
                <a:schemeClr val="dk1"/>
              </a:buClr>
              <a:buSzPts val="1400"/>
            </a:pPr>
            <a:r>
              <a:rPr lang="en-GB" dirty="0">
                <a:solidFill>
                  <a:schemeClr val="dk1"/>
                </a:solidFill>
              </a:rPr>
              <a:t>Applications read from the receive buffer - If no data is available, it typically gets blocked; It gets unblocked when there is enough data to read</a:t>
            </a:r>
          </a:p>
          <a:p>
            <a:pPr marL="0" indent="0">
              <a:buNone/>
            </a:pPr>
            <a:endParaRPr dirty="0">
              <a:solidFill>
                <a:schemeClr val="dk1"/>
              </a:solidFill>
            </a:endParaRPr>
          </a:p>
          <a:p>
            <a:pPr marL="457200" indent="-317500">
              <a:buClr>
                <a:schemeClr val="dk1"/>
              </a:buClr>
              <a:buSzPts val="1400"/>
            </a:pPr>
            <a:r>
              <a:rPr lang="en-GB" dirty="0">
                <a:solidFill>
                  <a:schemeClr val="dk1"/>
                </a:solidFill>
              </a:rPr>
              <a:t>The receiver informs the sender about receiving of data using acknowledgement packets</a:t>
            </a:r>
          </a:p>
          <a:p>
            <a:pPr marL="0" indent="0">
              <a:buNone/>
            </a:pPr>
            <a:endParaRPr dirty="0"/>
          </a:p>
        </p:txBody>
      </p:sp>
      <p:sp>
        <p:nvSpPr>
          <p:cNvPr id="4" name="Slide Number Placeholder 5">
            <a:extLst>
              <a:ext uri="{FF2B5EF4-FFF2-40B4-BE49-F238E27FC236}">
                <a16:creationId xmlns:a16="http://schemas.microsoft.com/office/drawing/2014/main" id="{151A7065-3462-C045-862F-6F543C48A130}"/>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11</a:t>
            </a:fld>
            <a:endParaRPr lang="en-US" dirty="0"/>
          </a:p>
        </p:txBody>
      </p:sp>
    </p:spTree>
    <p:extLst>
      <p:ext uri="{BB962C8B-B14F-4D97-AF65-F5344CB8AC3E}">
        <p14:creationId xmlns:p14="http://schemas.microsoft.com/office/powerpoint/2010/main" val="4236835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Shape 125"/>
          <p:cNvSpPr txBox="1">
            <a:spLocks noGrp="1"/>
          </p:cNvSpPr>
          <p:nvPr>
            <p:ph type="title"/>
          </p:nvPr>
        </p:nvSpPr>
        <p:spPr>
          <a:xfrm>
            <a:off x="1835700" y="366342"/>
            <a:ext cx="8520600" cy="572700"/>
          </a:xfrm>
          <a:prstGeom prst="rect">
            <a:avLst/>
          </a:prstGeom>
        </p:spPr>
        <p:txBody>
          <a:bodyPr vert="horz" wrap="square" lIns="91425" tIns="91425" rIns="91425" bIns="91425" rtlCol="0" anchor="t" anchorCtr="0">
            <a:noAutofit/>
          </a:bodyPr>
          <a:lstStyle/>
          <a:p>
            <a:r>
              <a:rPr lang="en-GB" dirty="0"/>
              <a:t>TCP Header</a:t>
            </a:r>
          </a:p>
        </p:txBody>
      </p:sp>
      <p:pic>
        <p:nvPicPr>
          <p:cNvPr id="126" name="Shape 126"/>
          <p:cNvPicPr preferRelativeResize="0"/>
          <p:nvPr/>
        </p:nvPicPr>
        <p:blipFill>
          <a:blip r:embed="rId3">
            <a:alphaModFix/>
          </a:blip>
          <a:stretch>
            <a:fillRect/>
          </a:stretch>
        </p:blipFill>
        <p:spPr>
          <a:xfrm>
            <a:off x="1779275" y="1823150"/>
            <a:ext cx="5009824" cy="2720792"/>
          </a:xfrm>
          <a:prstGeom prst="rect">
            <a:avLst/>
          </a:prstGeom>
          <a:noFill/>
          <a:ln>
            <a:noFill/>
          </a:ln>
        </p:spPr>
      </p:pic>
      <p:sp>
        <p:nvSpPr>
          <p:cNvPr id="127" name="Shape 127"/>
          <p:cNvSpPr txBox="1"/>
          <p:nvPr/>
        </p:nvSpPr>
        <p:spPr>
          <a:xfrm>
            <a:off x="6680225" y="2001700"/>
            <a:ext cx="3930900" cy="3854400"/>
          </a:xfrm>
          <a:prstGeom prst="rect">
            <a:avLst/>
          </a:prstGeom>
          <a:noFill/>
          <a:ln>
            <a:noFill/>
          </a:ln>
        </p:spPr>
        <p:txBody>
          <a:bodyPr wrap="square" lIns="91425" tIns="91425" rIns="91425" bIns="91425" anchor="t" anchorCtr="0">
            <a:noAutofit/>
          </a:bodyPr>
          <a:lstStyle/>
          <a:p>
            <a:r>
              <a:rPr lang="en-GB" i="1" dirty="0">
                <a:latin typeface="Arial" panose="020B0604020202020204" pitchFamily="34" charset="0"/>
                <a:cs typeface="Arial" panose="020B0604020202020204" pitchFamily="34" charset="0"/>
              </a:rPr>
              <a:t>TCP Segment: TCP Header + Data.</a:t>
            </a:r>
            <a:r>
              <a:rPr lang="en-GB" dirty="0">
                <a:latin typeface="Arial" panose="020B0604020202020204" pitchFamily="34" charset="0"/>
                <a:cs typeface="Arial" panose="020B0604020202020204" pitchFamily="34" charset="0"/>
              </a:rPr>
              <a:t> </a:t>
            </a:r>
          </a:p>
          <a:p>
            <a:endParaRPr dirty="0">
              <a:latin typeface="Arial" panose="020B0604020202020204" pitchFamily="34" charset="0"/>
              <a:cs typeface="Arial" panose="020B0604020202020204" pitchFamily="34" charset="0"/>
            </a:endParaRPr>
          </a:p>
          <a:p>
            <a:r>
              <a:rPr lang="en-GB" i="1" u="sng" dirty="0">
                <a:latin typeface="Arial" panose="020B0604020202020204" pitchFamily="34" charset="0"/>
                <a:cs typeface="Arial" panose="020B0604020202020204" pitchFamily="34" charset="0"/>
              </a:rPr>
              <a:t>Source and Destination port (16 bits each)</a:t>
            </a:r>
            <a:r>
              <a:rPr lang="en-GB" u="sng" dirty="0">
                <a:latin typeface="Arial" panose="020B0604020202020204" pitchFamily="34" charset="0"/>
                <a:cs typeface="Arial" panose="020B0604020202020204" pitchFamily="34" charset="0"/>
              </a:rPr>
              <a:t>:</a:t>
            </a:r>
            <a:r>
              <a:rPr lang="en-GB" dirty="0">
                <a:latin typeface="Arial" panose="020B0604020202020204" pitchFamily="34" charset="0"/>
                <a:cs typeface="Arial" panose="020B0604020202020204" pitchFamily="34" charset="0"/>
              </a:rPr>
              <a:t> Specify port numbers of the sender and the receiver.</a:t>
            </a:r>
          </a:p>
          <a:p>
            <a:endParaRPr dirty="0">
              <a:latin typeface="Arial" panose="020B0604020202020204" pitchFamily="34" charset="0"/>
              <a:cs typeface="Arial" panose="020B0604020202020204" pitchFamily="34" charset="0"/>
            </a:endParaRPr>
          </a:p>
          <a:p>
            <a:r>
              <a:rPr lang="en-GB" i="1" u="sng" dirty="0">
                <a:latin typeface="Arial" panose="020B0604020202020204" pitchFamily="34" charset="0"/>
                <a:cs typeface="Arial" panose="020B0604020202020204" pitchFamily="34" charset="0"/>
              </a:rPr>
              <a:t>Sequence number (32 bits) </a:t>
            </a:r>
            <a:r>
              <a:rPr lang="en-GB" u="sng"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Specifies the sequence number of the first octet in the TCP segment. If SYN bit is set, it is the initial sequence number.</a:t>
            </a:r>
          </a:p>
        </p:txBody>
      </p:sp>
      <p:sp>
        <p:nvSpPr>
          <p:cNvPr id="128" name="Shape 128"/>
          <p:cNvSpPr txBox="1"/>
          <p:nvPr/>
        </p:nvSpPr>
        <p:spPr>
          <a:xfrm>
            <a:off x="2043868" y="5189975"/>
            <a:ext cx="4849800" cy="1531500"/>
          </a:xfrm>
          <a:prstGeom prst="rect">
            <a:avLst/>
          </a:prstGeom>
          <a:noFill/>
          <a:ln>
            <a:noFill/>
          </a:ln>
        </p:spPr>
        <p:txBody>
          <a:bodyPr wrap="square" lIns="91425" tIns="91425" rIns="91425" bIns="91425" anchor="t" anchorCtr="0">
            <a:noAutofit/>
          </a:bodyPr>
          <a:lstStyle/>
          <a:p>
            <a:pPr indent="-69850">
              <a:buClr>
                <a:schemeClr val="dk1"/>
              </a:buClr>
              <a:buSzPts val="1100"/>
            </a:pPr>
            <a:r>
              <a:rPr lang="en-GB" i="1" u="sng" dirty="0">
                <a:solidFill>
                  <a:schemeClr val="dk1"/>
                </a:solidFill>
                <a:latin typeface="Arial" panose="020B0604020202020204" pitchFamily="34" charset="0"/>
                <a:cs typeface="Arial" panose="020B0604020202020204" pitchFamily="34" charset="0"/>
              </a:rPr>
              <a:t>Acknowledgement number (32 bits)</a:t>
            </a:r>
            <a:r>
              <a:rPr lang="en-GB" u="sng" dirty="0">
                <a:solidFill>
                  <a:schemeClr val="dk1"/>
                </a:solidFill>
                <a:latin typeface="Arial" panose="020B0604020202020204" pitchFamily="34" charset="0"/>
                <a:cs typeface="Arial" panose="020B0604020202020204" pitchFamily="34" charset="0"/>
              </a:rPr>
              <a:t>: </a:t>
            </a:r>
            <a:r>
              <a:rPr lang="en-GB" dirty="0">
                <a:solidFill>
                  <a:schemeClr val="dk1"/>
                </a:solidFill>
                <a:latin typeface="Arial" panose="020B0604020202020204" pitchFamily="34" charset="0"/>
                <a:cs typeface="Arial" panose="020B0604020202020204" pitchFamily="34" charset="0"/>
              </a:rPr>
              <a:t>Contains the value of the next sequence number expected by the sender of this segment. Valid only if ACK bit is set.</a:t>
            </a:r>
          </a:p>
        </p:txBody>
      </p:sp>
      <p:sp>
        <p:nvSpPr>
          <p:cNvPr id="6" name="Slide Number Placeholder 5">
            <a:extLst>
              <a:ext uri="{FF2B5EF4-FFF2-40B4-BE49-F238E27FC236}">
                <a16:creationId xmlns:a16="http://schemas.microsoft.com/office/drawing/2014/main" id="{B61810A3-5BD8-5241-8DC4-8904020E844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12</a:t>
            </a:fld>
            <a:endParaRPr lang="en-US" dirty="0"/>
          </a:p>
        </p:txBody>
      </p:sp>
    </p:spTree>
    <p:extLst>
      <p:ext uri="{BB962C8B-B14F-4D97-AF65-F5344CB8AC3E}">
        <p14:creationId xmlns:p14="http://schemas.microsoft.com/office/powerpoint/2010/main" val="2712866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Shape 133"/>
          <p:cNvSpPr txBox="1">
            <a:spLocks noGrp="1"/>
          </p:cNvSpPr>
          <p:nvPr>
            <p:ph type="title"/>
          </p:nvPr>
        </p:nvSpPr>
        <p:spPr>
          <a:xfrm>
            <a:off x="1835700" y="446241"/>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TCP Header</a:t>
            </a:r>
          </a:p>
        </p:txBody>
      </p:sp>
      <p:sp>
        <p:nvSpPr>
          <p:cNvPr id="134" name="Shape 134"/>
          <p:cNvSpPr txBox="1">
            <a:spLocks noGrp="1"/>
          </p:cNvSpPr>
          <p:nvPr>
            <p:ph type="body" idx="1"/>
          </p:nvPr>
        </p:nvSpPr>
        <p:spPr>
          <a:xfrm>
            <a:off x="1835700" y="1455248"/>
            <a:ext cx="8520600" cy="4956511"/>
          </a:xfrm>
          <a:prstGeom prst="rect">
            <a:avLst/>
          </a:prstGeom>
        </p:spPr>
        <p:txBody>
          <a:bodyPr vert="horz" wrap="square" lIns="91425" tIns="91425" rIns="91425" bIns="91425" rtlCol="0" anchor="t" anchorCtr="0">
            <a:noAutofit/>
          </a:bodyPr>
          <a:lstStyle/>
          <a:p>
            <a:pPr marL="0" indent="0">
              <a:buNone/>
            </a:pPr>
            <a:r>
              <a:rPr lang="en-GB" sz="1800" i="1" u="sng" dirty="0">
                <a:solidFill>
                  <a:srgbClr val="000000"/>
                </a:solidFill>
              </a:rPr>
              <a:t>Header length (4 bits): </a:t>
            </a:r>
            <a:r>
              <a:rPr lang="en-GB" sz="1800" dirty="0">
                <a:solidFill>
                  <a:srgbClr val="000000"/>
                </a:solidFill>
              </a:rPr>
              <a:t>Length of TCP header is measured by the number of 32-bit words in the header, so we multiply by 4 to get number of octets in the header.</a:t>
            </a:r>
          </a:p>
          <a:p>
            <a:pPr marL="0" indent="0">
              <a:buNone/>
            </a:pPr>
            <a:r>
              <a:rPr lang="en-GB" sz="1800" i="1" u="sng" dirty="0">
                <a:solidFill>
                  <a:srgbClr val="000000"/>
                </a:solidFill>
              </a:rPr>
              <a:t>Reserved (6 bits): </a:t>
            </a:r>
            <a:r>
              <a:rPr lang="en-GB" sz="1800" dirty="0">
                <a:solidFill>
                  <a:srgbClr val="000000"/>
                </a:solidFill>
              </a:rPr>
              <a:t>This field is not used.</a:t>
            </a:r>
          </a:p>
          <a:p>
            <a:pPr marL="0" indent="0">
              <a:buNone/>
            </a:pPr>
            <a:r>
              <a:rPr lang="en-GB" sz="1800" i="1" u="sng" dirty="0">
                <a:solidFill>
                  <a:srgbClr val="000000"/>
                </a:solidFill>
              </a:rPr>
              <a:t>Code bits (6 bits):</a:t>
            </a:r>
            <a:r>
              <a:rPr lang="en-GB" sz="1800" dirty="0">
                <a:solidFill>
                  <a:srgbClr val="000000"/>
                </a:solidFill>
              </a:rPr>
              <a:t> There are six code bits, including SYN,FIN,ACK,RST,PSH and URG.</a:t>
            </a:r>
          </a:p>
          <a:p>
            <a:pPr marL="0" indent="0">
              <a:buNone/>
            </a:pPr>
            <a:r>
              <a:rPr lang="en-GB" sz="1800" i="1" u="sng" dirty="0">
                <a:solidFill>
                  <a:srgbClr val="000000"/>
                </a:solidFill>
              </a:rPr>
              <a:t>Window (16 bits):</a:t>
            </a:r>
            <a:r>
              <a:rPr lang="en-GB" sz="1800" dirty="0">
                <a:solidFill>
                  <a:srgbClr val="000000"/>
                </a:solidFill>
              </a:rPr>
              <a:t> Window advertisement to specify the number of octets that the sender of this TCP segment is willing to accept. The purpose of this field is for </a:t>
            </a:r>
            <a:r>
              <a:rPr lang="en-GB" sz="1800" b="1" dirty="0">
                <a:solidFill>
                  <a:srgbClr val="000000"/>
                </a:solidFill>
              </a:rPr>
              <a:t>flow control</a:t>
            </a:r>
            <a:r>
              <a:rPr lang="en-GB" sz="1800" dirty="0">
                <a:solidFill>
                  <a:srgbClr val="000000"/>
                </a:solidFill>
              </a:rPr>
              <a:t>.</a:t>
            </a:r>
          </a:p>
          <a:p>
            <a:pPr marL="0" indent="0">
              <a:buNone/>
            </a:pPr>
            <a:r>
              <a:rPr lang="en-GB" sz="1800" i="1" u="sng" dirty="0">
                <a:solidFill>
                  <a:srgbClr val="000000"/>
                </a:solidFill>
              </a:rPr>
              <a:t>Checksum (16 bits):</a:t>
            </a:r>
            <a:r>
              <a:rPr lang="en-GB" sz="1800" dirty="0">
                <a:solidFill>
                  <a:srgbClr val="000000"/>
                </a:solidFill>
              </a:rPr>
              <a:t> The checksum is calculated using part of IP header, TCP header and TCP data.</a:t>
            </a:r>
          </a:p>
          <a:p>
            <a:pPr marL="0" indent="0">
              <a:buNone/>
            </a:pPr>
            <a:r>
              <a:rPr lang="en-GB" sz="1800" i="1" u="sng" dirty="0">
                <a:solidFill>
                  <a:srgbClr val="000000"/>
                </a:solidFill>
              </a:rPr>
              <a:t>Urgent Pointer (16 bits):</a:t>
            </a:r>
            <a:r>
              <a:rPr lang="en-GB" sz="1800" dirty="0">
                <a:solidFill>
                  <a:srgbClr val="000000"/>
                </a:solidFill>
              </a:rPr>
              <a:t> If the URG code bit is set, the first part of the data contains urgent data (do not consume sequence numbers). The urgent pointer specifies where the urgent data ends and the normal TCP data starts. Urgent data is for priority purposes as they do not wait in line in the receive buffer, and will be delivered to the applications immediately.</a:t>
            </a:r>
          </a:p>
          <a:p>
            <a:pPr marL="0" indent="0">
              <a:buNone/>
            </a:pPr>
            <a:r>
              <a:rPr lang="en-GB" sz="1800" i="1" u="sng" dirty="0">
                <a:solidFill>
                  <a:srgbClr val="000000"/>
                </a:solidFill>
              </a:rPr>
              <a:t>Options (0-320 bits, divisible by 32):</a:t>
            </a:r>
            <a:r>
              <a:rPr lang="en-GB" sz="1800" dirty="0">
                <a:solidFill>
                  <a:srgbClr val="000000"/>
                </a:solidFill>
              </a:rPr>
              <a:t> TCP segments can carry a variable length of options which provide a way to deal with the limitations of the original header.</a:t>
            </a:r>
          </a:p>
        </p:txBody>
      </p:sp>
      <p:sp>
        <p:nvSpPr>
          <p:cNvPr id="4" name="Slide Number Placeholder 5">
            <a:extLst>
              <a:ext uri="{FF2B5EF4-FFF2-40B4-BE49-F238E27FC236}">
                <a16:creationId xmlns:a16="http://schemas.microsoft.com/office/drawing/2014/main" id="{64A064A5-10C0-774F-9C5B-3A07594D5A36}"/>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13</a:t>
            </a:fld>
            <a:endParaRPr lang="en-US" dirty="0"/>
          </a:p>
        </p:txBody>
      </p:sp>
    </p:spTree>
    <p:extLst>
      <p:ext uri="{BB962C8B-B14F-4D97-AF65-F5344CB8AC3E}">
        <p14:creationId xmlns:p14="http://schemas.microsoft.com/office/powerpoint/2010/main" val="1180261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D9F65E-54BE-FC4F-AE23-E35D6E6DE6EB}"/>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14</a:t>
            </a:fld>
            <a:endParaRPr lang="en-US" dirty="0"/>
          </a:p>
        </p:txBody>
      </p:sp>
      <p:grpSp>
        <p:nvGrpSpPr>
          <p:cNvPr id="4" name="Group 5">
            <a:extLst>
              <a:ext uri="{FF2B5EF4-FFF2-40B4-BE49-F238E27FC236}">
                <a16:creationId xmlns:a16="http://schemas.microsoft.com/office/drawing/2014/main" id="{668462BD-084C-B74F-9F3D-DBF410B8CF82}"/>
              </a:ext>
            </a:extLst>
          </p:cNvPr>
          <p:cNvGrpSpPr>
            <a:grpSpLocks noChangeAspect="1"/>
          </p:cNvGrpSpPr>
          <p:nvPr/>
        </p:nvGrpSpPr>
        <p:grpSpPr bwMode="auto">
          <a:xfrm>
            <a:off x="3787775" y="3706814"/>
            <a:ext cx="4636910" cy="2775189"/>
            <a:chOff x="1492" y="2390"/>
            <a:chExt cx="2538" cy="1519"/>
          </a:xfrm>
        </p:grpSpPr>
        <p:sp>
          <p:nvSpPr>
            <p:cNvPr id="5" name="Freeform 6">
              <a:extLst>
                <a:ext uri="{FF2B5EF4-FFF2-40B4-BE49-F238E27FC236}">
                  <a16:creationId xmlns:a16="http://schemas.microsoft.com/office/drawing/2014/main" id="{2C65F137-9257-5146-9ED4-19A68152CC62}"/>
                </a:ext>
              </a:extLst>
            </p:cNvPr>
            <p:cNvSpPr>
              <a:spLocks noChangeAspect="1"/>
            </p:cNvSpPr>
            <p:nvPr/>
          </p:nvSpPr>
          <p:spPr bwMode="auto">
            <a:xfrm>
              <a:off x="1607" y="3104"/>
              <a:ext cx="607" cy="307"/>
            </a:xfrm>
            <a:custGeom>
              <a:avLst/>
              <a:gdLst>
                <a:gd name="T0" fmla="*/ 607 w 607"/>
                <a:gd name="T1" fmla="*/ 22 h 307"/>
                <a:gd name="T2" fmla="*/ 607 w 607"/>
                <a:gd name="T3" fmla="*/ 0 h 307"/>
                <a:gd name="T4" fmla="*/ 0 w 607"/>
                <a:gd name="T5" fmla="*/ 0 h 307"/>
                <a:gd name="T6" fmla="*/ 0 w 607"/>
                <a:gd name="T7" fmla="*/ 307 h 307"/>
                <a:gd name="T8" fmla="*/ 21 w 607"/>
                <a:gd name="T9" fmla="*/ 307 h 307"/>
                <a:gd name="T10" fmla="*/ 607 w 607"/>
                <a:gd name="T11" fmla="*/ 307 h 307"/>
                <a:gd name="T12" fmla="*/ 607 w 607"/>
                <a:gd name="T13" fmla="*/ 22 h 307"/>
                <a:gd name="T14" fmla="*/ 0 60000 65536"/>
                <a:gd name="T15" fmla="*/ 0 60000 65536"/>
                <a:gd name="T16" fmla="*/ 0 60000 65536"/>
                <a:gd name="T17" fmla="*/ 0 60000 65536"/>
                <a:gd name="T18" fmla="*/ 0 60000 65536"/>
                <a:gd name="T19" fmla="*/ 0 60000 65536"/>
                <a:gd name="T20" fmla="*/ 0 60000 65536"/>
                <a:gd name="T21" fmla="*/ 0 w 607"/>
                <a:gd name="T22" fmla="*/ 0 h 307"/>
                <a:gd name="T23" fmla="*/ 607 w 607"/>
                <a:gd name="T24" fmla="*/ 307 h 3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7" h="307">
                  <a:moveTo>
                    <a:pt x="607" y="22"/>
                  </a:moveTo>
                  <a:lnTo>
                    <a:pt x="607" y="0"/>
                  </a:lnTo>
                  <a:lnTo>
                    <a:pt x="0" y="0"/>
                  </a:lnTo>
                  <a:lnTo>
                    <a:pt x="0" y="307"/>
                  </a:lnTo>
                  <a:lnTo>
                    <a:pt x="21" y="307"/>
                  </a:lnTo>
                  <a:lnTo>
                    <a:pt x="607" y="307"/>
                  </a:lnTo>
                  <a:lnTo>
                    <a:pt x="607" y="22"/>
                  </a:lnTo>
                  <a:close/>
                </a:path>
              </a:pathLst>
            </a:custGeom>
            <a:solidFill>
              <a:srgbClr val="FFFFFF"/>
            </a:solidFill>
            <a:ln w="7938">
              <a:solidFill>
                <a:srgbClr val="000000"/>
              </a:solidFill>
              <a:round/>
              <a:headEnd/>
              <a:tailEnd/>
            </a:ln>
          </p:spPr>
          <p:txBody>
            <a:bodyPr/>
            <a:lstStyle/>
            <a:p>
              <a:endParaRPr lang="en-US"/>
            </a:p>
          </p:txBody>
        </p:sp>
        <p:sp>
          <p:nvSpPr>
            <p:cNvPr id="6" name="Freeform 7">
              <a:extLst>
                <a:ext uri="{FF2B5EF4-FFF2-40B4-BE49-F238E27FC236}">
                  <a16:creationId xmlns:a16="http://schemas.microsoft.com/office/drawing/2014/main" id="{DDE36F38-DE8D-C340-B69D-731B06150034}"/>
                </a:ext>
              </a:extLst>
            </p:cNvPr>
            <p:cNvSpPr>
              <a:spLocks noChangeAspect="1"/>
            </p:cNvSpPr>
            <p:nvPr/>
          </p:nvSpPr>
          <p:spPr bwMode="auto">
            <a:xfrm>
              <a:off x="3296" y="3104"/>
              <a:ext cx="672" cy="307"/>
            </a:xfrm>
            <a:custGeom>
              <a:avLst/>
              <a:gdLst>
                <a:gd name="T0" fmla="*/ 672 w 672"/>
                <a:gd name="T1" fmla="*/ 22 h 307"/>
                <a:gd name="T2" fmla="*/ 672 w 672"/>
                <a:gd name="T3" fmla="*/ 0 h 307"/>
                <a:gd name="T4" fmla="*/ 0 w 672"/>
                <a:gd name="T5" fmla="*/ 0 h 307"/>
                <a:gd name="T6" fmla="*/ 0 w 672"/>
                <a:gd name="T7" fmla="*/ 307 h 307"/>
                <a:gd name="T8" fmla="*/ 21 w 672"/>
                <a:gd name="T9" fmla="*/ 307 h 307"/>
                <a:gd name="T10" fmla="*/ 672 w 672"/>
                <a:gd name="T11" fmla="*/ 307 h 307"/>
                <a:gd name="T12" fmla="*/ 672 w 672"/>
                <a:gd name="T13" fmla="*/ 22 h 307"/>
                <a:gd name="T14" fmla="*/ 0 60000 65536"/>
                <a:gd name="T15" fmla="*/ 0 60000 65536"/>
                <a:gd name="T16" fmla="*/ 0 60000 65536"/>
                <a:gd name="T17" fmla="*/ 0 60000 65536"/>
                <a:gd name="T18" fmla="*/ 0 60000 65536"/>
                <a:gd name="T19" fmla="*/ 0 60000 65536"/>
                <a:gd name="T20" fmla="*/ 0 60000 65536"/>
                <a:gd name="T21" fmla="*/ 0 w 672"/>
                <a:gd name="T22" fmla="*/ 0 h 307"/>
                <a:gd name="T23" fmla="*/ 672 w 672"/>
                <a:gd name="T24" fmla="*/ 307 h 3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2" h="307">
                  <a:moveTo>
                    <a:pt x="672" y="22"/>
                  </a:moveTo>
                  <a:lnTo>
                    <a:pt x="672" y="0"/>
                  </a:lnTo>
                  <a:lnTo>
                    <a:pt x="0" y="0"/>
                  </a:lnTo>
                  <a:lnTo>
                    <a:pt x="0" y="307"/>
                  </a:lnTo>
                  <a:lnTo>
                    <a:pt x="21" y="307"/>
                  </a:lnTo>
                  <a:lnTo>
                    <a:pt x="672" y="307"/>
                  </a:lnTo>
                  <a:lnTo>
                    <a:pt x="672" y="22"/>
                  </a:lnTo>
                  <a:close/>
                </a:path>
              </a:pathLst>
            </a:custGeom>
            <a:solidFill>
              <a:srgbClr val="FFFFFF"/>
            </a:solidFill>
            <a:ln w="7938">
              <a:solidFill>
                <a:srgbClr val="000000"/>
              </a:solidFill>
              <a:round/>
              <a:headEnd/>
              <a:tailEnd/>
            </a:ln>
          </p:spPr>
          <p:txBody>
            <a:bodyPr/>
            <a:lstStyle/>
            <a:p>
              <a:endParaRPr lang="en-US"/>
            </a:p>
          </p:txBody>
        </p:sp>
        <p:sp>
          <p:nvSpPr>
            <p:cNvPr id="8" name="Freeform 8">
              <a:extLst>
                <a:ext uri="{FF2B5EF4-FFF2-40B4-BE49-F238E27FC236}">
                  <a16:creationId xmlns:a16="http://schemas.microsoft.com/office/drawing/2014/main" id="{196343FC-EA38-C745-AC21-B26D6C9398B0}"/>
                </a:ext>
              </a:extLst>
            </p:cNvPr>
            <p:cNvSpPr>
              <a:spLocks noChangeAspect="1"/>
            </p:cNvSpPr>
            <p:nvPr/>
          </p:nvSpPr>
          <p:spPr bwMode="auto">
            <a:xfrm>
              <a:off x="1492" y="2390"/>
              <a:ext cx="810" cy="261"/>
            </a:xfrm>
            <a:custGeom>
              <a:avLst/>
              <a:gdLst>
                <a:gd name="T0" fmla="*/ 810 w 810"/>
                <a:gd name="T1" fmla="*/ 133 h 261"/>
                <a:gd name="T2" fmla="*/ 810 w 810"/>
                <a:gd name="T3" fmla="*/ 133 h 261"/>
                <a:gd name="T4" fmla="*/ 807 w 810"/>
                <a:gd name="T5" fmla="*/ 117 h 261"/>
                <a:gd name="T6" fmla="*/ 799 w 810"/>
                <a:gd name="T7" fmla="*/ 104 h 261"/>
                <a:gd name="T8" fmla="*/ 799 w 810"/>
                <a:gd name="T9" fmla="*/ 104 h 261"/>
                <a:gd name="T10" fmla="*/ 789 w 810"/>
                <a:gd name="T11" fmla="*/ 93 h 261"/>
                <a:gd name="T12" fmla="*/ 775 w 810"/>
                <a:gd name="T13" fmla="*/ 83 h 261"/>
                <a:gd name="T14" fmla="*/ 757 w 810"/>
                <a:gd name="T15" fmla="*/ 72 h 261"/>
                <a:gd name="T16" fmla="*/ 738 w 810"/>
                <a:gd name="T17" fmla="*/ 61 h 261"/>
                <a:gd name="T18" fmla="*/ 693 w 810"/>
                <a:gd name="T19" fmla="*/ 43 h 261"/>
                <a:gd name="T20" fmla="*/ 640 w 810"/>
                <a:gd name="T21" fmla="*/ 29 h 261"/>
                <a:gd name="T22" fmla="*/ 584 w 810"/>
                <a:gd name="T23" fmla="*/ 16 h 261"/>
                <a:gd name="T24" fmla="*/ 522 w 810"/>
                <a:gd name="T25" fmla="*/ 8 h 261"/>
                <a:gd name="T26" fmla="*/ 464 w 810"/>
                <a:gd name="T27" fmla="*/ 3 h 261"/>
                <a:gd name="T28" fmla="*/ 405 w 810"/>
                <a:gd name="T29" fmla="*/ 0 h 261"/>
                <a:gd name="T30" fmla="*/ 405 w 810"/>
                <a:gd name="T31" fmla="*/ 0 h 261"/>
                <a:gd name="T32" fmla="*/ 338 w 810"/>
                <a:gd name="T33" fmla="*/ 3 h 261"/>
                <a:gd name="T34" fmla="*/ 269 w 810"/>
                <a:gd name="T35" fmla="*/ 11 h 261"/>
                <a:gd name="T36" fmla="*/ 200 w 810"/>
                <a:gd name="T37" fmla="*/ 21 h 261"/>
                <a:gd name="T38" fmla="*/ 139 w 810"/>
                <a:gd name="T39" fmla="*/ 37 h 261"/>
                <a:gd name="T40" fmla="*/ 109 w 810"/>
                <a:gd name="T41" fmla="*/ 45 h 261"/>
                <a:gd name="T42" fmla="*/ 83 w 810"/>
                <a:gd name="T43" fmla="*/ 56 h 261"/>
                <a:gd name="T44" fmla="*/ 59 w 810"/>
                <a:gd name="T45" fmla="*/ 67 h 261"/>
                <a:gd name="T46" fmla="*/ 40 w 810"/>
                <a:gd name="T47" fmla="*/ 80 h 261"/>
                <a:gd name="T48" fmla="*/ 21 w 810"/>
                <a:gd name="T49" fmla="*/ 91 h 261"/>
                <a:gd name="T50" fmla="*/ 11 w 810"/>
                <a:gd name="T51" fmla="*/ 104 h 261"/>
                <a:gd name="T52" fmla="*/ 3 w 810"/>
                <a:gd name="T53" fmla="*/ 120 h 261"/>
                <a:gd name="T54" fmla="*/ 0 w 810"/>
                <a:gd name="T55" fmla="*/ 133 h 261"/>
                <a:gd name="T56" fmla="*/ 0 w 810"/>
                <a:gd name="T57" fmla="*/ 133 h 261"/>
                <a:gd name="T58" fmla="*/ 3 w 810"/>
                <a:gd name="T59" fmla="*/ 144 h 261"/>
                <a:gd name="T60" fmla="*/ 8 w 810"/>
                <a:gd name="T61" fmla="*/ 157 h 261"/>
                <a:gd name="T62" fmla="*/ 16 w 810"/>
                <a:gd name="T63" fmla="*/ 168 h 261"/>
                <a:gd name="T64" fmla="*/ 27 w 810"/>
                <a:gd name="T65" fmla="*/ 179 h 261"/>
                <a:gd name="T66" fmla="*/ 27 w 810"/>
                <a:gd name="T67" fmla="*/ 179 h 261"/>
                <a:gd name="T68" fmla="*/ 40 w 810"/>
                <a:gd name="T69" fmla="*/ 187 h 261"/>
                <a:gd name="T70" fmla="*/ 56 w 810"/>
                <a:gd name="T71" fmla="*/ 197 h 261"/>
                <a:gd name="T72" fmla="*/ 93 w 810"/>
                <a:gd name="T73" fmla="*/ 213 h 261"/>
                <a:gd name="T74" fmla="*/ 139 w 810"/>
                <a:gd name="T75" fmla="*/ 227 h 261"/>
                <a:gd name="T76" fmla="*/ 189 w 810"/>
                <a:gd name="T77" fmla="*/ 240 h 261"/>
                <a:gd name="T78" fmla="*/ 243 w 810"/>
                <a:gd name="T79" fmla="*/ 250 h 261"/>
                <a:gd name="T80" fmla="*/ 296 w 810"/>
                <a:gd name="T81" fmla="*/ 256 h 261"/>
                <a:gd name="T82" fmla="*/ 352 w 810"/>
                <a:gd name="T83" fmla="*/ 261 h 261"/>
                <a:gd name="T84" fmla="*/ 405 w 810"/>
                <a:gd name="T85" fmla="*/ 261 h 261"/>
                <a:gd name="T86" fmla="*/ 405 w 810"/>
                <a:gd name="T87" fmla="*/ 261 h 261"/>
                <a:gd name="T88" fmla="*/ 472 w 810"/>
                <a:gd name="T89" fmla="*/ 258 h 261"/>
                <a:gd name="T90" fmla="*/ 541 w 810"/>
                <a:gd name="T91" fmla="*/ 253 h 261"/>
                <a:gd name="T92" fmla="*/ 610 w 810"/>
                <a:gd name="T93" fmla="*/ 243 h 261"/>
                <a:gd name="T94" fmla="*/ 672 w 810"/>
                <a:gd name="T95" fmla="*/ 227 h 261"/>
                <a:gd name="T96" fmla="*/ 701 w 810"/>
                <a:gd name="T97" fmla="*/ 219 h 261"/>
                <a:gd name="T98" fmla="*/ 728 w 810"/>
                <a:gd name="T99" fmla="*/ 208 h 261"/>
                <a:gd name="T100" fmla="*/ 752 w 810"/>
                <a:gd name="T101" fmla="*/ 197 h 261"/>
                <a:gd name="T102" fmla="*/ 770 w 810"/>
                <a:gd name="T103" fmla="*/ 187 h 261"/>
                <a:gd name="T104" fmla="*/ 786 w 810"/>
                <a:gd name="T105" fmla="*/ 173 h 261"/>
                <a:gd name="T106" fmla="*/ 799 w 810"/>
                <a:gd name="T107" fmla="*/ 163 h 261"/>
                <a:gd name="T108" fmla="*/ 807 w 810"/>
                <a:gd name="T109" fmla="*/ 147 h 261"/>
                <a:gd name="T110" fmla="*/ 810 w 810"/>
                <a:gd name="T111" fmla="*/ 133 h 261"/>
                <a:gd name="T112" fmla="*/ 810 w 810"/>
                <a:gd name="T113" fmla="*/ 133 h 26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10"/>
                <a:gd name="T172" fmla="*/ 0 h 261"/>
                <a:gd name="T173" fmla="*/ 810 w 810"/>
                <a:gd name="T174" fmla="*/ 261 h 26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10" h="261">
                  <a:moveTo>
                    <a:pt x="810" y="133"/>
                  </a:moveTo>
                  <a:lnTo>
                    <a:pt x="810" y="133"/>
                  </a:lnTo>
                  <a:lnTo>
                    <a:pt x="807" y="117"/>
                  </a:lnTo>
                  <a:lnTo>
                    <a:pt x="799" y="104"/>
                  </a:lnTo>
                  <a:lnTo>
                    <a:pt x="789" y="93"/>
                  </a:lnTo>
                  <a:lnTo>
                    <a:pt x="775" y="83"/>
                  </a:lnTo>
                  <a:lnTo>
                    <a:pt x="757" y="72"/>
                  </a:lnTo>
                  <a:lnTo>
                    <a:pt x="738" y="61"/>
                  </a:lnTo>
                  <a:lnTo>
                    <a:pt x="693" y="43"/>
                  </a:lnTo>
                  <a:lnTo>
                    <a:pt x="640" y="29"/>
                  </a:lnTo>
                  <a:lnTo>
                    <a:pt x="584" y="16"/>
                  </a:lnTo>
                  <a:lnTo>
                    <a:pt x="522" y="8"/>
                  </a:lnTo>
                  <a:lnTo>
                    <a:pt x="464" y="3"/>
                  </a:lnTo>
                  <a:lnTo>
                    <a:pt x="405" y="0"/>
                  </a:lnTo>
                  <a:lnTo>
                    <a:pt x="338" y="3"/>
                  </a:lnTo>
                  <a:lnTo>
                    <a:pt x="269" y="11"/>
                  </a:lnTo>
                  <a:lnTo>
                    <a:pt x="200" y="21"/>
                  </a:lnTo>
                  <a:lnTo>
                    <a:pt x="139" y="37"/>
                  </a:lnTo>
                  <a:lnTo>
                    <a:pt x="109" y="45"/>
                  </a:lnTo>
                  <a:lnTo>
                    <a:pt x="83" y="56"/>
                  </a:lnTo>
                  <a:lnTo>
                    <a:pt x="59" y="67"/>
                  </a:lnTo>
                  <a:lnTo>
                    <a:pt x="40" y="80"/>
                  </a:lnTo>
                  <a:lnTo>
                    <a:pt x="21" y="91"/>
                  </a:lnTo>
                  <a:lnTo>
                    <a:pt x="11" y="104"/>
                  </a:lnTo>
                  <a:lnTo>
                    <a:pt x="3" y="120"/>
                  </a:lnTo>
                  <a:lnTo>
                    <a:pt x="0" y="133"/>
                  </a:lnTo>
                  <a:lnTo>
                    <a:pt x="3" y="144"/>
                  </a:lnTo>
                  <a:lnTo>
                    <a:pt x="8" y="157"/>
                  </a:lnTo>
                  <a:lnTo>
                    <a:pt x="16" y="168"/>
                  </a:lnTo>
                  <a:lnTo>
                    <a:pt x="27" y="179"/>
                  </a:lnTo>
                  <a:lnTo>
                    <a:pt x="40" y="187"/>
                  </a:lnTo>
                  <a:lnTo>
                    <a:pt x="56" y="197"/>
                  </a:lnTo>
                  <a:lnTo>
                    <a:pt x="93" y="213"/>
                  </a:lnTo>
                  <a:lnTo>
                    <a:pt x="139" y="227"/>
                  </a:lnTo>
                  <a:lnTo>
                    <a:pt x="189" y="240"/>
                  </a:lnTo>
                  <a:lnTo>
                    <a:pt x="243" y="250"/>
                  </a:lnTo>
                  <a:lnTo>
                    <a:pt x="296" y="256"/>
                  </a:lnTo>
                  <a:lnTo>
                    <a:pt x="352" y="261"/>
                  </a:lnTo>
                  <a:lnTo>
                    <a:pt x="405" y="261"/>
                  </a:lnTo>
                  <a:lnTo>
                    <a:pt x="472" y="258"/>
                  </a:lnTo>
                  <a:lnTo>
                    <a:pt x="541" y="253"/>
                  </a:lnTo>
                  <a:lnTo>
                    <a:pt x="610" y="243"/>
                  </a:lnTo>
                  <a:lnTo>
                    <a:pt x="672" y="227"/>
                  </a:lnTo>
                  <a:lnTo>
                    <a:pt x="701" y="219"/>
                  </a:lnTo>
                  <a:lnTo>
                    <a:pt x="728" y="208"/>
                  </a:lnTo>
                  <a:lnTo>
                    <a:pt x="752" y="197"/>
                  </a:lnTo>
                  <a:lnTo>
                    <a:pt x="770" y="187"/>
                  </a:lnTo>
                  <a:lnTo>
                    <a:pt x="786" y="173"/>
                  </a:lnTo>
                  <a:lnTo>
                    <a:pt x="799" y="163"/>
                  </a:lnTo>
                  <a:lnTo>
                    <a:pt x="807" y="147"/>
                  </a:lnTo>
                  <a:lnTo>
                    <a:pt x="810" y="133"/>
                  </a:lnTo>
                  <a:close/>
                </a:path>
              </a:pathLst>
            </a:custGeom>
            <a:solidFill>
              <a:srgbClr val="FFFFFF"/>
            </a:solidFill>
            <a:ln w="7938">
              <a:solidFill>
                <a:srgbClr val="000000"/>
              </a:solidFill>
              <a:round/>
              <a:headEnd/>
              <a:tailEnd/>
            </a:ln>
          </p:spPr>
          <p:txBody>
            <a:bodyPr/>
            <a:lstStyle/>
            <a:p>
              <a:endParaRPr lang="en-US"/>
            </a:p>
          </p:txBody>
        </p:sp>
        <p:sp>
          <p:nvSpPr>
            <p:cNvPr id="9" name="Freeform 9">
              <a:extLst>
                <a:ext uri="{FF2B5EF4-FFF2-40B4-BE49-F238E27FC236}">
                  <a16:creationId xmlns:a16="http://schemas.microsoft.com/office/drawing/2014/main" id="{E5A70F68-8DF4-2D46-B113-0D6034C4D636}"/>
                </a:ext>
              </a:extLst>
            </p:cNvPr>
            <p:cNvSpPr>
              <a:spLocks noChangeAspect="1"/>
            </p:cNvSpPr>
            <p:nvPr/>
          </p:nvSpPr>
          <p:spPr bwMode="auto">
            <a:xfrm>
              <a:off x="3214" y="2390"/>
              <a:ext cx="810" cy="261"/>
            </a:xfrm>
            <a:custGeom>
              <a:avLst/>
              <a:gdLst>
                <a:gd name="T0" fmla="*/ 810 w 810"/>
                <a:gd name="T1" fmla="*/ 133 h 261"/>
                <a:gd name="T2" fmla="*/ 810 w 810"/>
                <a:gd name="T3" fmla="*/ 133 h 261"/>
                <a:gd name="T4" fmla="*/ 807 w 810"/>
                <a:gd name="T5" fmla="*/ 117 h 261"/>
                <a:gd name="T6" fmla="*/ 799 w 810"/>
                <a:gd name="T7" fmla="*/ 104 h 261"/>
                <a:gd name="T8" fmla="*/ 799 w 810"/>
                <a:gd name="T9" fmla="*/ 104 h 261"/>
                <a:gd name="T10" fmla="*/ 788 w 810"/>
                <a:gd name="T11" fmla="*/ 93 h 261"/>
                <a:gd name="T12" fmla="*/ 775 w 810"/>
                <a:gd name="T13" fmla="*/ 83 h 261"/>
                <a:gd name="T14" fmla="*/ 756 w 810"/>
                <a:gd name="T15" fmla="*/ 72 h 261"/>
                <a:gd name="T16" fmla="*/ 738 w 810"/>
                <a:gd name="T17" fmla="*/ 61 h 261"/>
                <a:gd name="T18" fmla="*/ 692 w 810"/>
                <a:gd name="T19" fmla="*/ 43 h 261"/>
                <a:gd name="T20" fmla="*/ 639 w 810"/>
                <a:gd name="T21" fmla="*/ 29 h 261"/>
                <a:gd name="T22" fmla="*/ 583 w 810"/>
                <a:gd name="T23" fmla="*/ 16 h 261"/>
                <a:gd name="T24" fmla="*/ 522 w 810"/>
                <a:gd name="T25" fmla="*/ 8 h 261"/>
                <a:gd name="T26" fmla="*/ 463 w 810"/>
                <a:gd name="T27" fmla="*/ 3 h 261"/>
                <a:gd name="T28" fmla="*/ 405 w 810"/>
                <a:gd name="T29" fmla="*/ 0 h 261"/>
                <a:gd name="T30" fmla="*/ 405 w 810"/>
                <a:gd name="T31" fmla="*/ 0 h 261"/>
                <a:gd name="T32" fmla="*/ 338 w 810"/>
                <a:gd name="T33" fmla="*/ 3 h 261"/>
                <a:gd name="T34" fmla="*/ 269 w 810"/>
                <a:gd name="T35" fmla="*/ 11 h 261"/>
                <a:gd name="T36" fmla="*/ 199 w 810"/>
                <a:gd name="T37" fmla="*/ 21 h 261"/>
                <a:gd name="T38" fmla="*/ 138 w 810"/>
                <a:gd name="T39" fmla="*/ 37 h 261"/>
                <a:gd name="T40" fmla="*/ 109 w 810"/>
                <a:gd name="T41" fmla="*/ 45 h 261"/>
                <a:gd name="T42" fmla="*/ 82 w 810"/>
                <a:gd name="T43" fmla="*/ 56 h 261"/>
                <a:gd name="T44" fmla="*/ 58 w 810"/>
                <a:gd name="T45" fmla="*/ 67 h 261"/>
                <a:gd name="T46" fmla="*/ 40 w 810"/>
                <a:gd name="T47" fmla="*/ 80 h 261"/>
                <a:gd name="T48" fmla="*/ 21 w 810"/>
                <a:gd name="T49" fmla="*/ 91 h 261"/>
                <a:gd name="T50" fmla="*/ 10 w 810"/>
                <a:gd name="T51" fmla="*/ 104 h 261"/>
                <a:gd name="T52" fmla="*/ 2 w 810"/>
                <a:gd name="T53" fmla="*/ 120 h 261"/>
                <a:gd name="T54" fmla="*/ 0 w 810"/>
                <a:gd name="T55" fmla="*/ 133 h 261"/>
                <a:gd name="T56" fmla="*/ 0 w 810"/>
                <a:gd name="T57" fmla="*/ 133 h 261"/>
                <a:gd name="T58" fmla="*/ 2 w 810"/>
                <a:gd name="T59" fmla="*/ 144 h 261"/>
                <a:gd name="T60" fmla="*/ 8 w 810"/>
                <a:gd name="T61" fmla="*/ 157 h 261"/>
                <a:gd name="T62" fmla="*/ 16 w 810"/>
                <a:gd name="T63" fmla="*/ 168 h 261"/>
                <a:gd name="T64" fmla="*/ 26 w 810"/>
                <a:gd name="T65" fmla="*/ 179 h 261"/>
                <a:gd name="T66" fmla="*/ 26 w 810"/>
                <a:gd name="T67" fmla="*/ 179 h 261"/>
                <a:gd name="T68" fmla="*/ 40 w 810"/>
                <a:gd name="T69" fmla="*/ 187 h 261"/>
                <a:gd name="T70" fmla="*/ 56 w 810"/>
                <a:gd name="T71" fmla="*/ 197 h 261"/>
                <a:gd name="T72" fmla="*/ 93 w 810"/>
                <a:gd name="T73" fmla="*/ 213 h 261"/>
                <a:gd name="T74" fmla="*/ 138 w 810"/>
                <a:gd name="T75" fmla="*/ 227 h 261"/>
                <a:gd name="T76" fmla="*/ 189 w 810"/>
                <a:gd name="T77" fmla="*/ 240 h 261"/>
                <a:gd name="T78" fmla="*/ 242 w 810"/>
                <a:gd name="T79" fmla="*/ 250 h 261"/>
                <a:gd name="T80" fmla="*/ 295 w 810"/>
                <a:gd name="T81" fmla="*/ 256 h 261"/>
                <a:gd name="T82" fmla="*/ 351 w 810"/>
                <a:gd name="T83" fmla="*/ 261 h 261"/>
                <a:gd name="T84" fmla="*/ 405 w 810"/>
                <a:gd name="T85" fmla="*/ 261 h 261"/>
                <a:gd name="T86" fmla="*/ 405 w 810"/>
                <a:gd name="T87" fmla="*/ 261 h 261"/>
                <a:gd name="T88" fmla="*/ 471 w 810"/>
                <a:gd name="T89" fmla="*/ 258 h 261"/>
                <a:gd name="T90" fmla="*/ 541 w 810"/>
                <a:gd name="T91" fmla="*/ 253 h 261"/>
                <a:gd name="T92" fmla="*/ 610 w 810"/>
                <a:gd name="T93" fmla="*/ 243 h 261"/>
                <a:gd name="T94" fmla="*/ 671 w 810"/>
                <a:gd name="T95" fmla="*/ 227 h 261"/>
                <a:gd name="T96" fmla="*/ 700 w 810"/>
                <a:gd name="T97" fmla="*/ 219 h 261"/>
                <a:gd name="T98" fmla="*/ 727 w 810"/>
                <a:gd name="T99" fmla="*/ 208 h 261"/>
                <a:gd name="T100" fmla="*/ 751 w 810"/>
                <a:gd name="T101" fmla="*/ 197 h 261"/>
                <a:gd name="T102" fmla="*/ 770 w 810"/>
                <a:gd name="T103" fmla="*/ 187 h 261"/>
                <a:gd name="T104" fmla="*/ 786 w 810"/>
                <a:gd name="T105" fmla="*/ 173 h 261"/>
                <a:gd name="T106" fmla="*/ 799 w 810"/>
                <a:gd name="T107" fmla="*/ 163 h 261"/>
                <a:gd name="T108" fmla="*/ 807 w 810"/>
                <a:gd name="T109" fmla="*/ 147 h 261"/>
                <a:gd name="T110" fmla="*/ 810 w 810"/>
                <a:gd name="T111" fmla="*/ 133 h 261"/>
                <a:gd name="T112" fmla="*/ 810 w 810"/>
                <a:gd name="T113" fmla="*/ 133 h 26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10"/>
                <a:gd name="T172" fmla="*/ 0 h 261"/>
                <a:gd name="T173" fmla="*/ 810 w 810"/>
                <a:gd name="T174" fmla="*/ 261 h 26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10" h="261">
                  <a:moveTo>
                    <a:pt x="810" y="133"/>
                  </a:moveTo>
                  <a:lnTo>
                    <a:pt x="810" y="133"/>
                  </a:lnTo>
                  <a:lnTo>
                    <a:pt x="807" y="117"/>
                  </a:lnTo>
                  <a:lnTo>
                    <a:pt x="799" y="104"/>
                  </a:lnTo>
                  <a:lnTo>
                    <a:pt x="788" y="93"/>
                  </a:lnTo>
                  <a:lnTo>
                    <a:pt x="775" y="83"/>
                  </a:lnTo>
                  <a:lnTo>
                    <a:pt x="756" y="72"/>
                  </a:lnTo>
                  <a:lnTo>
                    <a:pt x="738" y="61"/>
                  </a:lnTo>
                  <a:lnTo>
                    <a:pt x="692" y="43"/>
                  </a:lnTo>
                  <a:lnTo>
                    <a:pt x="639" y="29"/>
                  </a:lnTo>
                  <a:lnTo>
                    <a:pt x="583" y="16"/>
                  </a:lnTo>
                  <a:lnTo>
                    <a:pt x="522" y="8"/>
                  </a:lnTo>
                  <a:lnTo>
                    <a:pt x="463" y="3"/>
                  </a:lnTo>
                  <a:lnTo>
                    <a:pt x="405" y="0"/>
                  </a:lnTo>
                  <a:lnTo>
                    <a:pt x="338" y="3"/>
                  </a:lnTo>
                  <a:lnTo>
                    <a:pt x="269" y="11"/>
                  </a:lnTo>
                  <a:lnTo>
                    <a:pt x="199" y="21"/>
                  </a:lnTo>
                  <a:lnTo>
                    <a:pt x="138" y="37"/>
                  </a:lnTo>
                  <a:lnTo>
                    <a:pt x="109" y="45"/>
                  </a:lnTo>
                  <a:lnTo>
                    <a:pt x="82" y="56"/>
                  </a:lnTo>
                  <a:lnTo>
                    <a:pt x="58" y="67"/>
                  </a:lnTo>
                  <a:lnTo>
                    <a:pt x="40" y="80"/>
                  </a:lnTo>
                  <a:lnTo>
                    <a:pt x="21" y="91"/>
                  </a:lnTo>
                  <a:lnTo>
                    <a:pt x="10" y="104"/>
                  </a:lnTo>
                  <a:lnTo>
                    <a:pt x="2" y="120"/>
                  </a:lnTo>
                  <a:lnTo>
                    <a:pt x="0" y="133"/>
                  </a:lnTo>
                  <a:lnTo>
                    <a:pt x="2" y="144"/>
                  </a:lnTo>
                  <a:lnTo>
                    <a:pt x="8" y="157"/>
                  </a:lnTo>
                  <a:lnTo>
                    <a:pt x="16" y="168"/>
                  </a:lnTo>
                  <a:lnTo>
                    <a:pt x="26" y="179"/>
                  </a:lnTo>
                  <a:lnTo>
                    <a:pt x="40" y="187"/>
                  </a:lnTo>
                  <a:lnTo>
                    <a:pt x="56" y="197"/>
                  </a:lnTo>
                  <a:lnTo>
                    <a:pt x="93" y="213"/>
                  </a:lnTo>
                  <a:lnTo>
                    <a:pt x="138" y="227"/>
                  </a:lnTo>
                  <a:lnTo>
                    <a:pt x="189" y="240"/>
                  </a:lnTo>
                  <a:lnTo>
                    <a:pt x="242" y="250"/>
                  </a:lnTo>
                  <a:lnTo>
                    <a:pt x="295" y="256"/>
                  </a:lnTo>
                  <a:lnTo>
                    <a:pt x="351" y="261"/>
                  </a:lnTo>
                  <a:lnTo>
                    <a:pt x="405" y="261"/>
                  </a:lnTo>
                  <a:lnTo>
                    <a:pt x="471" y="258"/>
                  </a:lnTo>
                  <a:lnTo>
                    <a:pt x="541" y="253"/>
                  </a:lnTo>
                  <a:lnTo>
                    <a:pt x="610" y="243"/>
                  </a:lnTo>
                  <a:lnTo>
                    <a:pt x="671" y="227"/>
                  </a:lnTo>
                  <a:lnTo>
                    <a:pt x="700" y="219"/>
                  </a:lnTo>
                  <a:lnTo>
                    <a:pt x="727" y="208"/>
                  </a:lnTo>
                  <a:lnTo>
                    <a:pt x="751" y="197"/>
                  </a:lnTo>
                  <a:lnTo>
                    <a:pt x="770" y="187"/>
                  </a:lnTo>
                  <a:lnTo>
                    <a:pt x="786" y="173"/>
                  </a:lnTo>
                  <a:lnTo>
                    <a:pt x="799" y="163"/>
                  </a:lnTo>
                  <a:lnTo>
                    <a:pt x="807" y="147"/>
                  </a:lnTo>
                  <a:lnTo>
                    <a:pt x="810" y="133"/>
                  </a:lnTo>
                  <a:close/>
                </a:path>
              </a:pathLst>
            </a:custGeom>
            <a:solidFill>
              <a:srgbClr val="FFFFFF"/>
            </a:solidFill>
            <a:ln w="7938">
              <a:solidFill>
                <a:srgbClr val="000000"/>
              </a:solidFill>
              <a:round/>
              <a:headEnd/>
              <a:tailEnd/>
            </a:ln>
          </p:spPr>
          <p:txBody>
            <a:bodyPr/>
            <a:lstStyle/>
            <a:p>
              <a:endParaRPr lang="en-US"/>
            </a:p>
          </p:txBody>
        </p:sp>
        <p:sp>
          <p:nvSpPr>
            <p:cNvPr id="10" name="Rectangle 10">
              <a:extLst>
                <a:ext uri="{FF2B5EF4-FFF2-40B4-BE49-F238E27FC236}">
                  <a16:creationId xmlns:a16="http://schemas.microsoft.com/office/drawing/2014/main" id="{30117078-B0A9-D045-B243-4B539BF5ACA7}"/>
                </a:ext>
              </a:extLst>
            </p:cNvPr>
            <p:cNvSpPr>
              <a:spLocks noChangeAspect="1" noChangeArrowheads="1"/>
            </p:cNvSpPr>
            <p:nvPr/>
          </p:nvSpPr>
          <p:spPr bwMode="auto">
            <a:xfrm>
              <a:off x="2057" y="3645"/>
              <a:ext cx="394" cy="99"/>
            </a:xfrm>
            <a:prstGeom prst="rect">
              <a:avLst/>
            </a:prstGeom>
            <a:solidFill>
              <a:srgbClr val="CCECF4"/>
            </a:solidFill>
            <a:ln w="7938">
              <a:solidFill>
                <a:srgbClr val="000000"/>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1" name="Rectangle 11">
              <a:extLst>
                <a:ext uri="{FF2B5EF4-FFF2-40B4-BE49-F238E27FC236}">
                  <a16:creationId xmlns:a16="http://schemas.microsoft.com/office/drawing/2014/main" id="{522C6DDE-42C4-8E4C-9A84-A198A8AA8338}"/>
                </a:ext>
              </a:extLst>
            </p:cNvPr>
            <p:cNvSpPr>
              <a:spLocks noChangeAspect="1" noChangeArrowheads="1"/>
            </p:cNvSpPr>
            <p:nvPr/>
          </p:nvSpPr>
          <p:spPr bwMode="auto">
            <a:xfrm>
              <a:off x="2534" y="3645"/>
              <a:ext cx="394" cy="99"/>
            </a:xfrm>
            <a:prstGeom prst="rect">
              <a:avLst/>
            </a:prstGeom>
            <a:solidFill>
              <a:srgbClr val="CCECF4"/>
            </a:solidFill>
            <a:ln w="7938">
              <a:solidFill>
                <a:srgbClr val="000000"/>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2" name="Rectangle 12">
              <a:extLst>
                <a:ext uri="{FF2B5EF4-FFF2-40B4-BE49-F238E27FC236}">
                  <a16:creationId xmlns:a16="http://schemas.microsoft.com/office/drawing/2014/main" id="{0C05FC15-8ADD-A241-BA7E-FC314779BF33}"/>
                </a:ext>
              </a:extLst>
            </p:cNvPr>
            <p:cNvSpPr>
              <a:spLocks noChangeAspect="1" noChangeArrowheads="1"/>
            </p:cNvSpPr>
            <p:nvPr/>
          </p:nvSpPr>
          <p:spPr bwMode="auto">
            <a:xfrm>
              <a:off x="3070" y="3645"/>
              <a:ext cx="394" cy="99"/>
            </a:xfrm>
            <a:prstGeom prst="rect">
              <a:avLst/>
            </a:prstGeom>
            <a:solidFill>
              <a:srgbClr val="CCECF4"/>
            </a:solidFill>
            <a:ln w="7938">
              <a:solidFill>
                <a:srgbClr val="000000"/>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3" name="Rectangle 13">
              <a:extLst>
                <a:ext uri="{FF2B5EF4-FFF2-40B4-BE49-F238E27FC236}">
                  <a16:creationId xmlns:a16="http://schemas.microsoft.com/office/drawing/2014/main" id="{18BCB2F9-3318-C44D-9AE5-4AAEDC37F0D7}"/>
                </a:ext>
              </a:extLst>
            </p:cNvPr>
            <p:cNvSpPr>
              <a:spLocks noChangeAspect="1" noChangeArrowheads="1"/>
            </p:cNvSpPr>
            <p:nvPr/>
          </p:nvSpPr>
          <p:spPr bwMode="auto">
            <a:xfrm>
              <a:off x="1521" y="2468"/>
              <a:ext cx="610"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Application process</a:t>
              </a:r>
              <a:endParaRPr lang="en-GB" altLang="en-US"/>
            </a:p>
          </p:txBody>
        </p:sp>
        <p:sp>
          <p:nvSpPr>
            <p:cNvPr id="14" name="Rectangle 14">
              <a:extLst>
                <a:ext uri="{FF2B5EF4-FFF2-40B4-BE49-F238E27FC236}">
                  <a16:creationId xmlns:a16="http://schemas.microsoft.com/office/drawing/2014/main" id="{CD3A837A-6977-2141-B1A0-19C58D0FA815}"/>
                </a:ext>
              </a:extLst>
            </p:cNvPr>
            <p:cNvSpPr>
              <a:spLocks noChangeAspect="1" noChangeArrowheads="1"/>
            </p:cNvSpPr>
            <p:nvPr/>
          </p:nvSpPr>
          <p:spPr bwMode="auto">
            <a:xfrm>
              <a:off x="2273" y="2766"/>
              <a:ext cx="178"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Write</a:t>
              </a:r>
              <a:endParaRPr lang="en-GB" altLang="en-US"/>
            </a:p>
          </p:txBody>
        </p:sp>
        <p:sp>
          <p:nvSpPr>
            <p:cNvPr id="15" name="Rectangle 15">
              <a:extLst>
                <a:ext uri="{FF2B5EF4-FFF2-40B4-BE49-F238E27FC236}">
                  <a16:creationId xmlns:a16="http://schemas.microsoft.com/office/drawing/2014/main" id="{9446F68E-80D4-3947-87B2-6457A8D0C259}"/>
                </a:ext>
              </a:extLst>
            </p:cNvPr>
            <p:cNvSpPr>
              <a:spLocks noChangeAspect="1" noChangeArrowheads="1"/>
            </p:cNvSpPr>
            <p:nvPr/>
          </p:nvSpPr>
          <p:spPr bwMode="auto">
            <a:xfrm>
              <a:off x="2273" y="2867"/>
              <a:ext cx="169"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bytes</a:t>
              </a:r>
              <a:endParaRPr lang="en-GB" altLang="en-US"/>
            </a:p>
          </p:txBody>
        </p:sp>
        <p:sp>
          <p:nvSpPr>
            <p:cNvPr id="16" name="Rectangle 16">
              <a:extLst>
                <a:ext uri="{FF2B5EF4-FFF2-40B4-BE49-F238E27FC236}">
                  <a16:creationId xmlns:a16="http://schemas.microsoft.com/office/drawing/2014/main" id="{5FC69CE0-7D1F-134A-8988-46B4B5D6D21C}"/>
                </a:ext>
              </a:extLst>
            </p:cNvPr>
            <p:cNvSpPr>
              <a:spLocks noChangeAspect="1" noChangeArrowheads="1"/>
            </p:cNvSpPr>
            <p:nvPr/>
          </p:nvSpPr>
          <p:spPr bwMode="auto">
            <a:xfrm>
              <a:off x="1828" y="3142"/>
              <a:ext cx="118"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TCP</a:t>
              </a:r>
              <a:endParaRPr lang="en-GB" altLang="en-US"/>
            </a:p>
          </p:txBody>
        </p:sp>
        <p:sp>
          <p:nvSpPr>
            <p:cNvPr id="17" name="Rectangle 17">
              <a:extLst>
                <a:ext uri="{FF2B5EF4-FFF2-40B4-BE49-F238E27FC236}">
                  <a16:creationId xmlns:a16="http://schemas.microsoft.com/office/drawing/2014/main" id="{FC0085EA-1DEA-5943-98EE-674C84292711}"/>
                </a:ext>
              </a:extLst>
            </p:cNvPr>
            <p:cNvSpPr>
              <a:spLocks noChangeAspect="1" noChangeArrowheads="1"/>
            </p:cNvSpPr>
            <p:nvPr/>
          </p:nvSpPr>
          <p:spPr bwMode="auto">
            <a:xfrm>
              <a:off x="1708" y="3278"/>
              <a:ext cx="36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Send buffer</a:t>
              </a:r>
              <a:endParaRPr lang="en-GB" altLang="en-US"/>
            </a:p>
          </p:txBody>
        </p:sp>
        <p:sp>
          <p:nvSpPr>
            <p:cNvPr id="18" name="Rectangle 18">
              <a:extLst>
                <a:ext uri="{FF2B5EF4-FFF2-40B4-BE49-F238E27FC236}">
                  <a16:creationId xmlns:a16="http://schemas.microsoft.com/office/drawing/2014/main" id="{97D57D47-E45D-6443-BF2D-ED0BFD3F29A1}"/>
                </a:ext>
              </a:extLst>
            </p:cNvPr>
            <p:cNvSpPr>
              <a:spLocks noChangeAspect="1" noChangeArrowheads="1"/>
            </p:cNvSpPr>
            <p:nvPr/>
          </p:nvSpPr>
          <p:spPr bwMode="auto">
            <a:xfrm>
              <a:off x="2094" y="3640"/>
              <a:ext cx="27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Segment</a:t>
              </a:r>
              <a:endParaRPr lang="en-GB" altLang="en-US"/>
            </a:p>
          </p:txBody>
        </p:sp>
        <p:sp>
          <p:nvSpPr>
            <p:cNvPr id="19" name="Rectangle 19">
              <a:extLst>
                <a:ext uri="{FF2B5EF4-FFF2-40B4-BE49-F238E27FC236}">
                  <a16:creationId xmlns:a16="http://schemas.microsoft.com/office/drawing/2014/main" id="{58EAE55D-C547-2448-B59F-1FD13E4D16EC}"/>
                </a:ext>
              </a:extLst>
            </p:cNvPr>
            <p:cNvSpPr>
              <a:spLocks noChangeAspect="1" noChangeArrowheads="1"/>
            </p:cNvSpPr>
            <p:nvPr/>
          </p:nvSpPr>
          <p:spPr bwMode="auto">
            <a:xfrm>
              <a:off x="1950" y="2688"/>
              <a:ext cx="174" cy="64"/>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0" name="Rectangle 20">
              <a:extLst>
                <a:ext uri="{FF2B5EF4-FFF2-40B4-BE49-F238E27FC236}">
                  <a16:creationId xmlns:a16="http://schemas.microsoft.com/office/drawing/2014/main" id="{DBB84FA7-6E79-4743-AD0F-1546639C53A5}"/>
                </a:ext>
              </a:extLst>
            </p:cNvPr>
            <p:cNvSpPr>
              <a:spLocks noChangeAspect="1" noChangeArrowheads="1"/>
            </p:cNvSpPr>
            <p:nvPr/>
          </p:nvSpPr>
          <p:spPr bwMode="auto">
            <a:xfrm>
              <a:off x="1950" y="3006"/>
              <a:ext cx="120" cy="64"/>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1" name="Rectangle 21">
              <a:extLst>
                <a:ext uri="{FF2B5EF4-FFF2-40B4-BE49-F238E27FC236}">
                  <a16:creationId xmlns:a16="http://schemas.microsoft.com/office/drawing/2014/main" id="{F2D0133D-8DB4-2B4A-9AF7-A0C92535D91E}"/>
                </a:ext>
              </a:extLst>
            </p:cNvPr>
            <p:cNvSpPr>
              <a:spLocks noChangeAspect="1" noChangeArrowheads="1"/>
            </p:cNvSpPr>
            <p:nvPr/>
          </p:nvSpPr>
          <p:spPr bwMode="auto">
            <a:xfrm>
              <a:off x="3672" y="3006"/>
              <a:ext cx="120" cy="64"/>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 name="Rectangle 22">
              <a:extLst>
                <a:ext uri="{FF2B5EF4-FFF2-40B4-BE49-F238E27FC236}">
                  <a16:creationId xmlns:a16="http://schemas.microsoft.com/office/drawing/2014/main" id="{C7FA56AF-A2FE-2A4F-8368-B006EFBB5893}"/>
                </a:ext>
              </a:extLst>
            </p:cNvPr>
            <p:cNvSpPr>
              <a:spLocks noChangeAspect="1" noChangeArrowheads="1"/>
            </p:cNvSpPr>
            <p:nvPr/>
          </p:nvSpPr>
          <p:spPr bwMode="auto">
            <a:xfrm>
              <a:off x="3672" y="2691"/>
              <a:ext cx="120" cy="64"/>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3" name="Rectangle 23">
              <a:extLst>
                <a:ext uri="{FF2B5EF4-FFF2-40B4-BE49-F238E27FC236}">
                  <a16:creationId xmlns:a16="http://schemas.microsoft.com/office/drawing/2014/main" id="{AB402F3D-2C0A-114A-9F9C-F03894541B70}"/>
                </a:ext>
              </a:extLst>
            </p:cNvPr>
            <p:cNvSpPr>
              <a:spLocks noChangeAspect="1" noChangeArrowheads="1"/>
            </p:cNvSpPr>
            <p:nvPr/>
          </p:nvSpPr>
          <p:spPr bwMode="auto">
            <a:xfrm>
              <a:off x="3672" y="2776"/>
              <a:ext cx="120" cy="64"/>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4" name="Rectangle 24">
              <a:extLst>
                <a:ext uri="{FF2B5EF4-FFF2-40B4-BE49-F238E27FC236}">
                  <a16:creationId xmlns:a16="http://schemas.microsoft.com/office/drawing/2014/main" id="{747DDF76-5166-4640-BEC4-13461C5A43F6}"/>
                </a:ext>
              </a:extLst>
            </p:cNvPr>
            <p:cNvSpPr>
              <a:spLocks noChangeAspect="1" noChangeArrowheads="1"/>
            </p:cNvSpPr>
            <p:nvPr/>
          </p:nvSpPr>
          <p:spPr bwMode="auto">
            <a:xfrm>
              <a:off x="1950" y="2774"/>
              <a:ext cx="267" cy="64"/>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5" name="Rectangle 25">
              <a:extLst>
                <a:ext uri="{FF2B5EF4-FFF2-40B4-BE49-F238E27FC236}">
                  <a16:creationId xmlns:a16="http://schemas.microsoft.com/office/drawing/2014/main" id="{C3438B0B-7A2B-5548-98F9-312D8E1584FE}"/>
                </a:ext>
              </a:extLst>
            </p:cNvPr>
            <p:cNvSpPr>
              <a:spLocks noChangeAspect="1" noChangeArrowheads="1"/>
            </p:cNvSpPr>
            <p:nvPr/>
          </p:nvSpPr>
          <p:spPr bwMode="auto">
            <a:xfrm>
              <a:off x="2571" y="3640"/>
              <a:ext cx="27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Segment</a:t>
              </a:r>
              <a:endParaRPr lang="en-GB" altLang="en-US"/>
            </a:p>
          </p:txBody>
        </p:sp>
        <p:sp>
          <p:nvSpPr>
            <p:cNvPr id="26" name="Rectangle 26">
              <a:extLst>
                <a:ext uri="{FF2B5EF4-FFF2-40B4-BE49-F238E27FC236}">
                  <a16:creationId xmlns:a16="http://schemas.microsoft.com/office/drawing/2014/main" id="{B9444FA2-E3DD-6E46-B713-7787C3C49C3C}"/>
                </a:ext>
              </a:extLst>
            </p:cNvPr>
            <p:cNvSpPr>
              <a:spLocks noChangeAspect="1" noChangeArrowheads="1"/>
            </p:cNvSpPr>
            <p:nvPr/>
          </p:nvSpPr>
          <p:spPr bwMode="auto">
            <a:xfrm>
              <a:off x="3107" y="3640"/>
              <a:ext cx="27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Segment</a:t>
              </a:r>
              <a:endParaRPr lang="en-GB" altLang="en-US"/>
            </a:p>
          </p:txBody>
        </p:sp>
        <p:sp>
          <p:nvSpPr>
            <p:cNvPr id="27" name="Rectangle 27">
              <a:extLst>
                <a:ext uri="{FF2B5EF4-FFF2-40B4-BE49-F238E27FC236}">
                  <a16:creationId xmlns:a16="http://schemas.microsoft.com/office/drawing/2014/main" id="{08833753-BDE7-4F40-B10F-699804FCFB49}"/>
                </a:ext>
              </a:extLst>
            </p:cNvPr>
            <p:cNvSpPr>
              <a:spLocks noChangeAspect="1" noChangeArrowheads="1"/>
            </p:cNvSpPr>
            <p:nvPr/>
          </p:nvSpPr>
          <p:spPr bwMode="auto">
            <a:xfrm>
              <a:off x="2435" y="3816"/>
              <a:ext cx="594"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Transmit segments</a:t>
              </a:r>
              <a:endParaRPr lang="en-GB" altLang="en-US"/>
            </a:p>
          </p:txBody>
        </p:sp>
        <p:sp>
          <p:nvSpPr>
            <p:cNvPr id="28" name="Freeform 28">
              <a:extLst>
                <a:ext uri="{FF2B5EF4-FFF2-40B4-BE49-F238E27FC236}">
                  <a16:creationId xmlns:a16="http://schemas.microsoft.com/office/drawing/2014/main" id="{06B2718E-2745-C64E-933C-0FC6F4F2124E}"/>
                </a:ext>
              </a:extLst>
            </p:cNvPr>
            <p:cNvSpPr>
              <a:spLocks noChangeAspect="1"/>
            </p:cNvSpPr>
            <p:nvPr/>
          </p:nvSpPr>
          <p:spPr bwMode="auto">
            <a:xfrm>
              <a:off x="1908" y="3411"/>
              <a:ext cx="1719" cy="378"/>
            </a:xfrm>
            <a:custGeom>
              <a:avLst/>
              <a:gdLst>
                <a:gd name="T0" fmla="*/ 0 w 1719"/>
                <a:gd name="T1" fmla="*/ 0 h 378"/>
                <a:gd name="T2" fmla="*/ 0 w 1719"/>
                <a:gd name="T3" fmla="*/ 378 h 378"/>
                <a:gd name="T4" fmla="*/ 1719 w 1719"/>
                <a:gd name="T5" fmla="*/ 378 h 378"/>
                <a:gd name="T6" fmla="*/ 1719 w 1719"/>
                <a:gd name="T7" fmla="*/ 56 h 378"/>
                <a:gd name="T8" fmla="*/ 0 60000 65536"/>
                <a:gd name="T9" fmla="*/ 0 60000 65536"/>
                <a:gd name="T10" fmla="*/ 0 60000 65536"/>
                <a:gd name="T11" fmla="*/ 0 60000 65536"/>
                <a:gd name="T12" fmla="*/ 0 w 1719"/>
                <a:gd name="T13" fmla="*/ 0 h 378"/>
                <a:gd name="T14" fmla="*/ 1719 w 1719"/>
                <a:gd name="T15" fmla="*/ 378 h 378"/>
              </a:gdLst>
              <a:ahLst/>
              <a:cxnLst>
                <a:cxn ang="T8">
                  <a:pos x="T0" y="T1"/>
                </a:cxn>
                <a:cxn ang="T9">
                  <a:pos x="T2" y="T3"/>
                </a:cxn>
                <a:cxn ang="T10">
                  <a:pos x="T4" y="T5"/>
                </a:cxn>
                <a:cxn ang="T11">
                  <a:pos x="T6" y="T7"/>
                </a:cxn>
              </a:cxnLst>
              <a:rect l="T12" t="T13" r="T14" b="T15"/>
              <a:pathLst>
                <a:path w="1719" h="378">
                  <a:moveTo>
                    <a:pt x="0" y="0"/>
                  </a:moveTo>
                  <a:lnTo>
                    <a:pt x="0" y="378"/>
                  </a:lnTo>
                  <a:lnTo>
                    <a:pt x="1719" y="378"/>
                  </a:lnTo>
                  <a:lnTo>
                    <a:pt x="1719" y="56"/>
                  </a:lnTo>
                </a:path>
              </a:pathLst>
            </a:custGeom>
            <a:noFill/>
            <a:ln w="79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9">
              <a:extLst>
                <a:ext uri="{FF2B5EF4-FFF2-40B4-BE49-F238E27FC236}">
                  <a16:creationId xmlns:a16="http://schemas.microsoft.com/office/drawing/2014/main" id="{03CE0496-7F73-7348-8F85-F9AA54A969A8}"/>
                </a:ext>
              </a:extLst>
            </p:cNvPr>
            <p:cNvSpPr>
              <a:spLocks noChangeAspect="1"/>
            </p:cNvSpPr>
            <p:nvPr/>
          </p:nvSpPr>
          <p:spPr bwMode="auto">
            <a:xfrm>
              <a:off x="3611" y="3411"/>
              <a:ext cx="29" cy="56"/>
            </a:xfrm>
            <a:custGeom>
              <a:avLst/>
              <a:gdLst>
                <a:gd name="T0" fmla="*/ 29 w 29"/>
                <a:gd name="T1" fmla="*/ 56 h 56"/>
                <a:gd name="T2" fmla="*/ 16 w 29"/>
                <a:gd name="T3" fmla="*/ 0 h 56"/>
                <a:gd name="T4" fmla="*/ 0 w 29"/>
                <a:gd name="T5" fmla="*/ 56 h 56"/>
                <a:gd name="T6" fmla="*/ 29 w 29"/>
                <a:gd name="T7" fmla="*/ 56 h 56"/>
                <a:gd name="T8" fmla="*/ 0 60000 65536"/>
                <a:gd name="T9" fmla="*/ 0 60000 65536"/>
                <a:gd name="T10" fmla="*/ 0 60000 65536"/>
                <a:gd name="T11" fmla="*/ 0 60000 65536"/>
                <a:gd name="T12" fmla="*/ 0 w 29"/>
                <a:gd name="T13" fmla="*/ 0 h 56"/>
                <a:gd name="T14" fmla="*/ 29 w 29"/>
                <a:gd name="T15" fmla="*/ 56 h 56"/>
              </a:gdLst>
              <a:ahLst/>
              <a:cxnLst>
                <a:cxn ang="T8">
                  <a:pos x="T0" y="T1"/>
                </a:cxn>
                <a:cxn ang="T9">
                  <a:pos x="T2" y="T3"/>
                </a:cxn>
                <a:cxn ang="T10">
                  <a:pos x="T4" y="T5"/>
                </a:cxn>
                <a:cxn ang="T11">
                  <a:pos x="T6" y="T7"/>
                </a:cxn>
              </a:cxnLst>
              <a:rect l="T12" t="T13" r="T14" b="T15"/>
              <a:pathLst>
                <a:path w="29" h="56">
                  <a:moveTo>
                    <a:pt x="29" y="56"/>
                  </a:moveTo>
                  <a:lnTo>
                    <a:pt x="16" y="0"/>
                  </a:lnTo>
                  <a:lnTo>
                    <a:pt x="0" y="56"/>
                  </a:lnTo>
                  <a:lnTo>
                    <a:pt x="29"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Line 30">
              <a:extLst>
                <a:ext uri="{FF2B5EF4-FFF2-40B4-BE49-F238E27FC236}">
                  <a16:creationId xmlns:a16="http://schemas.microsoft.com/office/drawing/2014/main" id="{6AF2FF69-3BF7-C540-879E-5118636EE41C}"/>
                </a:ext>
              </a:extLst>
            </p:cNvPr>
            <p:cNvSpPr>
              <a:spLocks noChangeAspect="1" noChangeShapeType="1"/>
            </p:cNvSpPr>
            <p:nvPr/>
          </p:nvSpPr>
          <p:spPr bwMode="auto">
            <a:xfrm>
              <a:off x="1908" y="2654"/>
              <a:ext cx="1" cy="39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Freeform 31">
              <a:extLst>
                <a:ext uri="{FF2B5EF4-FFF2-40B4-BE49-F238E27FC236}">
                  <a16:creationId xmlns:a16="http://schemas.microsoft.com/office/drawing/2014/main" id="{DE1D909E-960E-2842-8A0A-91F944DF73A1}"/>
                </a:ext>
              </a:extLst>
            </p:cNvPr>
            <p:cNvSpPr>
              <a:spLocks noChangeAspect="1"/>
            </p:cNvSpPr>
            <p:nvPr/>
          </p:nvSpPr>
          <p:spPr bwMode="auto">
            <a:xfrm>
              <a:off x="1892" y="3040"/>
              <a:ext cx="32" cy="59"/>
            </a:xfrm>
            <a:custGeom>
              <a:avLst/>
              <a:gdLst>
                <a:gd name="T0" fmla="*/ 0 w 32"/>
                <a:gd name="T1" fmla="*/ 0 h 59"/>
                <a:gd name="T2" fmla="*/ 16 w 32"/>
                <a:gd name="T3" fmla="*/ 59 h 59"/>
                <a:gd name="T4" fmla="*/ 32 w 32"/>
                <a:gd name="T5" fmla="*/ 0 h 59"/>
                <a:gd name="T6" fmla="*/ 0 w 32"/>
                <a:gd name="T7" fmla="*/ 0 h 59"/>
                <a:gd name="T8" fmla="*/ 0 60000 65536"/>
                <a:gd name="T9" fmla="*/ 0 60000 65536"/>
                <a:gd name="T10" fmla="*/ 0 60000 65536"/>
                <a:gd name="T11" fmla="*/ 0 60000 65536"/>
                <a:gd name="T12" fmla="*/ 0 w 32"/>
                <a:gd name="T13" fmla="*/ 0 h 59"/>
                <a:gd name="T14" fmla="*/ 32 w 32"/>
                <a:gd name="T15" fmla="*/ 59 h 59"/>
              </a:gdLst>
              <a:ahLst/>
              <a:cxnLst>
                <a:cxn ang="T8">
                  <a:pos x="T0" y="T1"/>
                </a:cxn>
                <a:cxn ang="T9">
                  <a:pos x="T2" y="T3"/>
                </a:cxn>
                <a:cxn ang="T10">
                  <a:pos x="T4" y="T5"/>
                </a:cxn>
                <a:cxn ang="T11">
                  <a:pos x="T6" y="T7"/>
                </a:cxn>
              </a:cxnLst>
              <a:rect l="T12" t="T13" r="T14" b="T15"/>
              <a:pathLst>
                <a:path w="32" h="59">
                  <a:moveTo>
                    <a:pt x="0" y="0"/>
                  </a:moveTo>
                  <a:lnTo>
                    <a:pt x="16" y="59"/>
                  </a:lnTo>
                  <a:lnTo>
                    <a:pt x="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Rectangle 32">
              <a:extLst>
                <a:ext uri="{FF2B5EF4-FFF2-40B4-BE49-F238E27FC236}">
                  <a16:creationId xmlns:a16="http://schemas.microsoft.com/office/drawing/2014/main" id="{63AE37FC-1F04-504A-B193-41377A882565}"/>
                </a:ext>
              </a:extLst>
            </p:cNvPr>
            <p:cNvSpPr>
              <a:spLocks noChangeAspect="1" noChangeArrowheads="1"/>
            </p:cNvSpPr>
            <p:nvPr/>
          </p:nvSpPr>
          <p:spPr bwMode="auto">
            <a:xfrm>
              <a:off x="3246" y="2468"/>
              <a:ext cx="610"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Application process</a:t>
              </a:r>
              <a:endParaRPr lang="en-GB" altLang="en-US"/>
            </a:p>
          </p:txBody>
        </p:sp>
        <p:sp>
          <p:nvSpPr>
            <p:cNvPr id="33" name="Rectangle 33">
              <a:extLst>
                <a:ext uri="{FF2B5EF4-FFF2-40B4-BE49-F238E27FC236}">
                  <a16:creationId xmlns:a16="http://schemas.microsoft.com/office/drawing/2014/main" id="{43867D28-2F94-A04A-8497-CE192240F369}"/>
                </a:ext>
              </a:extLst>
            </p:cNvPr>
            <p:cNvSpPr>
              <a:spLocks noChangeAspect="1" noChangeArrowheads="1"/>
            </p:cNvSpPr>
            <p:nvPr/>
          </p:nvSpPr>
          <p:spPr bwMode="auto">
            <a:xfrm>
              <a:off x="3861" y="2766"/>
              <a:ext cx="158"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Read</a:t>
              </a:r>
              <a:endParaRPr lang="en-GB" altLang="en-US"/>
            </a:p>
          </p:txBody>
        </p:sp>
        <p:sp>
          <p:nvSpPr>
            <p:cNvPr id="34" name="Rectangle 34">
              <a:extLst>
                <a:ext uri="{FF2B5EF4-FFF2-40B4-BE49-F238E27FC236}">
                  <a16:creationId xmlns:a16="http://schemas.microsoft.com/office/drawing/2014/main" id="{013D7235-FBDB-F645-B5FB-26C264888C14}"/>
                </a:ext>
              </a:extLst>
            </p:cNvPr>
            <p:cNvSpPr>
              <a:spLocks noChangeAspect="1" noChangeArrowheads="1"/>
            </p:cNvSpPr>
            <p:nvPr/>
          </p:nvSpPr>
          <p:spPr bwMode="auto">
            <a:xfrm>
              <a:off x="3861" y="2867"/>
              <a:ext cx="169"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bytes</a:t>
              </a:r>
              <a:endParaRPr lang="en-GB" altLang="en-US"/>
            </a:p>
          </p:txBody>
        </p:sp>
        <p:sp>
          <p:nvSpPr>
            <p:cNvPr id="35" name="Rectangle 35">
              <a:extLst>
                <a:ext uri="{FF2B5EF4-FFF2-40B4-BE49-F238E27FC236}">
                  <a16:creationId xmlns:a16="http://schemas.microsoft.com/office/drawing/2014/main" id="{B1E3F49F-A4F8-3340-A25D-BAE8679E33B0}"/>
                </a:ext>
              </a:extLst>
            </p:cNvPr>
            <p:cNvSpPr>
              <a:spLocks noChangeAspect="1" noChangeArrowheads="1"/>
            </p:cNvSpPr>
            <p:nvPr/>
          </p:nvSpPr>
          <p:spPr bwMode="auto">
            <a:xfrm>
              <a:off x="3549" y="3142"/>
              <a:ext cx="118"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TCP</a:t>
              </a:r>
              <a:endParaRPr lang="en-GB" altLang="en-US"/>
            </a:p>
          </p:txBody>
        </p:sp>
        <p:sp>
          <p:nvSpPr>
            <p:cNvPr id="36" name="Rectangle 36">
              <a:extLst>
                <a:ext uri="{FF2B5EF4-FFF2-40B4-BE49-F238E27FC236}">
                  <a16:creationId xmlns:a16="http://schemas.microsoft.com/office/drawing/2014/main" id="{C3167EBE-CE63-704A-B12D-88A448513010}"/>
                </a:ext>
              </a:extLst>
            </p:cNvPr>
            <p:cNvSpPr>
              <a:spLocks noChangeAspect="1" noChangeArrowheads="1"/>
            </p:cNvSpPr>
            <p:nvPr/>
          </p:nvSpPr>
          <p:spPr bwMode="auto">
            <a:xfrm>
              <a:off x="3379" y="3278"/>
              <a:ext cx="454"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100">
                  <a:solidFill>
                    <a:srgbClr val="000000"/>
                  </a:solidFill>
                  <a:latin typeface="Myriad Roman" charset="0"/>
                </a:rPr>
                <a:t>Receive buffer</a:t>
              </a:r>
              <a:endParaRPr lang="en-GB" altLang="en-US"/>
            </a:p>
          </p:txBody>
        </p:sp>
        <p:sp>
          <p:nvSpPr>
            <p:cNvPr id="37" name="Rectangle 37">
              <a:extLst>
                <a:ext uri="{FF2B5EF4-FFF2-40B4-BE49-F238E27FC236}">
                  <a16:creationId xmlns:a16="http://schemas.microsoft.com/office/drawing/2014/main" id="{69A2DCC7-0D14-D949-9ED0-70A45847C116}"/>
                </a:ext>
              </a:extLst>
            </p:cNvPr>
            <p:cNvSpPr>
              <a:spLocks noChangeAspect="1" noChangeArrowheads="1"/>
            </p:cNvSpPr>
            <p:nvPr/>
          </p:nvSpPr>
          <p:spPr bwMode="auto">
            <a:xfrm>
              <a:off x="3339" y="3272"/>
              <a:ext cx="589" cy="99"/>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8" name="Rectangle 38">
              <a:extLst>
                <a:ext uri="{FF2B5EF4-FFF2-40B4-BE49-F238E27FC236}">
                  <a16:creationId xmlns:a16="http://schemas.microsoft.com/office/drawing/2014/main" id="{92944484-DDE4-8E4B-AA03-17F35CFDFEE7}"/>
                </a:ext>
              </a:extLst>
            </p:cNvPr>
            <p:cNvSpPr>
              <a:spLocks noChangeAspect="1" noChangeArrowheads="1"/>
            </p:cNvSpPr>
            <p:nvPr/>
          </p:nvSpPr>
          <p:spPr bwMode="auto">
            <a:xfrm>
              <a:off x="1647" y="3272"/>
              <a:ext cx="525" cy="99"/>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9" name="Line 39">
              <a:extLst>
                <a:ext uri="{FF2B5EF4-FFF2-40B4-BE49-F238E27FC236}">
                  <a16:creationId xmlns:a16="http://schemas.microsoft.com/office/drawing/2014/main" id="{E582F565-15E1-0D4C-B32B-C19562427594}"/>
                </a:ext>
              </a:extLst>
            </p:cNvPr>
            <p:cNvSpPr>
              <a:spLocks noChangeAspect="1" noChangeShapeType="1"/>
            </p:cNvSpPr>
            <p:nvPr/>
          </p:nvSpPr>
          <p:spPr bwMode="auto">
            <a:xfrm flipV="1">
              <a:off x="3627" y="2702"/>
              <a:ext cx="1" cy="40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Freeform 40">
              <a:extLst>
                <a:ext uri="{FF2B5EF4-FFF2-40B4-BE49-F238E27FC236}">
                  <a16:creationId xmlns:a16="http://schemas.microsoft.com/office/drawing/2014/main" id="{75D7659A-C5B6-EB4E-A1A3-C63A55ED2231}"/>
                </a:ext>
              </a:extLst>
            </p:cNvPr>
            <p:cNvSpPr>
              <a:spLocks noChangeAspect="1"/>
            </p:cNvSpPr>
            <p:nvPr/>
          </p:nvSpPr>
          <p:spPr bwMode="auto">
            <a:xfrm>
              <a:off x="3611" y="2651"/>
              <a:ext cx="29" cy="59"/>
            </a:xfrm>
            <a:custGeom>
              <a:avLst/>
              <a:gdLst>
                <a:gd name="T0" fmla="*/ 29 w 29"/>
                <a:gd name="T1" fmla="*/ 59 h 59"/>
                <a:gd name="T2" fmla="*/ 16 w 29"/>
                <a:gd name="T3" fmla="*/ 0 h 59"/>
                <a:gd name="T4" fmla="*/ 0 w 29"/>
                <a:gd name="T5" fmla="*/ 59 h 59"/>
                <a:gd name="T6" fmla="*/ 29 w 29"/>
                <a:gd name="T7" fmla="*/ 59 h 59"/>
                <a:gd name="T8" fmla="*/ 0 60000 65536"/>
                <a:gd name="T9" fmla="*/ 0 60000 65536"/>
                <a:gd name="T10" fmla="*/ 0 60000 65536"/>
                <a:gd name="T11" fmla="*/ 0 60000 65536"/>
                <a:gd name="T12" fmla="*/ 0 w 29"/>
                <a:gd name="T13" fmla="*/ 0 h 59"/>
                <a:gd name="T14" fmla="*/ 29 w 29"/>
                <a:gd name="T15" fmla="*/ 59 h 59"/>
              </a:gdLst>
              <a:ahLst/>
              <a:cxnLst>
                <a:cxn ang="T8">
                  <a:pos x="T0" y="T1"/>
                </a:cxn>
                <a:cxn ang="T9">
                  <a:pos x="T2" y="T3"/>
                </a:cxn>
                <a:cxn ang="T10">
                  <a:pos x="T4" y="T5"/>
                </a:cxn>
                <a:cxn ang="T11">
                  <a:pos x="T6" y="T7"/>
                </a:cxn>
              </a:cxnLst>
              <a:rect l="T12" t="T13" r="T14" b="T15"/>
              <a:pathLst>
                <a:path w="29" h="59">
                  <a:moveTo>
                    <a:pt x="29" y="59"/>
                  </a:moveTo>
                  <a:lnTo>
                    <a:pt x="16" y="0"/>
                  </a:lnTo>
                  <a:lnTo>
                    <a:pt x="0" y="59"/>
                  </a:lnTo>
                  <a:lnTo>
                    <a:pt x="29"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Rectangle 41">
              <a:extLst>
                <a:ext uri="{FF2B5EF4-FFF2-40B4-BE49-F238E27FC236}">
                  <a16:creationId xmlns:a16="http://schemas.microsoft.com/office/drawing/2014/main" id="{24DE1D65-EA9C-0D43-A776-B80FECC50692}"/>
                </a:ext>
              </a:extLst>
            </p:cNvPr>
            <p:cNvSpPr>
              <a:spLocks noChangeAspect="1" noChangeArrowheads="1"/>
            </p:cNvSpPr>
            <p:nvPr/>
          </p:nvSpPr>
          <p:spPr bwMode="auto">
            <a:xfrm>
              <a:off x="2939" y="3584"/>
              <a:ext cx="17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600">
                  <a:solidFill>
                    <a:srgbClr val="000000"/>
                  </a:solidFill>
                  <a:latin typeface="Myriad Roman" charset="0"/>
                </a:rPr>
                <a:t>■ ■ ■</a:t>
              </a:r>
              <a:r>
                <a:rPr lang="en-US" altLang="en-US" sz="1600">
                  <a:solidFill>
                    <a:srgbClr val="000000"/>
                  </a:solidFill>
                  <a:latin typeface="Myriad Roman" charset="0"/>
                </a:rPr>
                <a:t> </a:t>
              </a:r>
              <a:endParaRPr lang="en-GB" altLang="en-US" sz="1600">
                <a:solidFill>
                  <a:srgbClr val="000000"/>
                </a:solidFill>
                <a:latin typeface="Myriad Roman" charset="0"/>
              </a:endParaRPr>
            </a:p>
          </p:txBody>
        </p:sp>
        <p:sp>
          <p:nvSpPr>
            <p:cNvPr id="42" name="Freeform 42">
              <a:extLst>
                <a:ext uri="{FF2B5EF4-FFF2-40B4-BE49-F238E27FC236}">
                  <a16:creationId xmlns:a16="http://schemas.microsoft.com/office/drawing/2014/main" id="{FB992803-C1D1-424C-852E-B319532AD6AB}"/>
                </a:ext>
              </a:extLst>
            </p:cNvPr>
            <p:cNvSpPr>
              <a:spLocks noChangeAspect="1" noEditPoints="1"/>
            </p:cNvSpPr>
            <p:nvPr/>
          </p:nvSpPr>
          <p:spPr bwMode="auto">
            <a:xfrm>
              <a:off x="2006" y="2867"/>
              <a:ext cx="16" cy="99"/>
            </a:xfrm>
            <a:custGeom>
              <a:avLst/>
              <a:gdLst>
                <a:gd name="T0" fmla="*/ 16 w 16"/>
                <a:gd name="T1" fmla="*/ 91 h 99"/>
                <a:gd name="T2" fmla="*/ 16 w 16"/>
                <a:gd name="T3" fmla="*/ 91 h 99"/>
                <a:gd name="T4" fmla="*/ 14 w 16"/>
                <a:gd name="T5" fmla="*/ 85 h 99"/>
                <a:gd name="T6" fmla="*/ 8 w 16"/>
                <a:gd name="T7" fmla="*/ 83 h 99"/>
                <a:gd name="T8" fmla="*/ 8 w 16"/>
                <a:gd name="T9" fmla="*/ 83 h 99"/>
                <a:gd name="T10" fmla="*/ 3 w 16"/>
                <a:gd name="T11" fmla="*/ 85 h 99"/>
                <a:gd name="T12" fmla="*/ 0 w 16"/>
                <a:gd name="T13" fmla="*/ 91 h 99"/>
                <a:gd name="T14" fmla="*/ 0 w 16"/>
                <a:gd name="T15" fmla="*/ 91 h 99"/>
                <a:gd name="T16" fmla="*/ 3 w 16"/>
                <a:gd name="T17" fmla="*/ 96 h 99"/>
                <a:gd name="T18" fmla="*/ 8 w 16"/>
                <a:gd name="T19" fmla="*/ 99 h 99"/>
                <a:gd name="T20" fmla="*/ 8 w 16"/>
                <a:gd name="T21" fmla="*/ 99 h 99"/>
                <a:gd name="T22" fmla="*/ 14 w 16"/>
                <a:gd name="T23" fmla="*/ 96 h 99"/>
                <a:gd name="T24" fmla="*/ 16 w 16"/>
                <a:gd name="T25" fmla="*/ 91 h 99"/>
                <a:gd name="T26" fmla="*/ 16 w 16"/>
                <a:gd name="T27" fmla="*/ 91 h 99"/>
                <a:gd name="T28" fmla="*/ 16 w 16"/>
                <a:gd name="T29" fmla="*/ 48 h 99"/>
                <a:gd name="T30" fmla="*/ 16 w 16"/>
                <a:gd name="T31" fmla="*/ 48 h 99"/>
                <a:gd name="T32" fmla="*/ 14 w 16"/>
                <a:gd name="T33" fmla="*/ 43 h 99"/>
                <a:gd name="T34" fmla="*/ 8 w 16"/>
                <a:gd name="T35" fmla="*/ 40 h 99"/>
                <a:gd name="T36" fmla="*/ 8 w 16"/>
                <a:gd name="T37" fmla="*/ 40 h 99"/>
                <a:gd name="T38" fmla="*/ 3 w 16"/>
                <a:gd name="T39" fmla="*/ 43 h 99"/>
                <a:gd name="T40" fmla="*/ 0 w 16"/>
                <a:gd name="T41" fmla="*/ 48 h 99"/>
                <a:gd name="T42" fmla="*/ 0 w 16"/>
                <a:gd name="T43" fmla="*/ 48 h 99"/>
                <a:gd name="T44" fmla="*/ 3 w 16"/>
                <a:gd name="T45" fmla="*/ 53 h 99"/>
                <a:gd name="T46" fmla="*/ 8 w 16"/>
                <a:gd name="T47" fmla="*/ 56 h 99"/>
                <a:gd name="T48" fmla="*/ 8 w 16"/>
                <a:gd name="T49" fmla="*/ 56 h 99"/>
                <a:gd name="T50" fmla="*/ 14 w 16"/>
                <a:gd name="T51" fmla="*/ 53 h 99"/>
                <a:gd name="T52" fmla="*/ 16 w 16"/>
                <a:gd name="T53" fmla="*/ 48 h 99"/>
                <a:gd name="T54" fmla="*/ 16 w 16"/>
                <a:gd name="T55" fmla="*/ 48 h 99"/>
                <a:gd name="T56" fmla="*/ 16 w 16"/>
                <a:gd name="T57" fmla="*/ 5 h 99"/>
                <a:gd name="T58" fmla="*/ 16 w 16"/>
                <a:gd name="T59" fmla="*/ 5 h 99"/>
                <a:gd name="T60" fmla="*/ 14 w 16"/>
                <a:gd name="T61" fmla="*/ 0 h 99"/>
                <a:gd name="T62" fmla="*/ 8 w 16"/>
                <a:gd name="T63" fmla="*/ 0 h 99"/>
                <a:gd name="T64" fmla="*/ 8 w 16"/>
                <a:gd name="T65" fmla="*/ 0 h 99"/>
                <a:gd name="T66" fmla="*/ 3 w 16"/>
                <a:gd name="T67" fmla="*/ 0 h 99"/>
                <a:gd name="T68" fmla="*/ 0 w 16"/>
                <a:gd name="T69" fmla="*/ 5 h 99"/>
                <a:gd name="T70" fmla="*/ 0 w 16"/>
                <a:gd name="T71" fmla="*/ 5 h 99"/>
                <a:gd name="T72" fmla="*/ 3 w 16"/>
                <a:gd name="T73" fmla="*/ 11 h 99"/>
                <a:gd name="T74" fmla="*/ 8 w 16"/>
                <a:gd name="T75" fmla="*/ 13 h 99"/>
                <a:gd name="T76" fmla="*/ 8 w 16"/>
                <a:gd name="T77" fmla="*/ 13 h 99"/>
                <a:gd name="T78" fmla="*/ 14 w 16"/>
                <a:gd name="T79" fmla="*/ 11 h 99"/>
                <a:gd name="T80" fmla="*/ 16 w 16"/>
                <a:gd name="T81" fmla="*/ 5 h 99"/>
                <a:gd name="T82" fmla="*/ 16 w 16"/>
                <a:gd name="T83" fmla="*/ 5 h 9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
                <a:gd name="T127" fmla="*/ 0 h 99"/>
                <a:gd name="T128" fmla="*/ 16 w 16"/>
                <a:gd name="T129" fmla="*/ 99 h 9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 h="99">
                  <a:moveTo>
                    <a:pt x="16" y="91"/>
                  </a:moveTo>
                  <a:lnTo>
                    <a:pt x="16" y="91"/>
                  </a:lnTo>
                  <a:lnTo>
                    <a:pt x="14" y="85"/>
                  </a:lnTo>
                  <a:lnTo>
                    <a:pt x="8" y="83"/>
                  </a:lnTo>
                  <a:lnTo>
                    <a:pt x="3" y="85"/>
                  </a:lnTo>
                  <a:lnTo>
                    <a:pt x="0" y="91"/>
                  </a:lnTo>
                  <a:lnTo>
                    <a:pt x="3" y="96"/>
                  </a:lnTo>
                  <a:lnTo>
                    <a:pt x="8" y="99"/>
                  </a:lnTo>
                  <a:lnTo>
                    <a:pt x="14" y="96"/>
                  </a:lnTo>
                  <a:lnTo>
                    <a:pt x="16" y="91"/>
                  </a:lnTo>
                  <a:close/>
                  <a:moveTo>
                    <a:pt x="16" y="48"/>
                  </a:moveTo>
                  <a:lnTo>
                    <a:pt x="16" y="48"/>
                  </a:lnTo>
                  <a:lnTo>
                    <a:pt x="14" y="43"/>
                  </a:lnTo>
                  <a:lnTo>
                    <a:pt x="8" y="40"/>
                  </a:lnTo>
                  <a:lnTo>
                    <a:pt x="3" y="43"/>
                  </a:lnTo>
                  <a:lnTo>
                    <a:pt x="0" y="48"/>
                  </a:lnTo>
                  <a:lnTo>
                    <a:pt x="3" y="53"/>
                  </a:lnTo>
                  <a:lnTo>
                    <a:pt x="8" y="56"/>
                  </a:lnTo>
                  <a:lnTo>
                    <a:pt x="14" y="53"/>
                  </a:lnTo>
                  <a:lnTo>
                    <a:pt x="16" y="48"/>
                  </a:lnTo>
                  <a:close/>
                  <a:moveTo>
                    <a:pt x="16" y="5"/>
                  </a:moveTo>
                  <a:lnTo>
                    <a:pt x="16" y="5"/>
                  </a:lnTo>
                  <a:lnTo>
                    <a:pt x="14" y="0"/>
                  </a:lnTo>
                  <a:lnTo>
                    <a:pt x="8" y="0"/>
                  </a:lnTo>
                  <a:lnTo>
                    <a:pt x="3" y="0"/>
                  </a:lnTo>
                  <a:lnTo>
                    <a:pt x="0" y="5"/>
                  </a:lnTo>
                  <a:lnTo>
                    <a:pt x="3" y="11"/>
                  </a:lnTo>
                  <a:lnTo>
                    <a:pt x="8" y="13"/>
                  </a:lnTo>
                  <a:lnTo>
                    <a:pt x="14" y="11"/>
                  </a:lnTo>
                  <a:lnTo>
                    <a:pt x="1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43">
              <a:extLst>
                <a:ext uri="{FF2B5EF4-FFF2-40B4-BE49-F238E27FC236}">
                  <a16:creationId xmlns:a16="http://schemas.microsoft.com/office/drawing/2014/main" id="{8FE81EB4-6C7D-C84D-8E98-3D2741E5B0B7}"/>
                </a:ext>
              </a:extLst>
            </p:cNvPr>
            <p:cNvSpPr>
              <a:spLocks noChangeAspect="1" noEditPoints="1"/>
            </p:cNvSpPr>
            <p:nvPr/>
          </p:nvSpPr>
          <p:spPr bwMode="auto">
            <a:xfrm>
              <a:off x="3725" y="2867"/>
              <a:ext cx="16" cy="99"/>
            </a:xfrm>
            <a:custGeom>
              <a:avLst/>
              <a:gdLst>
                <a:gd name="T0" fmla="*/ 16 w 16"/>
                <a:gd name="T1" fmla="*/ 93 h 99"/>
                <a:gd name="T2" fmla="*/ 16 w 16"/>
                <a:gd name="T3" fmla="*/ 93 h 99"/>
                <a:gd name="T4" fmla="*/ 16 w 16"/>
                <a:gd name="T5" fmla="*/ 85 h 99"/>
                <a:gd name="T6" fmla="*/ 8 w 16"/>
                <a:gd name="T7" fmla="*/ 85 h 99"/>
                <a:gd name="T8" fmla="*/ 8 w 16"/>
                <a:gd name="T9" fmla="*/ 85 h 99"/>
                <a:gd name="T10" fmla="*/ 3 w 16"/>
                <a:gd name="T11" fmla="*/ 85 h 99"/>
                <a:gd name="T12" fmla="*/ 0 w 16"/>
                <a:gd name="T13" fmla="*/ 91 h 99"/>
                <a:gd name="T14" fmla="*/ 0 w 16"/>
                <a:gd name="T15" fmla="*/ 91 h 99"/>
                <a:gd name="T16" fmla="*/ 3 w 16"/>
                <a:gd name="T17" fmla="*/ 99 h 99"/>
                <a:gd name="T18" fmla="*/ 8 w 16"/>
                <a:gd name="T19" fmla="*/ 99 h 99"/>
                <a:gd name="T20" fmla="*/ 8 w 16"/>
                <a:gd name="T21" fmla="*/ 99 h 99"/>
                <a:gd name="T22" fmla="*/ 16 w 16"/>
                <a:gd name="T23" fmla="*/ 99 h 99"/>
                <a:gd name="T24" fmla="*/ 16 w 16"/>
                <a:gd name="T25" fmla="*/ 93 h 99"/>
                <a:gd name="T26" fmla="*/ 16 w 16"/>
                <a:gd name="T27" fmla="*/ 93 h 99"/>
                <a:gd name="T28" fmla="*/ 16 w 16"/>
                <a:gd name="T29" fmla="*/ 51 h 99"/>
                <a:gd name="T30" fmla="*/ 16 w 16"/>
                <a:gd name="T31" fmla="*/ 51 h 99"/>
                <a:gd name="T32" fmla="*/ 16 w 16"/>
                <a:gd name="T33" fmla="*/ 45 h 99"/>
                <a:gd name="T34" fmla="*/ 8 w 16"/>
                <a:gd name="T35" fmla="*/ 43 h 99"/>
                <a:gd name="T36" fmla="*/ 8 w 16"/>
                <a:gd name="T37" fmla="*/ 43 h 99"/>
                <a:gd name="T38" fmla="*/ 3 w 16"/>
                <a:gd name="T39" fmla="*/ 45 h 99"/>
                <a:gd name="T40" fmla="*/ 0 w 16"/>
                <a:gd name="T41" fmla="*/ 51 h 99"/>
                <a:gd name="T42" fmla="*/ 0 w 16"/>
                <a:gd name="T43" fmla="*/ 51 h 99"/>
                <a:gd name="T44" fmla="*/ 3 w 16"/>
                <a:gd name="T45" fmla="*/ 56 h 99"/>
                <a:gd name="T46" fmla="*/ 8 w 16"/>
                <a:gd name="T47" fmla="*/ 56 h 99"/>
                <a:gd name="T48" fmla="*/ 8 w 16"/>
                <a:gd name="T49" fmla="*/ 56 h 99"/>
                <a:gd name="T50" fmla="*/ 16 w 16"/>
                <a:gd name="T51" fmla="*/ 56 h 99"/>
                <a:gd name="T52" fmla="*/ 16 w 16"/>
                <a:gd name="T53" fmla="*/ 51 h 99"/>
                <a:gd name="T54" fmla="*/ 16 w 16"/>
                <a:gd name="T55" fmla="*/ 51 h 99"/>
                <a:gd name="T56" fmla="*/ 16 w 16"/>
                <a:gd name="T57" fmla="*/ 8 h 99"/>
                <a:gd name="T58" fmla="*/ 16 w 16"/>
                <a:gd name="T59" fmla="*/ 8 h 99"/>
                <a:gd name="T60" fmla="*/ 16 w 16"/>
                <a:gd name="T61" fmla="*/ 3 h 99"/>
                <a:gd name="T62" fmla="*/ 8 w 16"/>
                <a:gd name="T63" fmla="*/ 0 h 99"/>
                <a:gd name="T64" fmla="*/ 8 w 16"/>
                <a:gd name="T65" fmla="*/ 0 h 99"/>
                <a:gd name="T66" fmla="*/ 3 w 16"/>
                <a:gd name="T67" fmla="*/ 3 h 99"/>
                <a:gd name="T68" fmla="*/ 0 w 16"/>
                <a:gd name="T69" fmla="*/ 8 h 99"/>
                <a:gd name="T70" fmla="*/ 0 w 16"/>
                <a:gd name="T71" fmla="*/ 8 h 99"/>
                <a:gd name="T72" fmla="*/ 3 w 16"/>
                <a:gd name="T73" fmla="*/ 13 h 99"/>
                <a:gd name="T74" fmla="*/ 8 w 16"/>
                <a:gd name="T75" fmla="*/ 16 h 99"/>
                <a:gd name="T76" fmla="*/ 8 w 16"/>
                <a:gd name="T77" fmla="*/ 16 h 99"/>
                <a:gd name="T78" fmla="*/ 16 w 16"/>
                <a:gd name="T79" fmla="*/ 13 h 99"/>
                <a:gd name="T80" fmla="*/ 16 w 16"/>
                <a:gd name="T81" fmla="*/ 8 h 99"/>
                <a:gd name="T82" fmla="*/ 16 w 16"/>
                <a:gd name="T83" fmla="*/ 8 h 9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
                <a:gd name="T127" fmla="*/ 0 h 99"/>
                <a:gd name="T128" fmla="*/ 16 w 16"/>
                <a:gd name="T129" fmla="*/ 99 h 9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 h="99">
                  <a:moveTo>
                    <a:pt x="16" y="93"/>
                  </a:moveTo>
                  <a:lnTo>
                    <a:pt x="16" y="93"/>
                  </a:lnTo>
                  <a:lnTo>
                    <a:pt x="16" y="85"/>
                  </a:lnTo>
                  <a:lnTo>
                    <a:pt x="8" y="85"/>
                  </a:lnTo>
                  <a:lnTo>
                    <a:pt x="3" y="85"/>
                  </a:lnTo>
                  <a:lnTo>
                    <a:pt x="0" y="91"/>
                  </a:lnTo>
                  <a:lnTo>
                    <a:pt x="3" y="99"/>
                  </a:lnTo>
                  <a:lnTo>
                    <a:pt x="8" y="99"/>
                  </a:lnTo>
                  <a:lnTo>
                    <a:pt x="16" y="99"/>
                  </a:lnTo>
                  <a:lnTo>
                    <a:pt x="16" y="93"/>
                  </a:lnTo>
                  <a:close/>
                  <a:moveTo>
                    <a:pt x="16" y="51"/>
                  </a:moveTo>
                  <a:lnTo>
                    <a:pt x="16" y="51"/>
                  </a:lnTo>
                  <a:lnTo>
                    <a:pt x="16" y="45"/>
                  </a:lnTo>
                  <a:lnTo>
                    <a:pt x="8" y="43"/>
                  </a:lnTo>
                  <a:lnTo>
                    <a:pt x="3" y="45"/>
                  </a:lnTo>
                  <a:lnTo>
                    <a:pt x="0" y="51"/>
                  </a:lnTo>
                  <a:lnTo>
                    <a:pt x="3" y="56"/>
                  </a:lnTo>
                  <a:lnTo>
                    <a:pt x="8" y="56"/>
                  </a:lnTo>
                  <a:lnTo>
                    <a:pt x="16" y="56"/>
                  </a:lnTo>
                  <a:lnTo>
                    <a:pt x="16" y="51"/>
                  </a:lnTo>
                  <a:close/>
                  <a:moveTo>
                    <a:pt x="16" y="8"/>
                  </a:moveTo>
                  <a:lnTo>
                    <a:pt x="16" y="8"/>
                  </a:lnTo>
                  <a:lnTo>
                    <a:pt x="16" y="3"/>
                  </a:lnTo>
                  <a:lnTo>
                    <a:pt x="8" y="0"/>
                  </a:lnTo>
                  <a:lnTo>
                    <a:pt x="3" y="3"/>
                  </a:lnTo>
                  <a:lnTo>
                    <a:pt x="0" y="8"/>
                  </a:lnTo>
                  <a:lnTo>
                    <a:pt x="3" y="13"/>
                  </a:lnTo>
                  <a:lnTo>
                    <a:pt x="8" y="16"/>
                  </a:lnTo>
                  <a:lnTo>
                    <a:pt x="16" y="13"/>
                  </a:lnTo>
                  <a:lnTo>
                    <a:pt x="1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4" name="Rectangle 4">
            <a:extLst>
              <a:ext uri="{FF2B5EF4-FFF2-40B4-BE49-F238E27FC236}">
                <a16:creationId xmlns:a16="http://schemas.microsoft.com/office/drawing/2014/main" id="{7ED9C452-B914-104A-9382-F92309D3D179}"/>
              </a:ext>
            </a:extLst>
          </p:cNvPr>
          <p:cNvSpPr>
            <a:spLocks noChangeArrowheads="1"/>
          </p:cNvSpPr>
          <p:nvPr/>
        </p:nvSpPr>
        <p:spPr bwMode="auto">
          <a:xfrm>
            <a:off x="1981200" y="1444625"/>
            <a:ext cx="8305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nSpc>
                <a:spcPct val="90000"/>
              </a:lnSpc>
              <a:spcBef>
                <a:spcPct val="20000"/>
              </a:spcBef>
              <a:buFontTx/>
              <a:buChar char="•"/>
            </a:pPr>
            <a:r>
              <a:rPr lang="en-US" sz="1800" dirty="0">
                <a:latin typeface="Arial" panose="020B0604020202020204" pitchFamily="34" charset="0"/>
                <a:cs typeface="Arial" panose="020B0604020202020204" pitchFamily="34" charset="0"/>
              </a:rPr>
              <a:t>At the heart of TCP is the sliding window algorithm, but it needs to address:</a:t>
            </a:r>
          </a:p>
          <a:p>
            <a:pPr lvl="1">
              <a:lnSpc>
                <a:spcPct val="90000"/>
              </a:lnSpc>
              <a:spcBef>
                <a:spcPct val="20000"/>
              </a:spcBef>
              <a:buFontTx/>
              <a:buChar char="•"/>
            </a:pPr>
            <a:r>
              <a:rPr lang="en-US" sz="1800" dirty="0">
                <a:latin typeface="Arial" panose="020B0604020202020204" pitchFamily="34" charset="0"/>
                <a:cs typeface="Arial" panose="020B0604020202020204" pitchFamily="34" charset="0"/>
              </a:rPr>
              <a:t>Connections from many different hosts with - different RTT, different capacity at destination, long delays in network that affects order, different network capacity (i.e., congestion)</a:t>
            </a:r>
            <a:r>
              <a:rPr lang="en-US" sz="1800" dirty="0"/>
              <a:t> </a:t>
            </a:r>
            <a:endParaRPr lang="en-US" altLang="en-US" sz="2000" dirty="0">
              <a:solidFill>
                <a:srgbClr val="FF0000"/>
              </a:solidFill>
              <a:latin typeface="Arial" panose="020B0604020202020204" pitchFamily="34" charset="0"/>
              <a:cs typeface="Arial" panose="020B0604020202020204" pitchFamily="34" charset="0"/>
            </a:endParaRPr>
          </a:p>
          <a:p>
            <a:pPr>
              <a:lnSpc>
                <a:spcPct val="90000"/>
              </a:lnSpc>
              <a:spcBef>
                <a:spcPct val="20000"/>
              </a:spcBef>
              <a:buFontTx/>
              <a:buChar char="•"/>
            </a:pPr>
            <a:r>
              <a:rPr lang="en-US" altLang="en-US" sz="2000" dirty="0">
                <a:solidFill>
                  <a:srgbClr val="FF0000"/>
                </a:solidFill>
                <a:latin typeface="Arial" panose="020B0604020202020204" pitchFamily="34" charset="0"/>
                <a:cs typeface="Arial" panose="020B0604020202020204" pitchFamily="34" charset="0"/>
              </a:rPr>
              <a:t>Flow control</a:t>
            </a:r>
            <a:r>
              <a:rPr lang="en-US" altLang="en-US" sz="2000" dirty="0">
                <a:latin typeface="Arial" panose="020B0604020202020204" pitchFamily="34" charset="0"/>
                <a:cs typeface="Arial" panose="020B0604020202020204" pitchFamily="34" charset="0"/>
              </a:rPr>
              <a:t>: keep sender from overrunning receiver</a:t>
            </a:r>
          </a:p>
          <a:p>
            <a:pPr>
              <a:lnSpc>
                <a:spcPct val="90000"/>
              </a:lnSpc>
              <a:spcBef>
                <a:spcPct val="20000"/>
              </a:spcBef>
              <a:buFontTx/>
              <a:buChar char="•"/>
            </a:pPr>
            <a:r>
              <a:rPr lang="en-US" altLang="en-US" sz="2000" dirty="0">
                <a:solidFill>
                  <a:srgbClr val="FF0000"/>
                </a:solidFill>
                <a:latin typeface="Arial" panose="020B0604020202020204" pitchFamily="34" charset="0"/>
                <a:cs typeface="Arial" panose="020B0604020202020204" pitchFamily="34" charset="0"/>
              </a:rPr>
              <a:t>Congestion control</a:t>
            </a:r>
            <a:r>
              <a:rPr lang="en-US" altLang="en-US" sz="2000" dirty="0">
                <a:latin typeface="Arial" panose="020B0604020202020204" pitchFamily="34" charset="0"/>
                <a:cs typeface="Arial" panose="020B0604020202020204" pitchFamily="34" charset="0"/>
              </a:rPr>
              <a:t>: keep sender from overrunning network</a:t>
            </a:r>
          </a:p>
        </p:txBody>
      </p:sp>
      <p:sp>
        <p:nvSpPr>
          <p:cNvPr id="45" name="Shape 133">
            <a:extLst>
              <a:ext uri="{FF2B5EF4-FFF2-40B4-BE49-F238E27FC236}">
                <a16:creationId xmlns:a16="http://schemas.microsoft.com/office/drawing/2014/main" id="{FA02A006-CC7B-4245-8F35-C13BE0F3AA51}"/>
              </a:ext>
            </a:extLst>
          </p:cNvPr>
          <p:cNvSpPr txBox="1">
            <a:spLocks noGrp="1"/>
          </p:cNvSpPr>
          <p:nvPr>
            <p:ph type="title"/>
          </p:nvPr>
        </p:nvSpPr>
        <p:spPr>
          <a:xfrm>
            <a:off x="1835700" y="446241"/>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Maintaining Order &amp; Reliability</a:t>
            </a:r>
          </a:p>
        </p:txBody>
      </p:sp>
    </p:spTree>
    <p:extLst>
      <p:ext uri="{BB962C8B-B14F-4D97-AF65-F5344CB8AC3E}">
        <p14:creationId xmlns:p14="http://schemas.microsoft.com/office/powerpoint/2010/main" val="3696353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B68D79-9777-1E4B-962E-2365E9AF836E}"/>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15</a:t>
            </a:fld>
            <a:endParaRPr lang="en-US" dirty="0"/>
          </a:p>
        </p:txBody>
      </p:sp>
      <p:sp>
        <p:nvSpPr>
          <p:cNvPr id="5" name="Shape 133">
            <a:extLst>
              <a:ext uri="{FF2B5EF4-FFF2-40B4-BE49-F238E27FC236}">
                <a16:creationId xmlns:a16="http://schemas.microsoft.com/office/drawing/2014/main" id="{50175B39-7059-0A40-B43A-6E94DDA47EF5}"/>
              </a:ext>
            </a:extLst>
          </p:cNvPr>
          <p:cNvSpPr txBox="1">
            <a:spLocks noGrp="1"/>
          </p:cNvSpPr>
          <p:nvPr>
            <p:ph type="title"/>
          </p:nvPr>
        </p:nvSpPr>
        <p:spPr>
          <a:xfrm>
            <a:off x="1835700" y="446241"/>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Flow and Congestion Control</a:t>
            </a:r>
          </a:p>
        </p:txBody>
      </p:sp>
      <p:pic>
        <p:nvPicPr>
          <p:cNvPr id="6" name="Picture 4" descr="05x05">
            <a:extLst>
              <a:ext uri="{FF2B5EF4-FFF2-40B4-BE49-F238E27FC236}">
                <a16:creationId xmlns:a16="http://schemas.microsoft.com/office/drawing/2014/main" id="{BE25612D-C799-DE40-94EA-ECBBC720AF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4588" y="4758381"/>
            <a:ext cx="4822825"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a:extLst>
              <a:ext uri="{FF2B5EF4-FFF2-40B4-BE49-F238E27FC236}">
                <a16:creationId xmlns:a16="http://schemas.microsoft.com/office/drawing/2014/main" id="{16B18C04-352F-3B45-96DA-915F83B71082}"/>
              </a:ext>
            </a:extLst>
          </p:cNvPr>
          <p:cNvSpPr>
            <a:spLocks noChangeArrowheads="1"/>
          </p:cNvSpPr>
          <p:nvPr/>
        </p:nvSpPr>
        <p:spPr bwMode="auto">
          <a:xfrm>
            <a:off x="1981200" y="1444625"/>
            <a:ext cx="8305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nSpc>
                <a:spcPct val="90000"/>
              </a:lnSpc>
              <a:spcBef>
                <a:spcPct val="20000"/>
              </a:spcBef>
              <a:buFontTx/>
              <a:buChar char="•"/>
            </a:pPr>
            <a:r>
              <a:rPr lang="en-US" sz="1800" dirty="0">
                <a:latin typeface="Arial" panose="020B0604020202020204" pitchFamily="34" charset="0"/>
                <a:cs typeface="Arial" panose="020B0604020202020204" pitchFamily="34" charset="0"/>
              </a:rPr>
              <a:t>Based on flow condition, Window size is changed</a:t>
            </a:r>
          </a:p>
          <a:p>
            <a:pPr lvl="1">
              <a:lnSpc>
                <a:spcPct val="90000"/>
              </a:lnSpc>
              <a:spcBef>
                <a:spcPct val="20000"/>
              </a:spcBef>
              <a:buFontTx/>
              <a:buChar char="•"/>
            </a:pPr>
            <a:r>
              <a:rPr lang="en-US" sz="1800" dirty="0">
                <a:latin typeface="Arial" panose="020B0604020202020204" pitchFamily="34" charset="0"/>
                <a:cs typeface="Arial" panose="020B0604020202020204" pitchFamily="34" charset="0"/>
              </a:rPr>
              <a:t>Sender capacity (buffer limitation) or Network congestion (packet drop)</a:t>
            </a:r>
          </a:p>
          <a:p>
            <a:pPr>
              <a:lnSpc>
                <a:spcPct val="90000"/>
              </a:lnSpc>
              <a:spcBef>
                <a:spcPct val="20000"/>
              </a:spcBef>
              <a:buFontTx/>
              <a:buChar char="•"/>
            </a:pPr>
            <a:endParaRPr lang="en-US" sz="1800" dirty="0">
              <a:latin typeface="Arial" panose="020B0604020202020204" pitchFamily="34" charset="0"/>
              <a:cs typeface="Arial" panose="020B0604020202020204" pitchFamily="34" charset="0"/>
            </a:endParaRPr>
          </a:p>
          <a:p>
            <a:pPr>
              <a:lnSpc>
                <a:spcPct val="90000"/>
              </a:lnSpc>
              <a:spcBef>
                <a:spcPct val="20000"/>
              </a:spcBef>
              <a:buFontTx/>
              <a:buChar char="•"/>
            </a:pPr>
            <a:r>
              <a:rPr lang="en-US" sz="1800" dirty="0">
                <a:latin typeface="Arial" panose="020B0604020202020204" pitchFamily="34" charset="0"/>
                <a:cs typeface="Arial" panose="020B0604020202020204" pitchFamily="34" charset="0"/>
              </a:rPr>
              <a:t>Sliding window + flow control</a:t>
            </a:r>
          </a:p>
          <a:p>
            <a:pPr lvl="1">
              <a:lnSpc>
                <a:spcPct val="90000"/>
              </a:lnSpc>
              <a:spcBef>
                <a:spcPct val="20000"/>
              </a:spcBef>
              <a:buFontTx/>
              <a:buChar char="•"/>
            </a:pPr>
            <a:r>
              <a:rPr lang="en-US" sz="1800" dirty="0" err="1">
                <a:latin typeface="Arial" panose="020B0604020202020204" pitchFamily="34" charset="0"/>
                <a:cs typeface="Arial" panose="020B0604020202020204" pitchFamily="34" charset="0"/>
              </a:rPr>
              <a:t>SequenceNum</a:t>
            </a:r>
            <a:r>
              <a:rPr lang="en-US" sz="1800" dirty="0">
                <a:latin typeface="Arial" panose="020B0604020202020204" pitchFamily="34" charset="0"/>
                <a:cs typeface="Arial" panose="020B0604020202020204" pitchFamily="34" charset="0"/>
              </a:rPr>
              <a:t>, Acknowledgment, </a:t>
            </a:r>
            <a:r>
              <a:rPr lang="en-US" sz="1800" dirty="0" err="1">
                <a:latin typeface="Arial" panose="020B0604020202020204" pitchFamily="34" charset="0"/>
                <a:cs typeface="Arial" panose="020B0604020202020204" pitchFamily="34" charset="0"/>
              </a:rPr>
              <a:t>AdvertisedWindow</a:t>
            </a:r>
            <a:endParaRPr lang="en-US" sz="1800" dirty="0">
              <a:latin typeface="Arial" panose="020B0604020202020204" pitchFamily="34" charset="0"/>
              <a:cs typeface="Arial" panose="020B0604020202020204" pitchFamily="34" charset="0"/>
            </a:endParaRPr>
          </a:p>
          <a:p>
            <a:pPr lvl="1">
              <a:lnSpc>
                <a:spcPct val="90000"/>
              </a:lnSpc>
              <a:spcBef>
                <a:spcPct val="20000"/>
              </a:spcBef>
              <a:buFontTx/>
              <a:buChar char="•"/>
            </a:pPr>
            <a:r>
              <a:rPr lang="en-US" sz="1800" dirty="0" err="1">
                <a:latin typeface="Arial" panose="020B0604020202020204" pitchFamily="34" charset="0"/>
                <a:cs typeface="Arial" panose="020B0604020202020204" pitchFamily="34" charset="0"/>
              </a:rPr>
              <a:t>SequenceNum</a:t>
            </a:r>
            <a:r>
              <a:rPr lang="en-US" sz="1800" dirty="0">
                <a:latin typeface="Arial" panose="020B0604020202020204" pitchFamily="34" charset="0"/>
                <a:cs typeface="Arial" panose="020B0604020202020204" pitchFamily="34" charset="0"/>
              </a:rPr>
              <a:t>: sequence # of the first byte</a:t>
            </a:r>
          </a:p>
          <a:p>
            <a:pPr lvl="1">
              <a:lnSpc>
                <a:spcPct val="90000"/>
              </a:lnSpc>
              <a:spcBef>
                <a:spcPct val="20000"/>
              </a:spcBef>
              <a:buFontTx/>
              <a:buChar char="•"/>
            </a:pPr>
            <a:r>
              <a:rPr lang="en-US" sz="1800" dirty="0">
                <a:latin typeface="Arial" panose="020B0604020202020204" pitchFamily="34" charset="0"/>
                <a:cs typeface="Arial" panose="020B0604020202020204" pitchFamily="34" charset="0"/>
              </a:rPr>
              <a:t>Receiver sends </a:t>
            </a:r>
            <a:r>
              <a:rPr lang="en-US" sz="1800" dirty="0" err="1">
                <a:latin typeface="Arial" panose="020B0604020202020204" pitchFamily="34" charset="0"/>
                <a:cs typeface="Arial" panose="020B0604020202020204" pitchFamily="34" charset="0"/>
              </a:rPr>
              <a:t>AdvertisedWindow</a:t>
            </a:r>
            <a:r>
              <a:rPr lang="en-US" sz="1800" dirty="0">
                <a:latin typeface="Arial" panose="020B0604020202020204" pitchFamily="34" charset="0"/>
                <a:cs typeface="Arial" panose="020B0604020202020204" pitchFamily="34" charset="0"/>
              </a:rPr>
              <a:t> based on available capacity</a:t>
            </a:r>
          </a:p>
          <a:p>
            <a:pPr>
              <a:lnSpc>
                <a:spcPct val="90000"/>
              </a:lnSpc>
              <a:spcBef>
                <a:spcPct val="20000"/>
              </a:spcBef>
              <a:buFontTx/>
              <a:buChar char="•"/>
            </a:pPr>
            <a:endParaRPr lang="en-US" sz="1800" dirty="0">
              <a:latin typeface="Arial" panose="020B0604020202020204" pitchFamily="34" charset="0"/>
              <a:cs typeface="Arial" panose="020B0604020202020204" pitchFamily="34" charset="0"/>
            </a:endParaRPr>
          </a:p>
          <a:p>
            <a:pPr>
              <a:lnSpc>
                <a:spcPct val="90000"/>
              </a:lnSpc>
              <a:spcBef>
                <a:spcPct val="20000"/>
              </a:spcBef>
              <a:buFontTx/>
              <a:buChar char="•"/>
            </a:pPr>
            <a:r>
              <a:rPr lang="en-US" sz="1800" dirty="0">
                <a:solidFill>
                  <a:srgbClr val="0432FF"/>
                </a:solidFill>
                <a:latin typeface="Arial" panose="020B0604020202020204" pitchFamily="34" charset="0"/>
                <a:cs typeface="Arial" panose="020B0604020202020204" pitchFamily="34" charset="0"/>
              </a:rPr>
              <a:t>Window size is less than or equal to the minimum of </a:t>
            </a:r>
            <a:r>
              <a:rPr lang="en-US" sz="1800" dirty="0" err="1">
                <a:solidFill>
                  <a:srgbClr val="0432FF"/>
                </a:solidFill>
                <a:latin typeface="Arial" panose="020B0604020202020204" pitchFamily="34" charset="0"/>
                <a:cs typeface="Arial" panose="020B0604020202020204" pitchFamily="34" charset="0"/>
              </a:rPr>
              <a:t>AdvertisedWindow</a:t>
            </a:r>
            <a:r>
              <a:rPr lang="en-US" sz="1800" dirty="0">
                <a:solidFill>
                  <a:srgbClr val="0432FF"/>
                </a:solidFill>
                <a:latin typeface="Arial" panose="020B0604020202020204" pitchFamily="34" charset="0"/>
                <a:cs typeface="Arial" panose="020B0604020202020204" pitchFamily="34" charset="0"/>
              </a:rPr>
              <a:t> and </a:t>
            </a:r>
            <a:r>
              <a:rPr lang="en-US" sz="1800" dirty="0" err="1">
                <a:solidFill>
                  <a:srgbClr val="0432FF"/>
                </a:solidFill>
                <a:latin typeface="Arial" panose="020B0604020202020204" pitchFamily="34" charset="0"/>
                <a:cs typeface="Arial" panose="020B0604020202020204" pitchFamily="34" charset="0"/>
              </a:rPr>
              <a:t>CongestionWindow</a:t>
            </a:r>
            <a:endParaRPr lang="en-US" sz="1800" dirty="0">
              <a:solidFill>
                <a:srgbClr val="0432FF"/>
              </a:solidFill>
              <a:latin typeface="Arial" panose="020B0604020202020204" pitchFamily="34" charset="0"/>
              <a:cs typeface="Arial" panose="020B0604020202020204" pitchFamily="34" charset="0"/>
            </a:endParaRPr>
          </a:p>
          <a:p>
            <a:pPr>
              <a:lnSpc>
                <a:spcPct val="90000"/>
              </a:lnSpc>
              <a:spcBef>
                <a:spcPct val="20000"/>
              </a:spcBef>
              <a:buFontTx/>
              <a:buChar char="•"/>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342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1835700" y="446241"/>
            <a:ext cx="8520600" cy="572700"/>
          </a:xfrm>
          <a:prstGeom prst="rect">
            <a:avLst/>
          </a:prstGeom>
        </p:spPr>
        <p:txBody>
          <a:bodyPr vert="horz" wrap="square" lIns="91425" tIns="91425" rIns="91425" bIns="91425" rtlCol="0" anchor="t" anchorCtr="0">
            <a:noAutofit/>
          </a:bodyPr>
          <a:lstStyle/>
          <a:p>
            <a:r>
              <a:rPr lang="en-GB" dirty="0"/>
              <a:t>TCP 3-way Handshake Protocol</a:t>
            </a:r>
          </a:p>
        </p:txBody>
      </p:sp>
      <p:sp>
        <p:nvSpPr>
          <p:cNvPr id="147" name="Shape 147"/>
          <p:cNvSpPr txBox="1"/>
          <p:nvPr/>
        </p:nvSpPr>
        <p:spPr>
          <a:xfrm>
            <a:off x="5352826" y="1520151"/>
            <a:ext cx="5003475" cy="3817699"/>
          </a:xfrm>
          <a:prstGeom prst="rect">
            <a:avLst/>
          </a:prstGeom>
          <a:noFill/>
          <a:ln>
            <a:noFill/>
          </a:ln>
        </p:spPr>
        <p:txBody>
          <a:bodyPr wrap="square" lIns="91425" tIns="91425" rIns="91425" bIns="91425" anchor="t" anchorCtr="0">
            <a:noAutofit/>
          </a:bodyPr>
          <a:lstStyle/>
          <a:p>
            <a:pPr>
              <a:buSzPts val="1800"/>
            </a:pPr>
            <a:r>
              <a:rPr lang="en-GB" sz="2000" b="1" dirty="0">
                <a:latin typeface="Arial" panose="020B0604020202020204" pitchFamily="34" charset="0"/>
                <a:cs typeface="Arial" panose="020B0604020202020204" pitchFamily="34" charset="0"/>
              </a:rPr>
              <a:t>SYN Packet: </a:t>
            </a:r>
          </a:p>
          <a:p>
            <a:pPr marL="285750" indent="-285750">
              <a:buSzPts val="1800"/>
              <a:buFont typeface="Arial" panose="020B0604020202020204" pitchFamily="34" charset="0"/>
              <a:buChar char="•"/>
            </a:pPr>
            <a:r>
              <a:rPr lang="en-GB" sz="2000" dirty="0">
                <a:latin typeface="Arial" panose="020B0604020202020204" pitchFamily="34" charset="0"/>
                <a:cs typeface="Arial" panose="020B0604020202020204" pitchFamily="34" charset="0"/>
              </a:rPr>
              <a:t>The client sends a special packet called SYN packet to the server using a </a:t>
            </a:r>
            <a:r>
              <a:rPr lang="en-GB" sz="2000" i="1" dirty="0">
                <a:latin typeface="Arial" panose="020B0604020202020204" pitchFamily="34" charset="0"/>
                <a:cs typeface="Arial" panose="020B0604020202020204" pitchFamily="34" charset="0"/>
              </a:rPr>
              <a:t>randomly generated</a:t>
            </a:r>
            <a:r>
              <a:rPr lang="en-GB" sz="2000" dirty="0">
                <a:latin typeface="Arial" panose="020B0604020202020204" pitchFamily="34" charset="0"/>
                <a:cs typeface="Arial" panose="020B0604020202020204" pitchFamily="34" charset="0"/>
              </a:rPr>
              <a:t> number x as its sequence number</a:t>
            </a:r>
          </a:p>
          <a:p>
            <a:endParaRPr sz="2000" dirty="0">
              <a:latin typeface="Arial" panose="020B0604020202020204" pitchFamily="34" charset="0"/>
              <a:cs typeface="Arial" panose="020B0604020202020204" pitchFamily="34" charset="0"/>
            </a:endParaRPr>
          </a:p>
          <a:p>
            <a:r>
              <a:rPr lang="en-GB" sz="2000" b="1" dirty="0">
                <a:latin typeface="Arial" panose="020B0604020202020204" pitchFamily="34" charset="0"/>
                <a:cs typeface="Arial" panose="020B0604020202020204" pitchFamily="34" charset="0"/>
              </a:rPr>
              <a:t>SYN-ACK Packet:</a:t>
            </a:r>
          </a:p>
          <a:p>
            <a:pPr marL="400050" indent="-285750">
              <a:buSzPts val="1800"/>
              <a:buFont typeface="Arial" panose="020B0604020202020204" pitchFamily="34" charset="0"/>
              <a:buChar char="•"/>
            </a:pPr>
            <a:r>
              <a:rPr lang="en-GB" sz="2000" dirty="0">
                <a:latin typeface="Arial" panose="020B0604020202020204" pitchFamily="34" charset="0"/>
                <a:cs typeface="Arial" panose="020B0604020202020204" pitchFamily="34" charset="0"/>
              </a:rPr>
              <a:t>On receiving it, the server sends a reply packet using its own randomly generated number y as its sequence number</a:t>
            </a:r>
          </a:p>
          <a:p>
            <a:pPr marL="457200" indent="-342900">
              <a:buSzPts val="1800"/>
              <a:buChar char="●"/>
            </a:pPr>
            <a:endParaRPr lang="en-GB" sz="2000" dirty="0">
              <a:latin typeface="Arial" panose="020B0604020202020204" pitchFamily="34" charset="0"/>
              <a:cs typeface="Arial" panose="020B0604020202020204" pitchFamily="34" charset="0"/>
            </a:endParaRPr>
          </a:p>
          <a:p>
            <a:pPr lvl="0"/>
            <a:r>
              <a:rPr lang="en-GB" sz="2000" b="1" dirty="0">
                <a:latin typeface="Arial" panose="020B0604020202020204" pitchFamily="34" charset="0"/>
                <a:cs typeface="Arial" panose="020B0604020202020204" pitchFamily="34" charset="0"/>
              </a:rPr>
              <a:t>ACK Packet</a:t>
            </a:r>
          </a:p>
          <a:p>
            <a:pPr marL="400050" indent="-285750">
              <a:buSzPts val="1800"/>
              <a:buFont typeface="Arial" panose="020B0604020202020204" pitchFamily="34" charset="0"/>
              <a:buChar char="•"/>
            </a:pPr>
            <a:r>
              <a:rPr lang="en-GB" sz="2000" dirty="0">
                <a:latin typeface="Arial" panose="020B0604020202020204" pitchFamily="34" charset="0"/>
                <a:cs typeface="Arial" panose="020B0604020202020204" pitchFamily="34" charset="0"/>
              </a:rPr>
              <a:t>Client sends out ACK packet to conclude the handshake</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735" y="2212130"/>
            <a:ext cx="3104493" cy="2910798"/>
          </a:xfrm>
          <a:prstGeom prst="rect">
            <a:avLst/>
          </a:prstGeom>
        </p:spPr>
      </p:pic>
      <p:sp>
        <p:nvSpPr>
          <p:cNvPr id="5" name="Slide Number Placeholder 5">
            <a:extLst>
              <a:ext uri="{FF2B5EF4-FFF2-40B4-BE49-F238E27FC236}">
                <a16:creationId xmlns:a16="http://schemas.microsoft.com/office/drawing/2014/main" id="{048F628A-3C25-7F45-BBDC-D342BC377457}"/>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16</a:t>
            </a:fld>
            <a:endParaRPr lang="en-US" dirty="0"/>
          </a:p>
        </p:txBody>
      </p:sp>
      <p:sp>
        <p:nvSpPr>
          <p:cNvPr id="3" name="Rectangle 2">
            <a:extLst>
              <a:ext uri="{FF2B5EF4-FFF2-40B4-BE49-F238E27FC236}">
                <a16:creationId xmlns:a16="http://schemas.microsoft.com/office/drawing/2014/main" id="{374AA71F-5643-BF42-A2A5-0F3E0B5735D5}"/>
              </a:ext>
            </a:extLst>
          </p:cNvPr>
          <p:cNvSpPr/>
          <p:nvPr/>
        </p:nvSpPr>
        <p:spPr>
          <a:xfrm>
            <a:off x="3351728" y="6361761"/>
            <a:ext cx="5488544" cy="338554"/>
          </a:xfrm>
          <a:prstGeom prst="rect">
            <a:avLst/>
          </a:prstGeom>
        </p:spPr>
        <p:txBody>
          <a:bodyPr wrap="square">
            <a:spAutoFit/>
          </a:bodyPr>
          <a:lstStyle/>
          <a:p>
            <a:pPr lvl="0"/>
            <a:r>
              <a:rPr lang="en-US" sz="1600" i="1" dirty="0">
                <a:solidFill>
                  <a:srgbClr val="0432FF"/>
                </a:solidFill>
                <a:latin typeface="Arial" panose="020B0604020202020204" pitchFamily="34" charset="0"/>
                <a:cs typeface="Arial" panose="020B0604020202020204" pitchFamily="34" charset="0"/>
              </a:rPr>
              <a:t>Kernel establishes send and receive buffer on both sides</a:t>
            </a:r>
          </a:p>
        </p:txBody>
      </p:sp>
    </p:spTree>
    <p:extLst>
      <p:ext uri="{BB962C8B-B14F-4D97-AF65-F5344CB8AC3E}">
        <p14:creationId xmlns:p14="http://schemas.microsoft.com/office/powerpoint/2010/main" val="238728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Shape 153"/>
          <p:cNvSpPr txBox="1">
            <a:spLocks noGrp="1"/>
          </p:cNvSpPr>
          <p:nvPr>
            <p:ph type="title"/>
          </p:nvPr>
        </p:nvSpPr>
        <p:spPr>
          <a:xfrm>
            <a:off x="1835700" y="480275"/>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TCP 3-way Handshake Protocol</a:t>
            </a:r>
          </a:p>
        </p:txBody>
      </p:sp>
      <p:sp>
        <p:nvSpPr>
          <p:cNvPr id="154" name="Shape 154"/>
          <p:cNvSpPr txBox="1">
            <a:spLocks noGrp="1"/>
          </p:cNvSpPr>
          <p:nvPr>
            <p:ph type="body" idx="1"/>
          </p:nvPr>
        </p:nvSpPr>
        <p:spPr>
          <a:xfrm>
            <a:off x="1835700" y="1653703"/>
            <a:ext cx="8520600" cy="4151323"/>
          </a:xfrm>
          <a:prstGeom prst="rect">
            <a:avLst/>
          </a:prstGeom>
        </p:spPr>
        <p:txBody>
          <a:bodyPr vert="horz" wrap="square" lIns="91425" tIns="91425" rIns="91425" bIns="91425" rtlCol="0" anchor="t" anchorCtr="0">
            <a:noAutofit/>
          </a:bodyPr>
          <a:lstStyle/>
          <a:p>
            <a:pPr marL="457200">
              <a:buClr>
                <a:srgbClr val="000000"/>
              </a:buClr>
            </a:pPr>
            <a:r>
              <a:rPr lang="en-GB" dirty="0">
                <a:solidFill>
                  <a:srgbClr val="000000"/>
                </a:solidFill>
              </a:rPr>
              <a:t>When the server receives the initial SYN packet, it uses TCB (Transmission Control Block) to store the information about the connection</a:t>
            </a:r>
          </a:p>
          <a:p>
            <a:pPr marL="457200">
              <a:buClr>
                <a:srgbClr val="000000"/>
              </a:buClr>
            </a:pPr>
            <a:r>
              <a:rPr lang="en-GB" dirty="0">
                <a:solidFill>
                  <a:srgbClr val="000000"/>
                </a:solidFill>
              </a:rPr>
              <a:t>This is called</a:t>
            </a:r>
            <a:r>
              <a:rPr lang="en-GB" b="1" dirty="0">
                <a:solidFill>
                  <a:srgbClr val="000000"/>
                </a:solidFill>
              </a:rPr>
              <a:t> half-open connection</a:t>
            </a:r>
            <a:r>
              <a:rPr lang="en-GB" dirty="0">
                <a:solidFill>
                  <a:srgbClr val="000000"/>
                </a:solidFill>
              </a:rPr>
              <a:t> as only client-server connection is confirmed</a:t>
            </a:r>
          </a:p>
          <a:p>
            <a:pPr marL="457200">
              <a:buClr>
                <a:srgbClr val="000000"/>
              </a:buClr>
            </a:pPr>
            <a:r>
              <a:rPr lang="en-GB" dirty="0">
                <a:solidFill>
                  <a:srgbClr val="000000"/>
                </a:solidFill>
              </a:rPr>
              <a:t>The server stores the TCB in a queue that is only for the half-open connection</a:t>
            </a:r>
          </a:p>
          <a:p>
            <a:pPr marL="457200">
              <a:buClr>
                <a:srgbClr val="000000"/>
              </a:buClr>
            </a:pPr>
            <a:r>
              <a:rPr lang="en-GB" dirty="0">
                <a:solidFill>
                  <a:srgbClr val="000000"/>
                </a:solidFill>
              </a:rPr>
              <a:t>After the server gets ACK packet, it will take this TCB out of the queue and store in a different place</a:t>
            </a:r>
          </a:p>
          <a:p>
            <a:pPr marL="457200">
              <a:buClr>
                <a:srgbClr val="000000"/>
              </a:buClr>
            </a:pPr>
            <a:r>
              <a:rPr lang="en-GB" dirty="0">
                <a:solidFill>
                  <a:srgbClr val="000000"/>
                </a:solidFill>
              </a:rPr>
              <a:t>If ACK doesn’t arrive, the server will resend SYN+ACK packet; The TCB will eventually be discarded after a certain time period</a:t>
            </a:r>
          </a:p>
        </p:txBody>
      </p:sp>
      <p:sp>
        <p:nvSpPr>
          <p:cNvPr id="4" name="Slide Number Placeholder 5">
            <a:extLst>
              <a:ext uri="{FF2B5EF4-FFF2-40B4-BE49-F238E27FC236}">
                <a16:creationId xmlns:a16="http://schemas.microsoft.com/office/drawing/2014/main" id="{DF2D209B-489C-AD41-80AA-3833F10B3A5A}"/>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17</a:t>
            </a:fld>
            <a:endParaRPr lang="en-US" dirty="0"/>
          </a:p>
        </p:txBody>
      </p:sp>
    </p:spTree>
    <p:extLst>
      <p:ext uri="{BB962C8B-B14F-4D97-AF65-F5344CB8AC3E}">
        <p14:creationId xmlns:p14="http://schemas.microsoft.com/office/powerpoint/2010/main" val="3887296429"/>
      </p:ext>
    </p:extLst>
  </p:cSld>
  <p:clrMapOvr>
    <a:masterClrMapping/>
  </p:clrMapOvr>
</p:sld>
</file>

<file path=ppt/theme/theme1.xml><?xml version="1.0" encoding="utf-8"?>
<a:theme xmlns:a="http://schemas.openxmlformats.org/drawingml/2006/main" name="Office Theme">
  <a:themeElements>
    <a:clrScheme name="FGCU BLU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2040</TotalTime>
  <Words>1825</Words>
  <Application>Microsoft Office PowerPoint</Application>
  <PresentationFormat>Widescreen</PresentationFormat>
  <Paragraphs>171</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 Unicode MS</vt:lpstr>
      <vt:lpstr>Myriad Roman</vt:lpstr>
      <vt:lpstr>Arial</vt:lpstr>
      <vt:lpstr>Calibri</vt:lpstr>
      <vt:lpstr>Courier New</vt:lpstr>
      <vt:lpstr>Office Theme</vt:lpstr>
      <vt:lpstr>PowerPoint Presentation</vt:lpstr>
      <vt:lpstr>PowerPoint Presentation</vt:lpstr>
      <vt:lpstr>PowerPoint Presentation</vt:lpstr>
      <vt:lpstr>TCP Protocol</vt:lpstr>
      <vt:lpstr>TCP Client Program </vt:lpstr>
      <vt:lpstr>TCP Server Program</vt:lpstr>
      <vt:lpstr>TCP Server Program</vt:lpstr>
      <vt:lpstr>TCP Server Program</vt:lpstr>
      <vt:lpstr>TCP Server Program</vt:lpstr>
      <vt:lpstr>Data Transmission</vt:lpstr>
      <vt:lpstr>Data Transmission</vt:lpstr>
      <vt:lpstr>TCP Header</vt:lpstr>
      <vt:lpstr>TCP Header</vt:lpstr>
      <vt:lpstr>Maintaining Order &amp; Reliability</vt:lpstr>
      <vt:lpstr>Flow and Congestion Control</vt:lpstr>
      <vt:lpstr>TCP 3-way Handshake Protocol</vt:lpstr>
      <vt:lpstr>TCP 3-way Handshake Protocol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Patterson, Maria</dc:creator>
  <cp:lastModifiedBy>Qu, Chengyi</cp:lastModifiedBy>
  <cp:revision>30</cp:revision>
  <dcterms:created xsi:type="dcterms:W3CDTF">2022-11-16T16:52:58Z</dcterms:created>
  <dcterms:modified xsi:type="dcterms:W3CDTF">2025-01-28T00:31:23Z</dcterms:modified>
</cp:coreProperties>
</file>
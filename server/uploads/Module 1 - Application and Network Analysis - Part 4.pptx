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7" r:id="rId2"/>
  </p:sldMasterIdLst>
  <p:notesMasterIdLst>
    <p:notesMasterId r:id="rId18"/>
  </p:notesMasterIdLst>
  <p:handoutMasterIdLst>
    <p:handoutMasterId r:id="rId19"/>
  </p:handoutMasterIdLst>
  <p:sldIdLst>
    <p:sldId id="258" r:id="rId3"/>
    <p:sldId id="964" r:id="rId4"/>
    <p:sldId id="408" r:id="rId5"/>
    <p:sldId id="558" r:id="rId6"/>
    <p:sldId id="561" r:id="rId7"/>
    <p:sldId id="562" r:id="rId8"/>
    <p:sldId id="563" r:id="rId9"/>
    <p:sldId id="564" r:id="rId10"/>
    <p:sldId id="565" r:id="rId11"/>
    <p:sldId id="567" r:id="rId12"/>
    <p:sldId id="568" r:id="rId13"/>
    <p:sldId id="569" r:id="rId14"/>
    <p:sldId id="572" r:id="rId15"/>
    <p:sldId id="1255" r:id="rId16"/>
    <p:sldId id="12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99"/>
    <a:srgbClr val="767171"/>
    <a:srgbClr val="009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FC8B6-19F8-4F8C-87F6-C86FB855650F}" v="5" dt="2024-01-23T15:58:32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2"/>
    <p:restoredTop sz="94694"/>
  </p:normalViewPr>
  <p:slideViewPr>
    <p:cSldViewPr snapToGrid="0" showGuides="1">
      <p:cViewPr varScale="1">
        <p:scale>
          <a:sx n="154" d="100"/>
          <a:sy n="154" d="100"/>
        </p:scale>
        <p:origin x="1026" y="132"/>
      </p:cViewPr>
      <p:guideLst>
        <p:guide orient="horz" pos="35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, Chengyi" userId="9f02c3db-5b00-4063-9ad4-7cdd84fdd2bb" providerId="ADAL" clId="{4A292A95-2F6C-4130-8890-0DF0B0F79A84}"/>
    <pc:docChg chg="addSld delSld modSld sldOrd">
      <pc:chgData name="Qu, Chengyi" userId="9f02c3db-5b00-4063-9ad4-7cdd84fdd2bb" providerId="ADAL" clId="{4A292A95-2F6C-4130-8890-0DF0B0F79A84}" dt="2024-01-20T23:59:11.942" v="22"/>
      <pc:docMkLst>
        <pc:docMk/>
      </pc:docMkLst>
      <pc:sldChg chg="modSp mod ord">
        <pc:chgData name="Qu, Chengyi" userId="9f02c3db-5b00-4063-9ad4-7cdd84fdd2bb" providerId="ADAL" clId="{4A292A95-2F6C-4130-8890-0DF0B0F79A84}" dt="2024-01-20T23:07:23.389" v="15" actId="20577"/>
        <pc:sldMkLst>
          <pc:docMk/>
          <pc:sldMk cId="0" sldId="256"/>
        </pc:sldMkLst>
        <pc:spChg chg="mod">
          <ac:chgData name="Qu, Chengyi" userId="9f02c3db-5b00-4063-9ad4-7cdd84fdd2bb" providerId="ADAL" clId="{4A292A95-2F6C-4130-8890-0DF0B0F79A84}" dt="2024-01-20T23:07:23.389" v="1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Qu, Chengyi" userId="9f02c3db-5b00-4063-9ad4-7cdd84fdd2bb" providerId="ADAL" clId="{4A292A95-2F6C-4130-8890-0DF0B0F79A84}" dt="2024-01-20T23:06:38.681" v="12" actId="20577"/>
          <ac:spMkLst>
            <pc:docMk/>
            <pc:sldMk cId="0" sldId="256"/>
            <ac:spMk id="3" creationId="{FB3AE1D5-F221-B149-880E-287011322498}"/>
          </ac:spMkLst>
        </pc:spChg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898509048" sldId="27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924723056" sldId="27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176002795" sldId="279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791459522" sldId="331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946218783" sldId="339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4055444211" sldId="340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954727158" sldId="346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259204504" sldId="34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66308278" sldId="34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609338534" sldId="349"/>
        </pc:sldMkLst>
      </pc:sldChg>
      <pc:sldChg chg="add">
        <pc:chgData name="Qu, Chengyi" userId="9f02c3db-5b00-4063-9ad4-7cdd84fdd2bb" providerId="ADAL" clId="{4A292A95-2F6C-4130-8890-0DF0B0F79A84}" dt="2024-01-20T23:59:11.942" v="22"/>
        <pc:sldMkLst>
          <pc:docMk/>
          <pc:sldMk cId="1324494587" sldId="39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960090762" sldId="43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275282443" sldId="512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137997908" sldId="514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346236236" sldId="515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4094819994" sldId="516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719403639" sldId="51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7706708" sldId="52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272241890" sldId="52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518865454" sldId="529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5597854" sldId="530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659451869" sldId="531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535479424" sldId="532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3432007034" sldId="542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4116735451" sldId="544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1000422387" sldId="545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931983533" sldId="574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973974491" sldId="575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773092474" sldId="57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841056664" sldId="588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874052716" sldId="601"/>
        </pc:sldMkLst>
      </pc:sldChg>
      <pc:sldChg chg="modSp mod">
        <pc:chgData name="Qu, Chengyi" userId="9f02c3db-5b00-4063-9ad4-7cdd84fdd2bb" providerId="ADAL" clId="{4A292A95-2F6C-4130-8890-0DF0B0F79A84}" dt="2024-01-20T23:05:45.811" v="0" actId="207"/>
        <pc:sldMkLst>
          <pc:docMk/>
          <pc:sldMk cId="1987998376" sldId="964"/>
        </pc:sldMkLst>
        <pc:spChg chg="mod">
          <ac:chgData name="Qu, Chengyi" userId="9f02c3db-5b00-4063-9ad4-7cdd84fdd2bb" providerId="ADAL" clId="{4A292A95-2F6C-4130-8890-0DF0B0F79A84}" dt="2024-01-20T23:05:45.811" v="0" actId="207"/>
          <ac:spMkLst>
            <pc:docMk/>
            <pc:sldMk cId="1987998376" sldId="964"/>
            <ac:spMk id="5" creationId="{9DA21398-CE95-4290-A860-E1477BCE3728}"/>
          </ac:spMkLst>
        </pc:spChg>
      </pc:sldChg>
      <pc:sldChg chg="modSp add mod">
        <pc:chgData name="Qu, Chengyi" userId="9f02c3db-5b00-4063-9ad4-7cdd84fdd2bb" providerId="ADAL" clId="{4A292A95-2F6C-4130-8890-0DF0B0F79A84}" dt="2024-01-20T23:09:07.707" v="18" actId="207"/>
        <pc:sldMkLst>
          <pc:docMk/>
          <pc:sldMk cId="631722137" sldId="1257"/>
        </pc:sldMkLst>
        <pc:spChg chg="mod">
          <ac:chgData name="Qu, Chengyi" userId="9f02c3db-5b00-4063-9ad4-7cdd84fdd2bb" providerId="ADAL" clId="{4A292A95-2F6C-4130-8890-0DF0B0F79A84}" dt="2024-01-20T23:09:07.707" v="18" actId="207"/>
          <ac:spMkLst>
            <pc:docMk/>
            <pc:sldMk cId="631722137" sldId="1257"/>
            <ac:spMk id="5" creationId="{9DA21398-CE95-4290-A860-E1477BCE3728}"/>
          </ac:spMkLst>
        </pc:spChg>
      </pc:sldChg>
      <pc:sldChg chg="new del">
        <pc:chgData name="Qu, Chengyi" userId="9f02c3db-5b00-4063-9ad4-7cdd84fdd2bb" providerId="ADAL" clId="{4A292A95-2F6C-4130-8890-0DF0B0F79A84}" dt="2024-01-20T23:27:34.551" v="20" actId="47"/>
        <pc:sldMkLst>
          <pc:docMk/>
          <pc:sldMk cId="2077078521" sldId="125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883330637" sldId="1261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987491262" sldId="1262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46617157" sldId="1263"/>
        </pc:sldMkLst>
      </pc:sldChg>
      <pc:sldMasterChg chg="delSldLayout">
        <pc:chgData name="Qu, Chengyi" userId="9f02c3db-5b00-4063-9ad4-7cdd84fdd2bb" providerId="ADAL" clId="{4A292A95-2F6C-4130-8890-0DF0B0F79A84}" dt="2024-01-20T23:06:22.505" v="1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4A292A95-2F6C-4130-8890-0DF0B0F79A84}" dt="2024-01-20T23:06:22.505" v="1" actId="47"/>
          <pc:sldLayoutMkLst>
            <pc:docMk/>
            <pc:sldMasterMk cId="2807116942" sldId="2147483648"/>
            <pc:sldLayoutMk cId="2960784913" sldId="2147483680"/>
          </pc:sldLayoutMkLst>
        </pc:sldLayoutChg>
      </pc:sldMasterChg>
      <pc:sldMasterChg chg="delSldLayout">
        <pc:chgData name="Qu, Chengyi" userId="9f02c3db-5b00-4063-9ad4-7cdd84fdd2bb" providerId="ADAL" clId="{4A292A95-2F6C-4130-8890-0DF0B0F79A84}" dt="2024-01-20T23:06:22.505" v="1" actId="47"/>
        <pc:sldMasterMkLst>
          <pc:docMk/>
          <pc:sldMasterMk cId="3441364758" sldId="2147483681"/>
        </pc:sldMasterMkLst>
        <pc:sldLayoutChg chg="del">
          <pc:chgData name="Qu, Chengyi" userId="9f02c3db-5b00-4063-9ad4-7cdd84fdd2bb" providerId="ADAL" clId="{4A292A95-2F6C-4130-8890-0DF0B0F79A84}" dt="2024-01-20T23:06:22.505" v="1" actId="47"/>
          <pc:sldLayoutMkLst>
            <pc:docMk/>
            <pc:sldMasterMk cId="3441364758" sldId="2147483681"/>
            <pc:sldLayoutMk cId="2190912699" sldId="2147483693"/>
          </pc:sldLayoutMkLst>
        </pc:sldLayoutChg>
      </pc:sldMasterChg>
    </pc:docChg>
  </pc:docChgLst>
  <pc:docChgLst>
    <pc:chgData name="Qu, Chengyi" userId="9f02c3db-5b00-4063-9ad4-7cdd84fdd2bb" providerId="ADAL" clId="{FD31D919-629D-4132-B9BD-403978D3AF56}"/>
    <pc:docChg chg="undo custSel addSld delSld modSld sldOrd">
      <pc:chgData name="Qu, Chengyi" userId="9f02c3db-5b00-4063-9ad4-7cdd84fdd2bb" providerId="ADAL" clId="{FD31D919-629D-4132-B9BD-403978D3AF56}" dt="2024-01-07T03:10:15.486" v="754" actId="20577"/>
      <pc:docMkLst>
        <pc:docMk/>
      </pc:docMkLst>
      <pc:sldChg chg="modSp mod">
        <pc:chgData name="Qu, Chengyi" userId="9f02c3db-5b00-4063-9ad4-7cdd84fdd2bb" providerId="ADAL" clId="{FD31D919-629D-4132-B9BD-403978D3AF56}" dt="2024-01-07T02:39:26.106" v="54" actId="20577"/>
        <pc:sldMkLst>
          <pc:docMk/>
          <pc:sldMk cId="553553694" sldId="258"/>
        </pc:sldMkLst>
        <pc:spChg chg="mod">
          <ac:chgData name="Qu, Chengyi" userId="9f02c3db-5b00-4063-9ad4-7cdd84fdd2bb" providerId="ADAL" clId="{FD31D919-629D-4132-B9BD-403978D3AF56}" dt="2024-01-07T02:39:06.754" v="10"/>
          <ac:spMkLst>
            <pc:docMk/>
            <pc:sldMk cId="553553694" sldId="258"/>
            <ac:spMk id="2" creationId="{1432AD01-B626-8541-DD34-941AFABB4017}"/>
          </ac:spMkLst>
        </pc:spChg>
        <pc:spChg chg="mod">
          <ac:chgData name="Qu, Chengyi" userId="9f02c3db-5b00-4063-9ad4-7cdd84fdd2bb" providerId="ADAL" clId="{FD31D919-629D-4132-B9BD-403978D3AF56}" dt="2024-01-07T02:39:26.106" v="54" actId="20577"/>
          <ac:spMkLst>
            <pc:docMk/>
            <pc:sldMk cId="553553694" sldId="258"/>
            <ac:spMk id="3" creationId="{C74AC5A7-CF21-681C-AD2A-CAFD76C83228}"/>
          </ac:spMkLst>
        </pc:spChg>
      </pc:sldChg>
      <pc:sldChg chg="modSp mod">
        <pc:chgData name="Qu, Chengyi" userId="9f02c3db-5b00-4063-9ad4-7cdd84fdd2bb" providerId="ADAL" clId="{FD31D919-629D-4132-B9BD-403978D3AF56}" dt="2024-01-07T02:40:45.867" v="77" actId="20577"/>
        <pc:sldMkLst>
          <pc:docMk/>
          <pc:sldMk cId="4038715374" sldId="1255"/>
        </pc:sldMkLst>
        <pc:spChg chg="mod">
          <ac:chgData name="Qu, Chengyi" userId="9f02c3db-5b00-4063-9ad4-7cdd84fdd2bb" providerId="ADAL" clId="{FD31D919-629D-4132-B9BD-403978D3AF56}" dt="2024-01-07T02:40:45.867" v="77" actId="20577"/>
          <ac:spMkLst>
            <pc:docMk/>
            <pc:sldMk cId="4038715374" sldId="1255"/>
            <ac:spMk id="3" creationId="{0AB13AC3-B25C-451D-9BEA-FFCE3152EBFC}"/>
          </ac:spMkLst>
        </pc:spChg>
      </pc:sldChg>
      <pc:sldChg chg="modSp mod">
        <pc:chgData name="Qu, Chengyi" userId="9f02c3db-5b00-4063-9ad4-7cdd84fdd2bb" providerId="ADAL" clId="{FD31D919-629D-4132-B9BD-403978D3AF56}" dt="2024-01-07T02:57:46.055" v="320" actId="20577"/>
        <pc:sldMkLst>
          <pc:docMk/>
          <pc:sldMk cId="239755599" sldId="1256"/>
        </pc:sldMkLst>
        <pc:spChg chg="mod">
          <ac:chgData name="Qu, Chengyi" userId="9f02c3db-5b00-4063-9ad4-7cdd84fdd2bb" providerId="ADAL" clId="{FD31D919-629D-4132-B9BD-403978D3AF56}" dt="2024-01-07T02:57:46.055" v="320" actId="20577"/>
          <ac:spMkLst>
            <pc:docMk/>
            <pc:sldMk cId="239755599" sldId="1256"/>
            <ac:spMk id="5" creationId="{CF0D9498-2241-4E84-8885-D0ACA124AD01}"/>
          </ac:spMkLst>
        </pc:spChg>
      </pc:sldChg>
      <pc:sldMasterChg chg="delSldLayout">
        <pc:chgData name="Qu, Chengyi" userId="9f02c3db-5b00-4063-9ad4-7cdd84fdd2bb" providerId="ADAL" clId="{FD31D919-629D-4132-B9BD-403978D3AF56}" dt="2024-01-07T02:40:28.652" v="55" actId="47"/>
        <pc:sldMasterMkLst>
          <pc:docMk/>
          <pc:sldMasterMk cId="2807116942" sldId="2147483648"/>
        </pc:sldMasterMkLst>
      </pc:sldMasterChg>
    </pc:docChg>
  </pc:docChgLst>
  <pc:docChgLst>
    <pc:chgData name="Qu, Chengyi" userId="9f02c3db-5b00-4063-9ad4-7cdd84fdd2bb" providerId="ADAL" clId="{FAAFC8B6-19F8-4F8C-87F6-C86FB855650F}"/>
    <pc:docChg chg="addSld delSld modSld delMainMaster">
      <pc:chgData name="Qu, Chengyi" userId="9f02c3db-5b00-4063-9ad4-7cdd84fdd2bb" providerId="ADAL" clId="{FAAFC8B6-19F8-4F8C-87F6-C86FB855650F}" dt="2024-01-23T16:08:57.918" v="6" actId="207"/>
      <pc:docMkLst>
        <pc:docMk/>
      </pc:docMkLst>
      <pc:sldChg chg="del">
        <pc:chgData name="Qu, Chengyi" userId="9f02c3db-5b00-4063-9ad4-7cdd84fdd2bb" providerId="ADAL" clId="{FAAFC8B6-19F8-4F8C-87F6-C86FB855650F}" dt="2024-01-23T15:39:32.943" v="0" actId="47"/>
        <pc:sldMkLst>
          <pc:docMk/>
          <pc:sldMk cId="0" sldId="256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338044945" sldId="345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2072139535" sldId="353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1324494587" sldId="398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1164509765" sldId="519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3241095741" sldId="537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1449480431" sldId="538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241633087" sldId="541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3432007034" sldId="542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4116735451" sldId="544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1000422387" sldId="545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2219223856" sldId="548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1983983097" sldId="549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1656058784" sldId="550"/>
        </pc:sldMkLst>
      </pc:sldChg>
      <pc:sldChg chg="add">
        <pc:chgData name="Qu, Chengyi" userId="9f02c3db-5b00-4063-9ad4-7cdd84fdd2bb" providerId="ADAL" clId="{FAAFC8B6-19F8-4F8C-87F6-C86FB855650F}" dt="2024-01-23T15:42:24.137" v="3"/>
        <pc:sldMkLst>
          <pc:docMk/>
          <pc:sldMk cId="1123383728" sldId="565"/>
        </pc:sldMkLst>
      </pc:sldChg>
      <pc:sldChg chg="add">
        <pc:chgData name="Qu, Chengyi" userId="9f02c3db-5b00-4063-9ad4-7cdd84fdd2bb" providerId="ADAL" clId="{FAAFC8B6-19F8-4F8C-87F6-C86FB855650F}" dt="2024-01-23T15:57:05.729" v="4"/>
        <pc:sldMkLst>
          <pc:docMk/>
          <pc:sldMk cId="1561508507" sldId="567"/>
        </pc:sldMkLst>
      </pc:sldChg>
      <pc:sldChg chg="add">
        <pc:chgData name="Qu, Chengyi" userId="9f02c3db-5b00-4063-9ad4-7cdd84fdd2bb" providerId="ADAL" clId="{FAAFC8B6-19F8-4F8C-87F6-C86FB855650F}" dt="2024-01-23T15:57:05.729" v="4"/>
        <pc:sldMkLst>
          <pc:docMk/>
          <pc:sldMk cId="2530690290" sldId="568"/>
        </pc:sldMkLst>
      </pc:sldChg>
      <pc:sldChg chg="add">
        <pc:chgData name="Qu, Chengyi" userId="9f02c3db-5b00-4063-9ad4-7cdd84fdd2bb" providerId="ADAL" clId="{FAAFC8B6-19F8-4F8C-87F6-C86FB855650F}" dt="2024-01-23T15:58:32.269" v="5"/>
        <pc:sldMkLst>
          <pc:docMk/>
          <pc:sldMk cId="4208183941" sldId="569"/>
        </pc:sldMkLst>
      </pc:sldChg>
      <pc:sldChg chg="add">
        <pc:chgData name="Qu, Chengyi" userId="9f02c3db-5b00-4063-9ad4-7cdd84fdd2bb" providerId="ADAL" clId="{FAAFC8B6-19F8-4F8C-87F6-C86FB855650F}" dt="2024-01-23T15:58:32.269" v="5"/>
        <pc:sldMkLst>
          <pc:docMk/>
          <pc:sldMk cId="2475958676" sldId="572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3823017025" sldId="580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2751195719" sldId="581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2627524992" sldId="592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2126896477" sldId="593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4100560959" sldId="597"/>
        </pc:sldMkLst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874052716" sldId="601"/>
        </pc:sldMkLst>
      </pc:sldChg>
      <pc:sldChg chg="modSp mod">
        <pc:chgData name="Qu, Chengyi" userId="9f02c3db-5b00-4063-9ad4-7cdd84fdd2bb" providerId="ADAL" clId="{FAAFC8B6-19F8-4F8C-87F6-C86FB855650F}" dt="2024-01-23T16:08:57.918" v="6" actId="207"/>
        <pc:sldMkLst>
          <pc:docMk/>
          <pc:sldMk cId="1987998376" sldId="964"/>
        </pc:sldMkLst>
        <pc:spChg chg="mod">
          <ac:chgData name="Qu, Chengyi" userId="9f02c3db-5b00-4063-9ad4-7cdd84fdd2bb" providerId="ADAL" clId="{FAAFC8B6-19F8-4F8C-87F6-C86FB855650F}" dt="2024-01-23T16:08:57.918" v="6" actId="207"/>
          <ac:spMkLst>
            <pc:docMk/>
            <pc:sldMk cId="1987998376" sldId="964"/>
            <ac:spMk id="5" creationId="{9DA21398-CE95-4290-A860-E1477BCE3728}"/>
          </ac:spMkLst>
        </pc:spChg>
      </pc:sldChg>
      <pc:sldChg chg="del">
        <pc:chgData name="Qu, Chengyi" userId="9f02c3db-5b00-4063-9ad4-7cdd84fdd2bb" providerId="ADAL" clId="{FAAFC8B6-19F8-4F8C-87F6-C86FB855650F}" dt="2024-01-23T15:39:44.291" v="2" actId="47"/>
        <pc:sldMkLst>
          <pc:docMk/>
          <pc:sldMk cId="631722137" sldId="1257"/>
        </pc:sldMkLst>
      </pc:sldChg>
      <pc:sldMasterChg chg="del delSldLayout">
        <pc:chgData name="Qu, Chengyi" userId="9f02c3db-5b00-4063-9ad4-7cdd84fdd2bb" providerId="ADAL" clId="{FAAFC8B6-19F8-4F8C-87F6-C86FB855650F}" dt="2024-01-23T15:39:44.291" v="2" actId="47"/>
        <pc:sldMasterMkLst>
          <pc:docMk/>
          <pc:sldMasterMk cId="3441364758" sldId="2147483681"/>
        </pc:sldMasterMkLst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14315700" sldId="2147483682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1146836316" sldId="2147483683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3926757193" sldId="2147483684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1604621499" sldId="2147483685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4078706210" sldId="2147483686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1926050626" sldId="2147483687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820527675" sldId="2147483688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2658158756" sldId="2147483689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4097056026" sldId="2147483690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1437068782" sldId="2147483691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2796978761" sldId="2147483692"/>
          </pc:sldLayoutMkLst>
        </pc:sldLayoutChg>
        <pc:sldLayoutChg chg="del">
          <pc:chgData name="Qu, Chengyi" userId="9f02c3db-5b00-4063-9ad4-7cdd84fdd2bb" providerId="ADAL" clId="{FAAFC8B6-19F8-4F8C-87F6-C86FB855650F}" dt="2024-01-23T15:39:44.291" v="2" actId="47"/>
          <pc:sldLayoutMkLst>
            <pc:docMk/>
            <pc:sldMasterMk cId="3441364758" sldId="2147483681"/>
            <pc:sldLayoutMk cId="3930529941" sldId="2147483693"/>
          </pc:sldLayoutMkLst>
        </pc:sldLayoutChg>
      </pc:sldMasterChg>
    </pc:docChg>
  </pc:docChgLst>
  <pc:docChgLst>
    <pc:chgData name="Qu, Chengyi" userId="9f02c3db-5b00-4063-9ad4-7cdd84fdd2bb" providerId="ADAL" clId="{71EBC684-37BE-40AE-943F-85B359DFBCAD}"/>
    <pc:docChg chg="undo custSel addSld delSld modSld sldOrd">
      <pc:chgData name="Qu, Chengyi" userId="9f02c3db-5b00-4063-9ad4-7cdd84fdd2bb" providerId="ADAL" clId="{71EBC684-37BE-40AE-943F-85B359DFBCAD}" dt="2024-01-09T16:40:24.173" v="390"/>
      <pc:docMkLst>
        <pc:docMk/>
      </pc:docMkLst>
      <pc:sldChg chg="modSp">
        <pc:chgData name="Qu, Chengyi" userId="9f02c3db-5b00-4063-9ad4-7cdd84fdd2bb" providerId="ADAL" clId="{71EBC684-37BE-40AE-943F-85B359DFBCAD}" dt="2024-01-09T16:03:38.752" v="43" actId="20577"/>
        <pc:sldMkLst>
          <pc:docMk/>
          <pc:sldMk cId="553553694" sldId="258"/>
        </pc:sldMkLst>
        <pc:spChg chg="mod">
          <ac:chgData name="Qu, Chengyi" userId="9f02c3db-5b00-4063-9ad4-7cdd84fdd2bb" providerId="ADAL" clId="{71EBC684-37BE-40AE-943F-85B359DFBCAD}" dt="2024-01-09T16:03:38.752" v="43" actId="20577"/>
          <ac:spMkLst>
            <pc:docMk/>
            <pc:sldMk cId="553553694" sldId="258"/>
            <ac:spMk id="3" creationId="{C74AC5A7-CF21-681C-AD2A-CAFD76C83228}"/>
          </ac:spMkLst>
        </pc:spChg>
      </pc:sldChg>
      <pc:sldChg chg="modSp add del">
        <pc:chgData name="Qu, Chengyi" userId="9f02c3db-5b00-4063-9ad4-7cdd84fdd2bb" providerId="ADAL" clId="{71EBC684-37BE-40AE-943F-85B359DFBCAD}" dt="2024-01-09T16:33:06.416" v="367" actId="207"/>
        <pc:sldMkLst>
          <pc:docMk/>
          <pc:sldMk cId="0" sldId="261"/>
        </pc:sldMkLst>
        <pc:spChg chg="mod">
          <ac:chgData name="Qu, Chengyi" userId="9f02c3db-5b00-4063-9ad4-7cdd84fdd2bb" providerId="ADAL" clId="{71EBC684-37BE-40AE-943F-85B359DFBCAD}" dt="2024-01-09T16:33:06.416" v="367" actId="207"/>
          <ac:spMkLst>
            <pc:docMk/>
            <pc:sldMk cId="0" sldId="261"/>
            <ac:spMk id="14339" creationId="{A7BD15EE-4C8B-B6CC-3F53-D26954332D60}"/>
          </ac:spMkLst>
        </pc:spChg>
      </pc:sldChg>
      <pc:sldChg chg="modSp add del">
        <pc:chgData name="Qu, Chengyi" userId="9f02c3db-5b00-4063-9ad4-7cdd84fdd2bb" providerId="ADAL" clId="{71EBC684-37BE-40AE-943F-85B359DFBCAD}" dt="2024-01-09T16:33:13.542" v="368" actId="207"/>
        <pc:sldMkLst>
          <pc:docMk/>
          <pc:sldMk cId="0" sldId="262"/>
        </pc:sldMkLst>
        <pc:spChg chg="mod">
          <ac:chgData name="Qu, Chengyi" userId="9f02c3db-5b00-4063-9ad4-7cdd84fdd2bb" providerId="ADAL" clId="{71EBC684-37BE-40AE-943F-85B359DFBCAD}" dt="2024-01-09T16:33:13.542" v="368" actId="207"/>
          <ac:spMkLst>
            <pc:docMk/>
            <pc:sldMk cId="0" sldId="262"/>
            <ac:spMk id="16387" creationId="{0AA50CD5-EAF6-E510-709D-8165F7639F09}"/>
          </ac:spMkLst>
        </pc:spChg>
      </pc:sldChg>
      <pc:sldChg chg="modSp add del">
        <pc:chgData name="Qu, Chengyi" userId="9f02c3db-5b00-4063-9ad4-7cdd84fdd2bb" providerId="ADAL" clId="{71EBC684-37BE-40AE-943F-85B359DFBCAD}" dt="2024-01-09T16:33:21.854" v="369" actId="207"/>
        <pc:sldMkLst>
          <pc:docMk/>
          <pc:sldMk cId="0" sldId="263"/>
        </pc:sldMkLst>
        <pc:spChg chg="mod">
          <ac:chgData name="Qu, Chengyi" userId="9f02c3db-5b00-4063-9ad4-7cdd84fdd2bb" providerId="ADAL" clId="{71EBC684-37BE-40AE-943F-85B359DFBCAD}" dt="2024-01-09T16:33:21.854" v="369" actId="207"/>
          <ac:spMkLst>
            <pc:docMk/>
            <pc:sldMk cId="0" sldId="263"/>
            <ac:spMk id="18435" creationId="{4FDFA377-30C1-ED12-33CA-D208AE7213AC}"/>
          </ac:spMkLst>
        </pc:spChg>
      </pc:sldChg>
      <pc:sldChg chg="modSp add del">
        <pc:chgData name="Qu, Chengyi" userId="9f02c3db-5b00-4063-9ad4-7cdd84fdd2bb" providerId="ADAL" clId="{71EBC684-37BE-40AE-943F-85B359DFBCAD}" dt="2024-01-09T16:33:33.053" v="370" actId="207"/>
        <pc:sldMkLst>
          <pc:docMk/>
          <pc:sldMk cId="0" sldId="264"/>
        </pc:sldMkLst>
        <pc:spChg chg="mod">
          <ac:chgData name="Qu, Chengyi" userId="9f02c3db-5b00-4063-9ad4-7cdd84fdd2bb" providerId="ADAL" clId="{71EBC684-37BE-40AE-943F-85B359DFBCAD}" dt="2024-01-09T16:33:33.053" v="370" actId="207"/>
          <ac:spMkLst>
            <pc:docMk/>
            <pc:sldMk cId="0" sldId="264"/>
            <ac:spMk id="20483" creationId="{6ED50436-0DB3-25EB-FEF9-FCCEF186F242}"/>
          </ac:spMkLst>
        </pc:spChg>
      </pc:sldChg>
      <pc:sldChg chg="modSp add del">
        <pc:chgData name="Qu, Chengyi" userId="9f02c3db-5b00-4063-9ad4-7cdd84fdd2bb" providerId="ADAL" clId="{71EBC684-37BE-40AE-943F-85B359DFBCAD}" dt="2024-01-09T16:33:57.054" v="371" actId="207"/>
        <pc:sldMkLst>
          <pc:docMk/>
          <pc:sldMk cId="0" sldId="265"/>
        </pc:sldMkLst>
        <pc:spChg chg="mod">
          <ac:chgData name="Qu, Chengyi" userId="9f02c3db-5b00-4063-9ad4-7cdd84fdd2bb" providerId="ADAL" clId="{71EBC684-37BE-40AE-943F-85B359DFBCAD}" dt="2024-01-09T16:33:57.054" v="371" actId="207"/>
          <ac:spMkLst>
            <pc:docMk/>
            <pc:sldMk cId="0" sldId="265"/>
            <ac:spMk id="22531" creationId="{C0ECC80E-FE07-E457-FC03-B9CA4990B849}"/>
          </ac:spMkLst>
        </pc:spChg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283235496" sldId="27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76470243" sldId="27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85946305" sldId="27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834100436" sldId="273"/>
        </pc:sldMkLst>
      </pc:sldChg>
      <pc:sldChg chg="del">
        <pc:chgData name="Qu, Chengyi" userId="9f02c3db-5b00-4063-9ad4-7cdd84fdd2bb" providerId="ADAL" clId="{71EBC684-37BE-40AE-943F-85B359DFBCAD}" dt="2024-01-09T16:08:30.571" v="104" actId="2696"/>
        <pc:sldMkLst>
          <pc:docMk/>
          <pc:sldMk cId="1167962290" sldId="274"/>
        </pc:sldMkLst>
      </pc:sldChg>
      <pc:sldChg chg="del">
        <pc:chgData name="Qu, Chengyi" userId="9f02c3db-5b00-4063-9ad4-7cdd84fdd2bb" providerId="ADAL" clId="{71EBC684-37BE-40AE-943F-85B359DFBCAD}" dt="2024-01-09T16:08:30.494" v="90" actId="2696"/>
        <pc:sldMkLst>
          <pc:docMk/>
          <pc:sldMk cId="506940129" sldId="275"/>
        </pc:sldMkLst>
      </pc:sldChg>
      <pc:sldChg chg="modSp add del">
        <pc:chgData name="Qu, Chengyi" userId="9f02c3db-5b00-4063-9ad4-7cdd84fdd2bb" providerId="ADAL" clId="{71EBC684-37BE-40AE-943F-85B359DFBCAD}" dt="2024-01-09T16:12:26.136" v="116" actId="207"/>
        <pc:sldMkLst>
          <pc:docMk/>
          <pc:sldMk cId="0" sldId="276"/>
        </pc:sldMkLst>
        <pc:spChg chg="mod">
          <ac:chgData name="Qu, Chengyi" userId="9f02c3db-5b00-4063-9ad4-7cdd84fdd2bb" providerId="ADAL" clId="{71EBC684-37BE-40AE-943F-85B359DFBCAD}" dt="2024-01-09T16:12:19.997" v="115" actId="6549"/>
          <ac:spMkLst>
            <pc:docMk/>
            <pc:sldMk cId="0" sldId="276"/>
            <ac:spMk id="47106" creationId="{66BE3917-6F89-52FB-49C1-B25E8ADAECAF}"/>
          </ac:spMkLst>
        </pc:spChg>
        <pc:spChg chg="mod">
          <ac:chgData name="Qu, Chengyi" userId="9f02c3db-5b00-4063-9ad4-7cdd84fdd2bb" providerId="ADAL" clId="{71EBC684-37BE-40AE-943F-85B359DFBCAD}" dt="2024-01-09T16:12:26.136" v="116" actId="207"/>
          <ac:spMkLst>
            <pc:docMk/>
            <pc:sldMk cId="0" sldId="276"/>
            <ac:spMk id="47107" creationId="{87AFC7AD-62CB-00A2-2993-60542C6CCAAD}"/>
          </ac:spMkLst>
        </pc:spChg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3925861337" sldId="28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86486448" sldId="28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836295078" sldId="282"/>
        </pc:sldMkLst>
      </pc:sldChg>
      <pc:sldChg chg="del">
        <pc:chgData name="Qu, Chengyi" userId="9f02c3db-5b00-4063-9ad4-7cdd84fdd2bb" providerId="ADAL" clId="{71EBC684-37BE-40AE-943F-85B359DFBCAD}" dt="2024-01-09T16:08:30.581" v="106" actId="2696"/>
        <pc:sldMkLst>
          <pc:docMk/>
          <pc:sldMk cId="2263096639" sldId="284"/>
        </pc:sldMkLst>
      </pc:sldChg>
      <pc:sldChg chg="del">
        <pc:chgData name="Qu, Chengyi" userId="9f02c3db-5b00-4063-9ad4-7cdd84fdd2bb" providerId="ADAL" clId="{71EBC684-37BE-40AE-943F-85B359DFBCAD}" dt="2024-01-09T16:08:30.607" v="110" actId="2696"/>
        <pc:sldMkLst>
          <pc:docMk/>
          <pc:sldMk cId="3164840039" sldId="290"/>
        </pc:sldMkLst>
      </pc:sldChg>
      <pc:sldChg chg="del">
        <pc:chgData name="Qu, Chengyi" userId="9f02c3db-5b00-4063-9ad4-7cdd84fdd2bb" providerId="ADAL" clId="{71EBC684-37BE-40AE-943F-85B359DFBCAD}" dt="2024-01-09T16:08:30.577" v="105" actId="2696"/>
        <pc:sldMkLst>
          <pc:docMk/>
          <pc:sldMk cId="828849643" sldId="2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015059804" sldId="335"/>
        </pc:sldMkLst>
      </pc:sldChg>
      <pc:sldChg chg="del">
        <pc:chgData name="Qu, Chengyi" userId="9f02c3db-5b00-4063-9ad4-7cdd84fdd2bb" providerId="ADAL" clId="{71EBC684-37BE-40AE-943F-85B359DFBCAD}" dt="2024-01-09T16:08:30.488" v="89" actId="2696"/>
        <pc:sldMkLst>
          <pc:docMk/>
          <pc:sldMk cId="3586452947" sldId="385"/>
        </pc:sldMkLst>
      </pc:sldChg>
      <pc:sldChg chg="del">
        <pc:chgData name="Qu, Chengyi" userId="9f02c3db-5b00-4063-9ad4-7cdd84fdd2bb" providerId="ADAL" clId="{71EBC684-37BE-40AE-943F-85B359DFBCAD}" dt="2024-01-09T16:08:30.557" v="101" actId="2696"/>
        <pc:sldMkLst>
          <pc:docMk/>
          <pc:sldMk cId="2297114513" sldId="386"/>
        </pc:sldMkLst>
      </pc:sldChg>
      <pc:sldChg chg="del">
        <pc:chgData name="Qu, Chengyi" userId="9f02c3db-5b00-4063-9ad4-7cdd84fdd2bb" providerId="ADAL" clId="{71EBC684-37BE-40AE-943F-85B359DFBCAD}" dt="2024-01-09T16:08:30.542" v="98" actId="2696"/>
        <pc:sldMkLst>
          <pc:docMk/>
          <pc:sldMk cId="57844262" sldId="38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242966397" sldId="390"/>
        </pc:sldMkLst>
      </pc:sldChg>
      <pc:sldChg chg="del">
        <pc:chgData name="Qu, Chengyi" userId="9f02c3db-5b00-4063-9ad4-7cdd84fdd2bb" providerId="ADAL" clId="{71EBC684-37BE-40AE-943F-85B359DFBCAD}" dt="2024-01-09T16:08:30.500" v="91" actId="2696"/>
        <pc:sldMkLst>
          <pc:docMk/>
          <pc:sldMk cId="313756204" sldId="3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19081198" sldId="446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626454371" sldId="504"/>
        </pc:sldMkLst>
      </pc:sldChg>
      <pc:sldChg chg="del">
        <pc:chgData name="Qu, Chengyi" userId="9f02c3db-5b00-4063-9ad4-7cdd84fdd2bb" providerId="ADAL" clId="{71EBC684-37BE-40AE-943F-85B359DFBCAD}" dt="2024-01-09T16:08:30.505" v="92" actId="2696"/>
        <pc:sldMkLst>
          <pc:docMk/>
          <pc:sldMk cId="2570994425" sldId="505"/>
        </pc:sldMkLst>
      </pc:sldChg>
      <pc:sldChg chg="del">
        <pc:chgData name="Qu, Chengyi" userId="9f02c3db-5b00-4063-9ad4-7cdd84fdd2bb" providerId="ADAL" clId="{71EBC684-37BE-40AE-943F-85B359DFBCAD}" dt="2024-01-09T16:08:30.510" v="93" actId="2696"/>
        <pc:sldMkLst>
          <pc:docMk/>
          <pc:sldMk cId="951130442" sldId="506"/>
        </pc:sldMkLst>
      </pc:sldChg>
      <pc:sldChg chg="del">
        <pc:chgData name="Qu, Chengyi" userId="9f02c3db-5b00-4063-9ad4-7cdd84fdd2bb" providerId="ADAL" clId="{71EBC684-37BE-40AE-943F-85B359DFBCAD}" dt="2024-01-09T16:08:30.567" v="103" actId="2696"/>
        <pc:sldMkLst>
          <pc:docMk/>
          <pc:sldMk cId="735510040" sldId="50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508545327" sldId="522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854743546" sldId="526"/>
        </pc:sldMkLst>
      </pc:sldChg>
      <pc:sldChg chg="add del">
        <pc:chgData name="Qu, Chengyi" userId="9f02c3db-5b00-4063-9ad4-7cdd84fdd2bb" providerId="ADAL" clId="{71EBC684-37BE-40AE-943F-85B359DFBCAD}" dt="2024-01-09T16:06:51.507" v="84"/>
        <pc:sldMkLst>
          <pc:docMk/>
          <pc:sldMk cId="4168855840" sldId="533"/>
        </pc:sldMkLst>
      </pc:sldChg>
      <pc:sldChg chg="addSp delSp modSp add">
        <pc:chgData name="Qu, Chengyi" userId="9f02c3db-5b00-4063-9ad4-7cdd84fdd2bb" providerId="ADAL" clId="{71EBC684-37BE-40AE-943F-85B359DFBCAD}" dt="2024-01-09T16:37:53.443" v="386" actId="1076"/>
        <pc:sldMkLst>
          <pc:docMk/>
          <pc:sldMk cId="1949189601" sldId="573"/>
        </pc:sldMkLst>
        <pc:spChg chg="mod">
          <ac:chgData name="Qu, Chengyi" userId="9f02c3db-5b00-4063-9ad4-7cdd84fdd2bb" providerId="ADAL" clId="{71EBC684-37BE-40AE-943F-85B359DFBCAD}" dt="2024-01-09T16:37:49.973" v="385" actId="1076"/>
          <ac:spMkLst>
            <pc:docMk/>
            <pc:sldMk cId="1949189601" sldId="573"/>
            <ac:spMk id="2" creationId="{174FD556-D2CE-C640-9CC8-20CD5D36017A}"/>
          </ac:spMkLst>
        </pc:spChg>
        <pc:spChg chg="add mod">
          <ac:chgData name="Qu, Chengyi" userId="9f02c3db-5b00-4063-9ad4-7cdd84fdd2bb" providerId="ADAL" clId="{71EBC684-37BE-40AE-943F-85B359DFBCAD}" dt="2024-01-09T16:37:53.443" v="386" actId="1076"/>
          <ac:spMkLst>
            <pc:docMk/>
            <pc:sldMk cId="1949189601" sldId="573"/>
            <ac:spMk id="4" creationId="{D91F89C8-767A-47B9-856F-7E47EE6A3279}"/>
          </ac:spMkLst>
        </pc:spChg>
        <pc:spChg chg="mod">
          <ac:chgData name="Qu, Chengyi" userId="9f02c3db-5b00-4063-9ad4-7cdd84fdd2bb" providerId="ADAL" clId="{71EBC684-37BE-40AE-943F-85B359DFBCAD}" dt="2024-01-09T16:37:28.614" v="379"/>
          <ac:spMkLst>
            <pc:docMk/>
            <pc:sldMk cId="1949189601" sldId="573"/>
            <ac:spMk id="7" creationId="{42C9F1E3-97D7-A946-B637-AC20ADE1C775}"/>
          </ac:spMkLst>
        </pc:spChg>
        <pc:spChg chg="del mod">
          <ac:chgData name="Qu, Chengyi" userId="9f02c3db-5b00-4063-9ad4-7cdd84fdd2bb" providerId="ADAL" clId="{71EBC684-37BE-40AE-943F-85B359DFBCAD}" dt="2024-01-09T16:37:43.357" v="383" actId="478"/>
          <ac:spMkLst>
            <pc:docMk/>
            <pc:sldMk cId="1949189601" sldId="573"/>
            <ac:spMk id="9" creationId="{23FC9188-BF75-0B47-9F9F-075D870C7331}"/>
          </ac:spMkLst>
        </pc:spChg>
      </pc:sldChg>
      <pc:sldChg chg="del">
        <pc:chgData name="Qu, Chengyi" userId="9f02c3db-5b00-4063-9ad4-7cdd84fdd2bb" providerId="ADAL" clId="{71EBC684-37BE-40AE-943F-85B359DFBCAD}" dt="2024-01-09T16:08:30.522" v="95" actId="2696"/>
        <pc:sldMkLst>
          <pc:docMk/>
          <pc:sldMk cId="2316705036" sldId="603"/>
        </pc:sldMkLst>
      </pc:sldChg>
      <pc:sldChg chg="del">
        <pc:chgData name="Qu, Chengyi" userId="9f02c3db-5b00-4063-9ad4-7cdd84fdd2bb" providerId="ADAL" clId="{71EBC684-37BE-40AE-943F-85B359DFBCAD}" dt="2024-01-09T16:08:30.526" v="96" actId="2696"/>
        <pc:sldMkLst>
          <pc:docMk/>
          <pc:sldMk cId="2915450618" sldId="604"/>
        </pc:sldMkLst>
      </pc:sldChg>
      <pc:sldChg chg="del">
        <pc:chgData name="Qu, Chengyi" userId="9f02c3db-5b00-4063-9ad4-7cdd84fdd2bb" providerId="ADAL" clId="{71EBC684-37BE-40AE-943F-85B359DFBCAD}" dt="2024-01-09T16:08:30.551" v="99" actId="2696"/>
        <pc:sldMkLst>
          <pc:docMk/>
          <pc:sldMk cId="562797420" sldId="608"/>
        </pc:sldMkLst>
      </pc:sldChg>
      <pc:sldChg chg="del">
        <pc:chgData name="Qu, Chengyi" userId="9f02c3db-5b00-4063-9ad4-7cdd84fdd2bb" providerId="ADAL" clId="{71EBC684-37BE-40AE-943F-85B359DFBCAD}" dt="2024-01-09T16:08:30.517" v="94" actId="2696"/>
        <pc:sldMkLst>
          <pc:docMk/>
          <pc:sldMk cId="3938647246" sldId="867"/>
        </pc:sldMkLst>
      </pc:sldChg>
      <pc:sldChg chg="del">
        <pc:chgData name="Qu, Chengyi" userId="9f02c3db-5b00-4063-9ad4-7cdd84fdd2bb" providerId="ADAL" clId="{71EBC684-37BE-40AE-943F-85B359DFBCAD}" dt="2024-01-09T16:08:30.482" v="88" actId="2696"/>
        <pc:sldMkLst>
          <pc:docMk/>
          <pc:sldMk cId="1165219369" sldId="919"/>
        </pc:sldMkLst>
      </pc:sldChg>
      <pc:sldChg chg="addSp delSp modSp">
        <pc:chgData name="Qu, Chengyi" userId="9f02c3db-5b00-4063-9ad4-7cdd84fdd2bb" providerId="ADAL" clId="{71EBC684-37BE-40AE-943F-85B359DFBCAD}" dt="2024-01-09T16:04:58.638" v="77" actId="20577"/>
        <pc:sldMkLst>
          <pc:docMk/>
          <pc:sldMk cId="1987998376" sldId="964"/>
        </pc:sldMkLst>
        <pc:spChg chg="add del mod">
          <ac:chgData name="Qu, Chengyi" userId="9f02c3db-5b00-4063-9ad4-7cdd84fdd2bb" providerId="ADAL" clId="{71EBC684-37BE-40AE-943F-85B359DFBCAD}" dt="2024-01-09T16:03:52.271" v="45"/>
          <ac:spMkLst>
            <pc:docMk/>
            <pc:sldMk cId="1987998376" sldId="964"/>
            <ac:spMk id="3" creationId="{13537583-C724-48CB-8868-EC256980E807}"/>
          </ac:spMkLst>
        </pc:spChg>
        <pc:spChg chg="add del mod">
          <ac:chgData name="Qu, Chengyi" userId="9f02c3db-5b00-4063-9ad4-7cdd84fdd2bb" providerId="ADAL" clId="{71EBC684-37BE-40AE-943F-85B359DFBCAD}" dt="2024-01-09T16:03:52.271" v="45"/>
          <ac:spMkLst>
            <pc:docMk/>
            <pc:sldMk cId="1987998376" sldId="964"/>
            <ac:spMk id="4" creationId="{CA87D280-7BD3-45FF-9020-521F08EC1218}"/>
          </ac:spMkLst>
        </pc:spChg>
        <pc:spChg chg="add mod">
          <ac:chgData name="Qu, Chengyi" userId="9f02c3db-5b00-4063-9ad4-7cdd84fdd2bb" providerId="ADAL" clId="{71EBC684-37BE-40AE-943F-85B359DFBCAD}" dt="2024-01-09T16:04:58.638" v="77" actId="20577"/>
          <ac:spMkLst>
            <pc:docMk/>
            <pc:sldMk cId="1987998376" sldId="964"/>
            <ac:spMk id="5" creationId="{9DA21398-CE95-4290-A860-E1477BCE3728}"/>
          </ac:spMkLst>
        </pc:spChg>
        <pc:spChg chg="mod">
          <ac:chgData name="Qu, Chengyi" userId="9f02c3db-5b00-4063-9ad4-7cdd84fdd2bb" providerId="ADAL" clId="{71EBC684-37BE-40AE-943F-85B359DFBCAD}" dt="2024-01-09T16:04:47.498" v="75" actId="20577"/>
          <ac:spMkLst>
            <pc:docMk/>
            <pc:sldMk cId="1987998376" sldId="964"/>
            <ac:spMk id="7" creationId="{71758D06-223B-4ABB-B038-E5907DC0A6EF}"/>
          </ac:spMkLst>
        </pc:spChg>
      </pc:sldChg>
      <pc:sldChg chg="del">
        <pc:chgData name="Qu, Chengyi" userId="9f02c3db-5b00-4063-9ad4-7cdd84fdd2bb" providerId="ADAL" clId="{71EBC684-37BE-40AE-943F-85B359DFBCAD}" dt="2024-01-09T16:08:30.535" v="97" actId="2696"/>
        <pc:sldMkLst>
          <pc:docMk/>
          <pc:sldMk cId="3956557252" sldId="965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628008649" sldId="971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445340925" sldId="972"/>
        </pc:sldMkLst>
      </pc:sldChg>
      <pc:sldChg chg="del">
        <pc:chgData name="Qu, Chengyi" userId="9f02c3db-5b00-4063-9ad4-7cdd84fdd2bb" providerId="ADAL" clId="{71EBC684-37BE-40AE-943F-85B359DFBCAD}" dt="2024-01-09T16:08:30.473" v="87" actId="2696"/>
        <pc:sldMkLst>
          <pc:docMk/>
          <pc:sldMk cId="56815972" sldId="1257"/>
        </pc:sldMkLst>
      </pc:sldChg>
      <pc:sldChg chg="del">
        <pc:chgData name="Qu, Chengyi" userId="9f02c3db-5b00-4063-9ad4-7cdd84fdd2bb" providerId="ADAL" clId="{71EBC684-37BE-40AE-943F-85B359DFBCAD}" dt="2024-01-09T16:08:30.561" v="102" actId="2696"/>
        <pc:sldMkLst>
          <pc:docMk/>
          <pc:sldMk cId="2835061460" sldId="1258"/>
        </pc:sldMkLst>
      </pc:sldChg>
      <pc:sldChg chg="del">
        <pc:chgData name="Qu, Chengyi" userId="9f02c3db-5b00-4063-9ad4-7cdd84fdd2bb" providerId="ADAL" clId="{71EBC684-37BE-40AE-943F-85B359DFBCAD}" dt="2024-01-09T16:08:30.603" v="109" actId="2696"/>
        <pc:sldMkLst>
          <pc:docMk/>
          <pc:sldMk cId="1307588251" sldId="1259"/>
        </pc:sldMkLst>
      </pc:sldChg>
      <pc:sldChg chg="del">
        <pc:chgData name="Qu, Chengyi" userId="9f02c3db-5b00-4063-9ad4-7cdd84fdd2bb" providerId="ADAL" clId="{71EBC684-37BE-40AE-943F-85B359DFBCAD}" dt="2024-01-09T16:08:30.594" v="107" actId="2696"/>
        <pc:sldMkLst>
          <pc:docMk/>
          <pc:sldMk cId="1694100107" sldId="1260"/>
        </pc:sldMkLst>
      </pc:sldChg>
      <pc:sldChg chg="modSp add">
        <pc:chgData name="Qu, Chengyi" userId="9f02c3db-5b00-4063-9ad4-7cdd84fdd2bb" providerId="ADAL" clId="{71EBC684-37BE-40AE-943F-85B359DFBCAD}" dt="2024-01-09T16:05:16.829" v="79" actId="207"/>
        <pc:sldMkLst>
          <pc:docMk/>
          <pc:sldMk cId="1883330637" sldId="1261"/>
        </pc:sldMkLst>
        <pc:spChg chg="mod">
          <ac:chgData name="Qu, Chengyi" userId="9f02c3db-5b00-4063-9ad4-7cdd84fdd2bb" providerId="ADAL" clId="{71EBC684-37BE-40AE-943F-85B359DFBCAD}" dt="2024-01-09T16:05:16.829" v="79" actId="207"/>
          <ac:spMkLst>
            <pc:docMk/>
            <pc:sldMk cId="1883330637" sldId="1261"/>
            <ac:spMk id="5" creationId="{9DA21398-CE95-4290-A860-E1477BCE3728}"/>
          </ac:spMkLst>
        </pc:spChg>
      </pc:sldChg>
      <pc:sldChg chg="add del">
        <pc:chgData name="Qu, Chengyi" userId="9f02c3db-5b00-4063-9ad4-7cdd84fdd2bb" providerId="ADAL" clId="{71EBC684-37BE-40AE-943F-85B359DFBCAD}" dt="2024-01-09T16:06:51.178" v="83"/>
        <pc:sldMkLst>
          <pc:docMk/>
          <pc:sldMk cId="764943190" sldId="1262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2506038731" sldId="126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612722790" sldId="1263"/>
        </pc:sldMkLst>
      </pc:sldChg>
      <pc:sldChg chg="modSp add">
        <pc:chgData name="Qu, Chengyi" userId="9f02c3db-5b00-4063-9ad4-7cdd84fdd2bb" providerId="ADAL" clId="{71EBC684-37BE-40AE-943F-85B359DFBCAD}" dt="2024-01-09T16:25:59.529" v="362" actId="20577"/>
        <pc:sldMkLst>
          <pc:docMk/>
          <pc:sldMk cId="84850273" sldId="1264"/>
        </pc:sldMkLst>
        <pc:spChg chg="mod">
          <ac:chgData name="Qu, Chengyi" userId="9f02c3db-5b00-4063-9ad4-7cdd84fdd2bb" providerId="ADAL" clId="{71EBC684-37BE-40AE-943F-85B359DFBCAD}" dt="2024-01-09T16:13:03.352" v="135" actId="20577"/>
          <ac:spMkLst>
            <pc:docMk/>
            <pc:sldMk cId="84850273" sldId="1264"/>
            <ac:spMk id="2" creationId="{D9C88476-87B2-4248-B956-D863E5F90DBB}"/>
          </ac:spMkLst>
        </pc:spChg>
        <pc:spChg chg="mod">
          <ac:chgData name="Qu, Chengyi" userId="9f02c3db-5b00-4063-9ad4-7cdd84fdd2bb" providerId="ADAL" clId="{71EBC684-37BE-40AE-943F-85B359DFBCAD}" dt="2024-01-09T16:25:59.529" v="362" actId="20577"/>
          <ac:spMkLst>
            <pc:docMk/>
            <pc:sldMk cId="84850273" sldId="1264"/>
            <ac:spMk id="3" creationId="{AE819BF6-6B06-429A-952C-591C09534BD1}"/>
          </ac:spMkLst>
        </pc:spChg>
      </pc:sldChg>
      <pc:sldChg chg="modSp add del">
        <pc:chgData name="Qu, Chengyi" userId="9f02c3db-5b00-4063-9ad4-7cdd84fdd2bb" providerId="ADAL" clId="{71EBC684-37BE-40AE-943F-85B359DFBCAD}" dt="2024-01-09T16:37:16.482" v="376" actId="2696"/>
        <pc:sldMkLst>
          <pc:docMk/>
          <pc:sldMk cId="0" sldId="1265"/>
        </pc:sldMkLst>
        <pc:spChg chg="mod">
          <ac:chgData name="Qu, Chengyi" userId="9f02c3db-5b00-4063-9ad4-7cdd84fdd2bb" providerId="ADAL" clId="{71EBC684-37BE-40AE-943F-85B359DFBCAD}" dt="2024-01-09T16:36:25.940" v="374" actId="207"/>
          <ac:spMkLst>
            <pc:docMk/>
            <pc:sldMk cId="0" sldId="1265"/>
            <ac:spMk id="38915" creationId="{E371A26A-DAA4-1A63-A755-FE3E517F2A77}"/>
          </ac:spMkLst>
        </pc:spChg>
      </pc:sldChg>
      <pc:sldChg chg="modSp add del">
        <pc:chgData name="Qu, Chengyi" userId="9f02c3db-5b00-4063-9ad4-7cdd84fdd2bb" providerId="ADAL" clId="{71EBC684-37BE-40AE-943F-85B359DFBCAD}" dt="2024-01-09T16:38:21.366" v="389" actId="20577"/>
        <pc:sldMkLst>
          <pc:docMk/>
          <pc:sldMk cId="0" sldId="1266"/>
        </pc:sldMkLst>
        <pc:spChg chg="mod">
          <ac:chgData name="Qu, Chengyi" userId="9f02c3db-5b00-4063-9ad4-7cdd84fdd2bb" providerId="ADAL" clId="{71EBC684-37BE-40AE-943F-85B359DFBCAD}" dt="2024-01-09T16:38:21.366" v="389" actId="20577"/>
          <ac:spMkLst>
            <pc:docMk/>
            <pc:sldMk cId="0" sldId="1266"/>
            <ac:spMk id="40963" creationId="{D3402B22-7922-5A2E-B19F-B471D5F61EAF}"/>
          </ac:spMkLst>
        </pc:spChg>
      </pc:sldChg>
      <pc:sldMasterChg chg="delSldLayout">
        <pc:chgData name="Qu, Chengyi" userId="9f02c3db-5b00-4063-9ad4-7cdd84fdd2bb" providerId="ADAL" clId="{71EBC684-37BE-40AE-943F-85B359DFBCAD}" dt="2024-01-09T16:08:30.595" v="108" actId="2696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71EBC684-37BE-40AE-943F-85B359DFBCAD}" dt="2024-01-09T16:08:30.553" v="100" actId="2696"/>
          <pc:sldLayoutMkLst>
            <pc:docMk/>
            <pc:sldMasterMk cId="481874104" sldId="2147483667"/>
            <pc:sldLayoutMk cId="1386336603" sldId="2147483679"/>
          </pc:sldLayoutMkLst>
        </pc:sldLayoutChg>
        <pc:sldLayoutChg chg="del">
          <pc:chgData name="Qu, Chengyi" userId="9f02c3db-5b00-4063-9ad4-7cdd84fdd2bb" providerId="ADAL" clId="{71EBC684-37BE-40AE-943F-85B359DFBCAD}" dt="2024-01-09T16:08:30.595" v="108" actId="2696"/>
          <pc:sldLayoutMkLst>
            <pc:docMk/>
            <pc:sldMasterMk cId="481874104" sldId="2147483667"/>
            <pc:sldLayoutMk cId="1457830139" sldId="2147483680"/>
          </pc:sldLayoutMkLst>
        </pc:sldLayoutChg>
      </pc:sldMasterChg>
    </pc:docChg>
  </pc:docChgLst>
  <pc:docChgLst>
    <pc:chgData name="Qu, Chengyi" userId="9f02c3db-5b00-4063-9ad4-7cdd84fdd2bb" providerId="ADAL" clId="{EA286C84-BBA4-4909-9B29-C5C6096AB3A7}"/>
    <pc:docChg chg="undo custSel addSld delSld modSld delMainMaster">
      <pc:chgData name="Qu, Chengyi" userId="9f02c3db-5b00-4063-9ad4-7cdd84fdd2bb" providerId="ADAL" clId="{EA286C84-BBA4-4909-9B29-C5C6096AB3A7}" dt="2024-01-16T00:10:18.277" v="133" actId="27636"/>
      <pc:docMkLst>
        <pc:docMk/>
      </pc:docMkLst>
      <pc:sldChg chg="modSp add mod">
        <pc:chgData name="Qu, Chengyi" userId="9f02c3db-5b00-4063-9ad4-7cdd84fdd2bb" providerId="ADAL" clId="{EA286C84-BBA4-4909-9B29-C5C6096AB3A7}" dt="2024-01-16T00:07:39.331" v="131" actId="20577"/>
        <pc:sldMkLst>
          <pc:docMk/>
          <pc:sldMk cId="0" sldId="256"/>
        </pc:sldMkLst>
        <pc:spChg chg="mod">
          <ac:chgData name="Qu, Chengyi" userId="9f02c3db-5b00-4063-9ad4-7cdd84fdd2bb" providerId="ADAL" clId="{EA286C84-BBA4-4909-9B29-C5C6096AB3A7}" dt="2024-01-16T00:07:39.331" v="13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Qu, Chengyi" userId="9f02c3db-5b00-4063-9ad4-7cdd84fdd2bb" providerId="ADAL" clId="{EA286C84-BBA4-4909-9B29-C5C6096AB3A7}" dt="2024-01-16T00:06:56.855" v="79" actId="20577"/>
          <ac:spMkLst>
            <pc:docMk/>
            <pc:sldMk cId="0" sldId="256"/>
            <ac:spMk id="3" creationId="{FB3AE1D5-F221-B149-880E-287011322498}"/>
          </ac:spMkLst>
        </pc:spChg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5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283235496" sldId="270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976470243" sldId="27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385946305" sldId="27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834100436" sldId="27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76"/>
        </pc:sldMkLst>
      </pc:sldChg>
      <pc:sldChg chg="modSp add del mod">
        <pc:chgData name="Qu, Chengyi" userId="9f02c3db-5b00-4063-9ad4-7cdd84fdd2bb" providerId="ADAL" clId="{EA286C84-BBA4-4909-9B29-C5C6096AB3A7}" dt="2024-01-15T19:51:11.031" v="9" actId="14100"/>
        <pc:sldMkLst>
          <pc:docMk/>
          <pc:sldMk cId="3898509048" sldId="277"/>
        </pc:sldMkLst>
        <pc:spChg chg="mod">
          <ac:chgData name="Qu, Chengyi" userId="9f02c3db-5b00-4063-9ad4-7cdd84fdd2bb" providerId="ADAL" clId="{EA286C84-BBA4-4909-9B29-C5C6096AB3A7}" dt="2024-01-15T19:51:11.031" v="9" actId="14100"/>
          <ac:spMkLst>
            <pc:docMk/>
            <pc:sldMk cId="3898509048" sldId="277"/>
            <ac:spMk id="5" creationId="{09B85425-53C2-4147-B20A-1A81AE597A27}"/>
          </ac:spMkLst>
        </pc:spChg>
      </pc:sldChg>
      <pc:sldChg chg="add del">
        <pc:chgData name="Qu, Chengyi" userId="9f02c3db-5b00-4063-9ad4-7cdd84fdd2bb" providerId="ADAL" clId="{EA286C84-BBA4-4909-9B29-C5C6096AB3A7}" dt="2024-01-15T19:51:00.916" v="5"/>
        <pc:sldMkLst>
          <pc:docMk/>
          <pc:sldMk cId="1924723056" sldId="278"/>
        </pc:sldMkLst>
      </pc:sldChg>
      <pc:sldChg chg="add del">
        <pc:chgData name="Qu, Chengyi" userId="9f02c3db-5b00-4063-9ad4-7cdd84fdd2bb" providerId="ADAL" clId="{EA286C84-BBA4-4909-9B29-C5C6096AB3A7}" dt="2024-01-15T19:51:00.916" v="5"/>
        <pc:sldMkLst>
          <pc:docMk/>
          <pc:sldMk cId="3176002795" sldId="279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925861337" sldId="280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986486448" sldId="28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836295078" sldId="282"/>
        </pc:sldMkLst>
      </pc:sldChg>
      <pc:sldChg chg="modSp mod">
        <pc:chgData name="Qu, Chengyi" userId="9f02c3db-5b00-4063-9ad4-7cdd84fdd2bb" providerId="ADAL" clId="{EA286C84-BBA4-4909-9B29-C5C6096AB3A7}" dt="2024-01-16T00:10:18.277" v="133" actId="27636"/>
        <pc:sldMkLst>
          <pc:docMk/>
          <pc:sldMk cId="791459522" sldId="331"/>
        </pc:sldMkLst>
        <pc:spChg chg="mod">
          <ac:chgData name="Qu, Chengyi" userId="9f02c3db-5b00-4063-9ad4-7cdd84fdd2bb" providerId="ADAL" clId="{EA286C84-BBA4-4909-9B29-C5C6096AB3A7}" dt="2024-01-16T00:10:18.277" v="133" actId="27636"/>
          <ac:spMkLst>
            <pc:docMk/>
            <pc:sldMk cId="791459522" sldId="331"/>
            <ac:spMk id="9" creationId="{4102EC7F-D4DF-F64E-A671-6CA856B793C1}"/>
          </ac:spMkLst>
        </pc:spChg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996191177" sldId="33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088431158" sldId="33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190255653" sldId="33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4015059804" sldId="335"/>
        </pc:sldMkLst>
      </pc:sldChg>
      <pc:sldChg chg="addSp modSp add mod modClrScheme chgLayout">
        <pc:chgData name="Qu, Chengyi" userId="9f02c3db-5b00-4063-9ad4-7cdd84fdd2bb" providerId="ADAL" clId="{EA286C84-BBA4-4909-9B29-C5C6096AB3A7}" dt="2024-01-16T00:08:00.269" v="132" actId="700"/>
        <pc:sldMkLst>
          <pc:docMk/>
          <pc:sldMk cId="4055444211" sldId="340"/>
        </pc:sldMkLst>
        <pc:spChg chg="mod ord">
          <ac:chgData name="Qu, Chengyi" userId="9f02c3db-5b00-4063-9ad4-7cdd84fdd2bb" providerId="ADAL" clId="{EA286C84-BBA4-4909-9B29-C5C6096AB3A7}" dt="2024-01-16T00:08:00.269" v="132" actId="700"/>
          <ac:spMkLst>
            <pc:docMk/>
            <pc:sldMk cId="4055444211" sldId="340"/>
            <ac:spMk id="2" creationId="{174FD556-D2CE-C640-9CC8-20CD5D36017A}"/>
          </ac:spMkLst>
        </pc:spChg>
        <pc:spChg chg="add mod ord">
          <ac:chgData name="Qu, Chengyi" userId="9f02c3db-5b00-4063-9ad4-7cdd84fdd2bb" providerId="ADAL" clId="{EA286C84-BBA4-4909-9B29-C5C6096AB3A7}" dt="2024-01-16T00:08:00.269" v="132" actId="700"/>
          <ac:spMkLst>
            <pc:docMk/>
            <pc:sldMk cId="4055444211" sldId="340"/>
            <ac:spMk id="3" creationId="{E79F87F3-1301-57EE-3945-ED5DF8159E6B}"/>
          </ac:spMkLst>
        </pc:spChg>
        <pc:spChg chg="mod ord">
          <ac:chgData name="Qu, Chengyi" userId="9f02c3db-5b00-4063-9ad4-7cdd84fdd2bb" providerId="ADAL" clId="{EA286C84-BBA4-4909-9B29-C5C6096AB3A7}" dt="2024-01-16T00:08:00.269" v="132" actId="700"/>
          <ac:spMkLst>
            <pc:docMk/>
            <pc:sldMk cId="4055444211" sldId="340"/>
            <ac:spMk id="6" creationId="{F1F1B816-646D-7B46-A933-34BF9D5B0C05}"/>
          </ac:spMkLst>
        </pc:spChg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338044945" sldId="345"/>
        </pc:sldMkLst>
      </pc:sldChg>
      <pc:sldChg chg="add">
        <pc:chgData name="Qu, Chengyi" userId="9f02c3db-5b00-4063-9ad4-7cdd84fdd2bb" providerId="ADAL" clId="{EA286C84-BBA4-4909-9B29-C5C6096AB3A7}" dt="2024-01-15T23:34:42.356" v="58"/>
        <pc:sldMkLst>
          <pc:docMk/>
          <pc:sldMk cId="1954727158" sldId="346"/>
        </pc:sldMkLst>
      </pc:sldChg>
      <pc:sldChg chg="add">
        <pc:chgData name="Qu, Chengyi" userId="9f02c3db-5b00-4063-9ad4-7cdd84fdd2bb" providerId="ADAL" clId="{EA286C84-BBA4-4909-9B29-C5C6096AB3A7}" dt="2024-01-15T23:34:42.356" v="58"/>
        <pc:sldMkLst>
          <pc:docMk/>
          <pc:sldMk cId="3259204504" sldId="347"/>
        </pc:sldMkLst>
      </pc:sldChg>
      <pc:sldChg chg="add">
        <pc:chgData name="Qu, Chengyi" userId="9f02c3db-5b00-4063-9ad4-7cdd84fdd2bb" providerId="ADAL" clId="{EA286C84-BBA4-4909-9B29-C5C6096AB3A7}" dt="2024-01-15T23:34:42.356" v="58"/>
        <pc:sldMkLst>
          <pc:docMk/>
          <pc:sldMk cId="66308278" sldId="348"/>
        </pc:sldMkLst>
      </pc:sldChg>
      <pc:sldChg chg="add">
        <pc:chgData name="Qu, Chengyi" userId="9f02c3db-5b00-4063-9ad4-7cdd84fdd2bb" providerId="ADAL" clId="{EA286C84-BBA4-4909-9B29-C5C6096AB3A7}" dt="2024-01-15T23:36:32.923" v="60"/>
        <pc:sldMkLst>
          <pc:docMk/>
          <pc:sldMk cId="609338534" sldId="349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4242966397" sldId="390"/>
        </pc:sldMkLst>
      </pc:sldChg>
      <pc:sldChg chg="modSp add mod">
        <pc:chgData name="Qu, Chengyi" userId="9f02c3db-5b00-4063-9ad4-7cdd84fdd2bb" providerId="ADAL" clId="{EA286C84-BBA4-4909-9B29-C5C6096AB3A7}" dt="2024-01-15T23:36:33.022" v="61" actId="27636"/>
        <pc:sldMkLst>
          <pc:docMk/>
          <pc:sldMk cId="960090762" sldId="438"/>
        </pc:sldMkLst>
        <pc:spChg chg="mod">
          <ac:chgData name="Qu, Chengyi" userId="9f02c3db-5b00-4063-9ad4-7cdd84fdd2bb" providerId="ADAL" clId="{EA286C84-BBA4-4909-9B29-C5C6096AB3A7}" dt="2024-01-15T23:36:33.022" v="61" actId="27636"/>
          <ac:spMkLst>
            <pc:docMk/>
            <pc:sldMk cId="960090762" sldId="438"/>
            <ac:spMk id="3" creationId="{00000000-0000-0000-0000-000000000000}"/>
          </ac:spMkLst>
        </pc:spChg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319081198" sldId="446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626454371" sldId="50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508545327" sldId="52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854743546" sldId="526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37706708" sldId="527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1272241890" sldId="528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1518865454" sldId="529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5597854" sldId="530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2659451869" sldId="531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3535479424" sldId="532"/>
        </pc:sldMkLst>
      </pc:sldChg>
      <pc:sldChg chg="del">
        <pc:chgData name="Qu, Chengyi" userId="9f02c3db-5b00-4063-9ad4-7cdd84fdd2bb" providerId="ADAL" clId="{EA286C84-BBA4-4909-9B29-C5C6096AB3A7}" dt="2024-01-15T19:50:11.698" v="1" actId="47"/>
        <pc:sldMkLst>
          <pc:docMk/>
          <pc:sldMk cId="4168855840" sldId="53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949189601" sldId="573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931983533" sldId="574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2973974491" sldId="575"/>
        </pc:sldMkLst>
      </pc:sldChg>
      <pc:sldChg chg="add del">
        <pc:chgData name="Qu, Chengyi" userId="9f02c3db-5b00-4063-9ad4-7cdd84fdd2bb" providerId="ADAL" clId="{EA286C84-BBA4-4909-9B29-C5C6096AB3A7}" dt="2024-01-15T23:05:01.694" v="13" actId="47"/>
        <pc:sldMkLst>
          <pc:docMk/>
          <pc:sldMk cId="3529269319" sldId="576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2773092474" sldId="577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3823017025" sldId="580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2751195719" sldId="581"/>
        </pc:sldMkLst>
      </pc:sldChg>
      <pc:sldChg chg="modSp add mod">
        <pc:chgData name="Qu, Chengyi" userId="9f02c3db-5b00-4063-9ad4-7cdd84fdd2bb" providerId="ADAL" clId="{EA286C84-BBA4-4909-9B29-C5C6096AB3A7}" dt="2024-01-15T23:34:42.867" v="59" actId="27636"/>
        <pc:sldMkLst>
          <pc:docMk/>
          <pc:sldMk cId="841056664" sldId="588"/>
        </pc:sldMkLst>
        <pc:spChg chg="mod">
          <ac:chgData name="Qu, Chengyi" userId="9f02c3db-5b00-4063-9ad4-7cdd84fdd2bb" providerId="ADAL" clId="{EA286C84-BBA4-4909-9B29-C5C6096AB3A7}" dt="2024-01-15T23:34:42.867" v="59" actId="27636"/>
          <ac:spMkLst>
            <pc:docMk/>
            <pc:sldMk cId="841056664" sldId="588"/>
            <ac:spMk id="2" creationId="{00000000-0000-0000-0000-000000000000}"/>
          </ac:spMkLst>
        </pc:spChg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2627524992" sldId="592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2126896477" sldId="593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4100560959" sldId="597"/>
        </pc:sldMkLst>
      </pc:sldChg>
      <pc:sldChg chg="add del">
        <pc:chgData name="Qu, Chengyi" userId="9f02c3db-5b00-4063-9ad4-7cdd84fdd2bb" providerId="ADAL" clId="{EA286C84-BBA4-4909-9B29-C5C6096AB3A7}" dt="2024-01-15T23:10:22.466" v="16" actId="47"/>
        <pc:sldMkLst>
          <pc:docMk/>
          <pc:sldMk cId="4171566532" sldId="600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628008649" sldId="97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445340925" sldId="972"/>
        </pc:sldMkLst>
      </pc:sldChg>
      <pc:sldChg chg="modSp mod">
        <pc:chgData name="Qu, Chengyi" userId="9f02c3db-5b00-4063-9ad4-7cdd84fdd2bb" providerId="ADAL" clId="{EA286C84-BBA4-4909-9B29-C5C6096AB3A7}" dt="2024-01-15T23:43:39.919" v="65" actId="20577"/>
        <pc:sldMkLst>
          <pc:docMk/>
          <pc:sldMk cId="4038715374" sldId="1255"/>
        </pc:sldMkLst>
        <pc:spChg chg="mod">
          <ac:chgData name="Qu, Chengyi" userId="9f02c3db-5b00-4063-9ad4-7cdd84fdd2bb" providerId="ADAL" clId="{EA286C84-BBA4-4909-9B29-C5C6096AB3A7}" dt="2024-01-15T23:43:39.919" v="65" actId="20577"/>
          <ac:spMkLst>
            <pc:docMk/>
            <pc:sldMk cId="4038715374" sldId="1255"/>
            <ac:spMk id="3" creationId="{0AB13AC3-B25C-451D-9BEA-FFCE3152EBFC}"/>
          </ac:spMkLst>
        </pc:spChg>
      </pc:sldChg>
      <pc:sldChg chg="modSp mod">
        <pc:chgData name="Qu, Chengyi" userId="9f02c3db-5b00-4063-9ad4-7cdd84fdd2bb" providerId="ADAL" clId="{EA286C84-BBA4-4909-9B29-C5C6096AB3A7}" dt="2024-01-15T19:50:23.079" v="3" actId="207"/>
        <pc:sldMkLst>
          <pc:docMk/>
          <pc:sldMk cId="1883330637" sldId="1261"/>
        </pc:sldMkLst>
        <pc:spChg chg="mod">
          <ac:chgData name="Qu, Chengyi" userId="9f02c3db-5b00-4063-9ad4-7cdd84fdd2bb" providerId="ADAL" clId="{EA286C84-BBA4-4909-9B29-C5C6096AB3A7}" dt="2024-01-15T19:50:23.079" v="3" actId="207"/>
          <ac:spMkLst>
            <pc:docMk/>
            <pc:sldMk cId="1883330637" sldId="1261"/>
            <ac:spMk id="5" creationId="{9DA21398-CE95-4290-A860-E1477BCE3728}"/>
          </ac:spMkLst>
        </pc:spChg>
      </pc:sldChg>
      <pc:sldChg chg="add">
        <pc:chgData name="Qu, Chengyi" userId="9f02c3db-5b00-4063-9ad4-7cdd84fdd2bb" providerId="ADAL" clId="{EA286C84-BBA4-4909-9B29-C5C6096AB3A7}" dt="2024-01-15T23:04:59.985" v="12"/>
        <pc:sldMkLst>
          <pc:docMk/>
          <pc:sldMk cId="1987491262" sldId="126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506038731" sldId="1262"/>
        </pc:sldMkLst>
      </pc:sldChg>
      <pc:sldChg chg="addSp modSp add mod">
        <pc:chgData name="Qu, Chengyi" userId="9f02c3db-5b00-4063-9ad4-7cdd84fdd2bb" providerId="ADAL" clId="{EA286C84-BBA4-4909-9B29-C5C6096AB3A7}" dt="2024-01-15T23:12:01.120" v="57" actId="20577"/>
        <pc:sldMkLst>
          <pc:docMk/>
          <pc:sldMk cId="146617157" sldId="1263"/>
        </pc:sldMkLst>
        <pc:spChg chg="add mod">
          <ac:chgData name="Qu, Chengyi" userId="9f02c3db-5b00-4063-9ad4-7cdd84fdd2bb" providerId="ADAL" clId="{EA286C84-BBA4-4909-9B29-C5C6096AB3A7}" dt="2024-01-15T23:12:01.120" v="57" actId="20577"/>
          <ac:spMkLst>
            <pc:docMk/>
            <pc:sldMk cId="146617157" sldId="1263"/>
            <ac:spMk id="2" creationId="{A47A7D01-43E0-596C-9865-24065DDF1A5A}"/>
          </ac:spMkLst>
        </pc:spChg>
        <pc:picChg chg="mod">
          <ac:chgData name="Qu, Chengyi" userId="9f02c3db-5b00-4063-9ad4-7cdd84fdd2bb" providerId="ADAL" clId="{EA286C84-BBA4-4909-9B29-C5C6096AB3A7}" dt="2024-01-15T23:11:44.393" v="46" actId="1076"/>
          <ac:picMkLst>
            <pc:docMk/>
            <pc:sldMk cId="146617157" sldId="1263"/>
            <ac:picMk id="31745" creationId="{00000000-0000-0000-0000-000000000000}"/>
          </ac:picMkLst>
        </pc:picChg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612722790" sldId="126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84850273" sldId="126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1266"/>
        </pc:sldMkLst>
      </pc:sldChg>
      <pc:sldMasterChg chg="del delSldLayout">
        <pc:chgData name="Qu, Chengyi" userId="9f02c3db-5b00-4063-9ad4-7cdd84fdd2bb" providerId="ADAL" clId="{EA286C84-BBA4-4909-9B29-C5C6096AB3A7}" dt="2024-01-15T19:50:11.698" v="1" actId="47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3790666592" sldId="2147483668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3974852885" sldId="2147483669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365228270" sldId="2147483670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1832629846" sldId="2147483671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866846496" sldId="2147483672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608458951" sldId="2147483673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1844881848" sldId="2147483674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555211856" sldId="2147483675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1098067528" sldId="2147483676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926623382" sldId="2147483677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049911616" sldId="2147483678"/>
          </pc:sldLayoutMkLst>
        </pc:sldLayoutChg>
        <pc:sldLayoutChg chg="del">
          <pc:chgData name="Qu, Chengyi" userId="9f02c3db-5b00-4063-9ad4-7cdd84fdd2bb" providerId="ADAL" clId="{EA286C84-BBA4-4909-9B29-C5C6096AB3A7}" dt="2024-01-15T19:46:45.229" v="0" actId="47"/>
          <pc:sldLayoutMkLst>
            <pc:docMk/>
            <pc:sldMasterMk cId="481874104" sldId="2147483667"/>
            <pc:sldLayoutMk cId="188227722" sldId="214748367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34731C-F005-674A-BA10-F2D0638C0394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09510D-0262-224D-8F22-11455F3A5B7D}">
      <dgm:prSet phldrT="[Text]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AU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Computers as targets</a:t>
          </a:r>
          <a:endParaRPr lang="en-US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A74A8C-A64F-A346-9092-2A5845D7892F}" type="parTrans" cxnId="{A011DB5B-3C13-E547-835C-269EA8C86B15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7709F4-6BDB-C24D-B5DB-6F672893D170}" type="sibTrans" cxnId="{A011DB5B-3C13-E547-835C-269EA8C86B15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42375A-5320-094A-A640-A699CD782E17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AU" sz="1400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Involves an attack on data integrity, system integrity, data confidentiality, privacy, or availability</a:t>
          </a:r>
        </a:p>
      </dgm:t>
    </dgm:pt>
    <dgm:pt modelId="{DD5EAC86-A7F3-034F-A07B-8129F9858D96}" type="parTrans" cxnId="{42E5365D-2CFD-BA42-8CE6-0323AD338E8C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AD22CD-FFDA-F945-A2D1-5B91E7149E1C}" type="sibTrans" cxnId="{42E5365D-2CFD-BA42-8CE6-0323AD338E8C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E3DE90-D6FE-9340-B1F8-30B0DB01B6BF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AU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Computers as storage devices</a:t>
          </a:r>
        </a:p>
      </dgm:t>
    </dgm:pt>
    <dgm:pt modelId="{8156E39F-B1BB-E644-B585-C3FA37AB318F}" type="parTrans" cxnId="{43651987-9797-3C43-9D97-1E66DCCD6402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436C3E-2A21-D64A-9BA7-8DA115EBE84C}" type="sibTrans" cxnId="{43651987-9797-3C43-9D97-1E66DCCD6402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55CAFC-75BE-5743-A225-495E94182041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AU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Using the computer to store stolen password lists, credit card or calling card numbers, proprietary corporate information, pornographic image files, or pirated commercial software</a:t>
          </a:r>
        </a:p>
      </dgm:t>
    </dgm:pt>
    <dgm:pt modelId="{0DA39F8D-681B-354E-B6EA-81ED3E6DE517}" type="parTrans" cxnId="{C7E13F30-264B-864E-819E-E9DE9B2BFDFC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845942-0630-E34B-BDD9-134E68A22941}" type="sibTrans" cxnId="{C7E13F30-264B-864E-819E-E9DE9B2BFDFC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B53426-DC34-4446-B4CB-E6716DFF9AF3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AU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Computers as communications tools</a:t>
          </a:r>
        </a:p>
      </dgm:t>
    </dgm:pt>
    <dgm:pt modelId="{8EB3CF16-BDEC-0749-836C-4475B58E6DCD}" type="parTrans" cxnId="{AE9F3794-3C73-9A42-8D05-25097E2EE1DA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617085-B2EA-494F-AFAE-D9ECD67409B5}" type="sibTrans" cxnId="{AE9F3794-3C73-9A42-8D05-25097E2EE1DA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3A1022-FE6E-8741-920F-9FE763826367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AU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Crimes that are committed online, such as fraud, gambling, child pornography, and the  illegal sale of prescription drugs, controlled substances, alcohol, or guns</a:t>
          </a:r>
        </a:p>
      </dgm:t>
    </dgm:pt>
    <dgm:pt modelId="{21D9A743-31B7-CD42-950A-4692FD22E37B}" type="parTrans" cxnId="{BA3DAB9C-2E1F-B445-AEDA-7B7626F011D2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3343D3-63B2-5544-B83B-7ED9D54D602C}" type="sibTrans" cxnId="{BA3DAB9C-2E1F-B445-AEDA-7B7626F011D2}">
      <dgm:prSet/>
      <dgm:spPr/>
      <dgm:t>
        <a:bodyPr/>
        <a:lstStyle/>
        <a:p>
          <a:endParaRPr lang="en-US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4FE627-1C47-EC4A-8F07-2B937A0470D2}" type="pres">
      <dgm:prSet presAssocID="{2734731C-F005-674A-BA10-F2D0638C0394}" presName="theList" presStyleCnt="0">
        <dgm:presLayoutVars>
          <dgm:dir/>
          <dgm:animLvl val="lvl"/>
          <dgm:resizeHandles val="exact"/>
        </dgm:presLayoutVars>
      </dgm:prSet>
      <dgm:spPr/>
    </dgm:pt>
    <dgm:pt modelId="{724BC1D1-CC3D-624C-9C92-8D83F12C9210}" type="pres">
      <dgm:prSet presAssocID="{8E09510D-0262-224D-8F22-11455F3A5B7D}" presName="compNode" presStyleCnt="0"/>
      <dgm:spPr/>
    </dgm:pt>
    <dgm:pt modelId="{B9C642EB-0067-004D-B475-FD842CCA2E4C}" type="pres">
      <dgm:prSet presAssocID="{8E09510D-0262-224D-8F22-11455F3A5B7D}" presName="aNode" presStyleLbl="bgShp" presStyleIdx="0" presStyleCnt="3"/>
      <dgm:spPr/>
    </dgm:pt>
    <dgm:pt modelId="{5F2B7152-3F37-0C41-93B2-201853DB5948}" type="pres">
      <dgm:prSet presAssocID="{8E09510D-0262-224D-8F22-11455F3A5B7D}" presName="textNode" presStyleLbl="bgShp" presStyleIdx="0" presStyleCnt="3"/>
      <dgm:spPr/>
    </dgm:pt>
    <dgm:pt modelId="{AAB61FA4-CF9B-CE47-B2CA-39BD5D653946}" type="pres">
      <dgm:prSet presAssocID="{8E09510D-0262-224D-8F22-11455F3A5B7D}" presName="compChildNode" presStyleCnt="0"/>
      <dgm:spPr/>
    </dgm:pt>
    <dgm:pt modelId="{6EDD8B10-E4AB-7442-9ED2-14F45786B9A5}" type="pres">
      <dgm:prSet presAssocID="{8E09510D-0262-224D-8F22-11455F3A5B7D}" presName="theInnerList" presStyleCnt="0"/>
      <dgm:spPr/>
    </dgm:pt>
    <dgm:pt modelId="{BD834E4E-EADA-B345-AC38-6D16DE09043E}" type="pres">
      <dgm:prSet presAssocID="{9F42375A-5320-094A-A640-A699CD782E17}" presName="childNode" presStyleLbl="node1" presStyleIdx="0" presStyleCnt="3">
        <dgm:presLayoutVars>
          <dgm:bulletEnabled val="1"/>
        </dgm:presLayoutVars>
      </dgm:prSet>
      <dgm:spPr/>
    </dgm:pt>
    <dgm:pt modelId="{1761A284-B66E-FF48-8D80-3EBFB32F9094}" type="pres">
      <dgm:prSet presAssocID="{8E09510D-0262-224D-8F22-11455F3A5B7D}" presName="aSpace" presStyleCnt="0"/>
      <dgm:spPr/>
    </dgm:pt>
    <dgm:pt modelId="{5A10C440-8F51-CD4F-9F12-29BCCB404122}" type="pres">
      <dgm:prSet presAssocID="{E1E3DE90-D6FE-9340-B1F8-30B0DB01B6BF}" presName="compNode" presStyleCnt="0"/>
      <dgm:spPr/>
    </dgm:pt>
    <dgm:pt modelId="{28E872C3-1416-CA4A-AF6D-1A94F19905A0}" type="pres">
      <dgm:prSet presAssocID="{E1E3DE90-D6FE-9340-B1F8-30B0DB01B6BF}" presName="aNode" presStyleLbl="bgShp" presStyleIdx="1" presStyleCnt="3"/>
      <dgm:spPr/>
    </dgm:pt>
    <dgm:pt modelId="{ABEED7C0-C94D-2248-8E32-8FCC8D02CABC}" type="pres">
      <dgm:prSet presAssocID="{E1E3DE90-D6FE-9340-B1F8-30B0DB01B6BF}" presName="textNode" presStyleLbl="bgShp" presStyleIdx="1" presStyleCnt="3"/>
      <dgm:spPr/>
    </dgm:pt>
    <dgm:pt modelId="{9C480A0E-85EC-434A-9F85-0FE92E16C594}" type="pres">
      <dgm:prSet presAssocID="{E1E3DE90-D6FE-9340-B1F8-30B0DB01B6BF}" presName="compChildNode" presStyleCnt="0"/>
      <dgm:spPr/>
    </dgm:pt>
    <dgm:pt modelId="{B06A2500-7A12-9442-A12B-04992B655779}" type="pres">
      <dgm:prSet presAssocID="{E1E3DE90-D6FE-9340-B1F8-30B0DB01B6BF}" presName="theInnerList" presStyleCnt="0"/>
      <dgm:spPr/>
    </dgm:pt>
    <dgm:pt modelId="{CC2B11E9-5D42-874B-8580-25B4EBA9839D}" type="pres">
      <dgm:prSet presAssocID="{1455CAFC-75BE-5743-A225-495E94182041}" presName="childNode" presStyleLbl="node1" presStyleIdx="1" presStyleCnt="3">
        <dgm:presLayoutVars>
          <dgm:bulletEnabled val="1"/>
        </dgm:presLayoutVars>
      </dgm:prSet>
      <dgm:spPr/>
    </dgm:pt>
    <dgm:pt modelId="{FA5A9998-1CB2-D549-AEF2-C68DA0D6012A}" type="pres">
      <dgm:prSet presAssocID="{E1E3DE90-D6FE-9340-B1F8-30B0DB01B6BF}" presName="aSpace" presStyleCnt="0"/>
      <dgm:spPr/>
    </dgm:pt>
    <dgm:pt modelId="{BB8831AA-905C-384C-A96B-139AE7820991}" type="pres">
      <dgm:prSet presAssocID="{38B53426-DC34-4446-B4CB-E6716DFF9AF3}" presName="compNode" presStyleCnt="0"/>
      <dgm:spPr/>
    </dgm:pt>
    <dgm:pt modelId="{12848076-7062-8049-A654-DC33219028CD}" type="pres">
      <dgm:prSet presAssocID="{38B53426-DC34-4446-B4CB-E6716DFF9AF3}" presName="aNode" presStyleLbl="bgShp" presStyleIdx="2" presStyleCnt="3"/>
      <dgm:spPr/>
    </dgm:pt>
    <dgm:pt modelId="{C181ED04-A6C3-4A4C-A460-BB154DA88699}" type="pres">
      <dgm:prSet presAssocID="{38B53426-DC34-4446-B4CB-E6716DFF9AF3}" presName="textNode" presStyleLbl="bgShp" presStyleIdx="2" presStyleCnt="3"/>
      <dgm:spPr/>
    </dgm:pt>
    <dgm:pt modelId="{B7CFAA29-B34F-F846-9EE8-D0F8EE5F6E5F}" type="pres">
      <dgm:prSet presAssocID="{38B53426-DC34-4446-B4CB-E6716DFF9AF3}" presName="compChildNode" presStyleCnt="0"/>
      <dgm:spPr/>
    </dgm:pt>
    <dgm:pt modelId="{42CA5F17-52C0-DD46-9556-7FE3E47E5D9E}" type="pres">
      <dgm:prSet presAssocID="{38B53426-DC34-4446-B4CB-E6716DFF9AF3}" presName="theInnerList" presStyleCnt="0"/>
      <dgm:spPr/>
    </dgm:pt>
    <dgm:pt modelId="{BCB621A9-B1C9-BD48-AA11-D287835E0F6F}" type="pres">
      <dgm:prSet presAssocID="{323A1022-FE6E-8741-920F-9FE763826367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49AC6604-C93E-E54A-B9B5-6E4FB73F77EB}" type="presOf" srcId="{8E09510D-0262-224D-8F22-11455F3A5B7D}" destId="{5F2B7152-3F37-0C41-93B2-201853DB5948}" srcOrd="1" destOrd="0" presId="urn:microsoft.com/office/officeart/2005/8/layout/lProcess2"/>
    <dgm:cxn modelId="{FC9D8E23-BC35-FB44-9EED-265D4240BA65}" type="presOf" srcId="{38B53426-DC34-4446-B4CB-E6716DFF9AF3}" destId="{12848076-7062-8049-A654-DC33219028CD}" srcOrd="0" destOrd="0" presId="urn:microsoft.com/office/officeart/2005/8/layout/lProcess2"/>
    <dgm:cxn modelId="{C7E13F30-264B-864E-819E-E9DE9B2BFDFC}" srcId="{E1E3DE90-D6FE-9340-B1F8-30B0DB01B6BF}" destId="{1455CAFC-75BE-5743-A225-495E94182041}" srcOrd="0" destOrd="0" parTransId="{0DA39F8D-681B-354E-B6EA-81ED3E6DE517}" sibTransId="{74845942-0630-E34B-BDD9-134E68A22941}"/>
    <dgm:cxn modelId="{76270B34-2459-244D-82B9-7241EC938FA2}" type="presOf" srcId="{E1E3DE90-D6FE-9340-B1F8-30B0DB01B6BF}" destId="{ABEED7C0-C94D-2248-8E32-8FCC8D02CABC}" srcOrd="1" destOrd="0" presId="urn:microsoft.com/office/officeart/2005/8/layout/lProcess2"/>
    <dgm:cxn modelId="{EE0C1F39-90E2-4F49-9BF9-855E37B72418}" type="presOf" srcId="{1455CAFC-75BE-5743-A225-495E94182041}" destId="{CC2B11E9-5D42-874B-8580-25B4EBA9839D}" srcOrd="0" destOrd="0" presId="urn:microsoft.com/office/officeart/2005/8/layout/lProcess2"/>
    <dgm:cxn modelId="{A011DB5B-3C13-E547-835C-269EA8C86B15}" srcId="{2734731C-F005-674A-BA10-F2D0638C0394}" destId="{8E09510D-0262-224D-8F22-11455F3A5B7D}" srcOrd="0" destOrd="0" parTransId="{88A74A8C-A64F-A346-9092-2A5845D7892F}" sibTransId="{8B7709F4-6BDB-C24D-B5DB-6F672893D170}"/>
    <dgm:cxn modelId="{42E5365D-2CFD-BA42-8CE6-0323AD338E8C}" srcId="{8E09510D-0262-224D-8F22-11455F3A5B7D}" destId="{9F42375A-5320-094A-A640-A699CD782E17}" srcOrd="0" destOrd="0" parTransId="{DD5EAC86-A7F3-034F-A07B-8129F9858D96}" sibTransId="{7EAD22CD-FFDA-F945-A2D1-5B91E7149E1C}"/>
    <dgm:cxn modelId="{45D43081-5DB1-5041-837F-E862A3014DB6}" type="presOf" srcId="{2734731C-F005-674A-BA10-F2D0638C0394}" destId="{4A4FE627-1C47-EC4A-8F07-2B937A0470D2}" srcOrd="0" destOrd="0" presId="urn:microsoft.com/office/officeart/2005/8/layout/lProcess2"/>
    <dgm:cxn modelId="{43651987-9797-3C43-9D97-1E66DCCD6402}" srcId="{2734731C-F005-674A-BA10-F2D0638C0394}" destId="{E1E3DE90-D6FE-9340-B1F8-30B0DB01B6BF}" srcOrd="1" destOrd="0" parTransId="{8156E39F-B1BB-E644-B585-C3FA37AB318F}" sibTransId="{23436C3E-2A21-D64A-9BA7-8DA115EBE84C}"/>
    <dgm:cxn modelId="{AE9F3794-3C73-9A42-8D05-25097E2EE1DA}" srcId="{2734731C-F005-674A-BA10-F2D0638C0394}" destId="{38B53426-DC34-4446-B4CB-E6716DFF9AF3}" srcOrd="2" destOrd="0" parTransId="{8EB3CF16-BDEC-0749-836C-4475B58E6DCD}" sibTransId="{C4617085-B2EA-494F-AFAE-D9ECD67409B5}"/>
    <dgm:cxn modelId="{D4E84E95-D0A7-4540-869D-421E838252C1}" type="presOf" srcId="{323A1022-FE6E-8741-920F-9FE763826367}" destId="{BCB621A9-B1C9-BD48-AA11-D287835E0F6F}" srcOrd="0" destOrd="0" presId="urn:microsoft.com/office/officeart/2005/8/layout/lProcess2"/>
    <dgm:cxn modelId="{BA3DAB9C-2E1F-B445-AEDA-7B7626F011D2}" srcId="{38B53426-DC34-4446-B4CB-E6716DFF9AF3}" destId="{323A1022-FE6E-8741-920F-9FE763826367}" srcOrd="0" destOrd="0" parTransId="{21D9A743-31B7-CD42-950A-4692FD22E37B}" sibTransId="{443343D3-63B2-5544-B83B-7ED9D54D602C}"/>
    <dgm:cxn modelId="{215ED29F-AC00-294D-938B-FA83C694631B}" type="presOf" srcId="{8E09510D-0262-224D-8F22-11455F3A5B7D}" destId="{B9C642EB-0067-004D-B475-FD842CCA2E4C}" srcOrd="0" destOrd="0" presId="urn:microsoft.com/office/officeart/2005/8/layout/lProcess2"/>
    <dgm:cxn modelId="{5FAC58A7-A39E-C946-B6E0-1071BA88521C}" type="presOf" srcId="{E1E3DE90-D6FE-9340-B1F8-30B0DB01B6BF}" destId="{28E872C3-1416-CA4A-AF6D-1A94F19905A0}" srcOrd="0" destOrd="0" presId="urn:microsoft.com/office/officeart/2005/8/layout/lProcess2"/>
    <dgm:cxn modelId="{709CFEB9-443B-1847-A7FE-8F51B52CAB8F}" type="presOf" srcId="{38B53426-DC34-4446-B4CB-E6716DFF9AF3}" destId="{C181ED04-A6C3-4A4C-A460-BB154DA88699}" srcOrd="1" destOrd="0" presId="urn:microsoft.com/office/officeart/2005/8/layout/lProcess2"/>
    <dgm:cxn modelId="{2E982CC2-3E9C-014F-B55E-68CFAFD1E3FB}" type="presOf" srcId="{9F42375A-5320-094A-A640-A699CD782E17}" destId="{BD834E4E-EADA-B345-AC38-6D16DE09043E}" srcOrd="0" destOrd="0" presId="urn:microsoft.com/office/officeart/2005/8/layout/lProcess2"/>
    <dgm:cxn modelId="{AE8F2370-766F-724B-8C7E-1EF16E3B2C9E}" type="presParOf" srcId="{4A4FE627-1C47-EC4A-8F07-2B937A0470D2}" destId="{724BC1D1-CC3D-624C-9C92-8D83F12C9210}" srcOrd="0" destOrd="0" presId="urn:microsoft.com/office/officeart/2005/8/layout/lProcess2"/>
    <dgm:cxn modelId="{DE70DBD7-46AA-B448-871B-90DB034734EF}" type="presParOf" srcId="{724BC1D1-CC3D-624C-9C92-8D83F12C9210}" destId="{B9C642EB-0067-004D-B475-FD842CCA2E4C}" srcOrd="0" destOrd="0" presId="urn:microsoft.com/office/officeart/2005/8/layout/lProcess2"/>
    <dgm:cxn modelId="{58AE4DAA-6FCB-B345-A7B3-250796F1DE44}" type="presParOf" srcId="{724BC1D1-CC3D-624C-9C92-8D83F12C9210}" destId="{5F2B7152-3F37-0C41-93B2-201853DB5948}" srcOrd="1" destOrd="0" presId="urn:microsoft.com/office/officeart/2005/8/layout/lProcess2"/>
    <dgm:cxn modelId="{388E2B4E-0E80-0D44-8305-77271D45B610}" type="presParOf" srcId="{724BC1D1-CC3D-624C-9C92-8D83F12C9210}" destId="{AAB61FA4-CF9B-CE47-B2CA-39BD5D653946}" srcOrd="2" destOrd="0" presId="urn:microsoft.com/office/officeart/2005/8/layout/lProcess2"/>
    <dgm:cxn modelId="{14318FCC-4FEE-5147-AAB6-178759D5DDA7}" type="presParOf" srcId="{AAB61FA4-CF9B-CE47-B2CA-39BD5D653946}" destId="{6EDD8B10-E4AB-7442-9ED2-14F45786B9A5}" srcOrd="0" destOrd="0" presId="urn:microsoft.com/office/officeart/2005/8/layout/lProcess2"/>
    <dgm:cxn modelId="{519B022D-C2D2-374B-8397-146F6919E2D8}" type="presParOf" srcId="{6EDD8B10-E4AB-7442-9ED2-14F45786B9A5}" destId="{BD834E4E-EADA-B345-AC38-6D16DE09043E}" srcOrd="0" destOrd="0" presId="urn:microsoft.com/office/officeart/2005/8/layout/lProcess2"/>
    <dgm:cxn modelId="{304F393C-4795-A145-9B6C-EB80A31A382F}" type="presParOf" srcId="{4A4FE627-1C47-EC4A-8F07-2B937A0470D2}" destId="{1761A284-B66E-FF48-8D80-3EBFB32F9094}" srcOrd="1" destOrd="0" presId="urn:microsoft.com/office/officeart/2005/8/layout/lProcess2"/>
    <dgm:cxn modelId="{C1A43940-957D-8146-BA1E-243EB9932631}" type="presParOf" srcId="{4A4FE627-1C47-EC4A-8F07-2B937A0470D2}" destId="{5A10C440-8F51-CD4F-9F12-29BCCB404122}" srcOrd="2" destOrd="0" presId="urn:microsoft.com/office/officeart/2005/8/layout/lProcess2"/>
    <dgm:cxn modelId="{0A863522-5E03-874B-BECB-6A6A0AD4A45F}" type="presParOf" srcId="{5A10C440-8F51-CD4F-9F12-29BCCB404122}" destId="{28E872C3-1416-CA4A-AF6D-1A94F19905A0}" srcOrd="0" destOrd="0" presId="urn:microsoft.com/office/officeart/2005/8/layout/lProcess2"/>
    <dgm:cxn modelId="{AD7496B4-79DA-F047-88BC-9345968C25B6}" type="presParOf" srcId="{5A10C440-8F51-CD4F-9F12-29BCCB404122}" destId="{ABEED7C0-C94D-2248-8E32-8FCC8D02CABC}" srcOrd="1" destOrd="0" presId="urn:microsoft.com/office/officeart/2005/8/layout/lProcess2"/>
    <dgm:cxn modelId="{B8AD7663-54AB-2A47-A6D3-E89D2BB9E1D3}" type="presParOf" srcId="{5A10C440-8F51-CD4F-9F12-29BCCB404122}" destId="{9C480A0E-85EC-434A-9F85-0FE92E16C594}" srcOrd="2" destOrd="0" presId="urn:microsoft.com/office/officeart/2005/8/layout/lProcess2"/>
    <dgm:cxn modelId="{BA9B4E42-3D77-B940-A9AF-F8C82BCE611E}" type="presParOf" srcId="{9C480A0E-85EC-434A-9F85-0FE92E16C594}" destId="{B06A2500-7A12-9442-A12B-04992B655779}" srcOrd="0" destOrd="0" presId="urn:microsoft.com/office/officeart/2005/8/layout/lProcess2"/>
    <dgm:cxn modelId="{6C5406E4-1679-554E-936D-6FB8E59E97AE}" type="presParOf" srcId="{B06A2500-7A12-9442-A12B-04992B655779}" destId="{CC2B11E9-5D42-874B-8580-25B4EBA9839D}" srcOrd="0" destOrd="0" presId="urn:microsoft.com/office/officeart/2005/8/layout/lProcess2"/>
    <dgm:cxn modelId="{B2699B62-1BA3-DC41-BB91-181F7E810A9B}" type="presParOf" srcId="{4A4FE627-1C47-EC4A-8F07-2B937A0470D2}" destId="{FA5A9998-1CB2-D549-AEF2-C68DA0D6012A}" srcOrd="3" destOrd="0" presId="urn:microsoft.com/office/officeart/2005/8/layout/lProcess2"/>
    <dgm:cxn modelId="{445252EC-5730-5540-A6C2-F8FBB6090583}" type="presParOf" srcId="{4A4FE627-1C47-EC4A-8F07-2B937A0470D2}" destId="{BB8831AA-905C-384C-A96B-139AE7820991}" srcOrd="4" destOrd="0" presId="urn:microsoft.com/office/officeart/2005/8/layout/lProcess2"/>
    <dgm:cxn modelId="{A9218183-88EE-8B46-90BA-3BCAC417D143}" type="presParOf" srcId="{BB8831AA-905C-384C-A96B-139AE7820991}" destId="{12848076-7062-8049-A654-DC33219028CD}" srcOrd="0" destOrd="0" presId="urn:microsoft.com/office/officeart/2005/8/layout/lProcess2"/>
    <dgm:cxn modelId="{F7BFCBFC-5C04-5949-8067-7A8401139D12}" type="presParOf" srcId="{BB8831AA-905C-384C-A96B-139AE7820991}" destId="{C181ED04-A6C3-4A4C-A460-BB154DA88699}" srcOrd="1" destOrd="0" presId="urn:microsoft.com/office/officeart/2005/8/layout/lProcess2"/>
    <dgm:cxn modelId="{68F7465C-58E2-0145-AC8F-F6A081BE2D3E}" type="presParOf" srcId="{BB8831AA-905C-384C-A96B-139AE7820991}" destId="{B7CFAA29-B34F-F846-9EE8-D0F8EE5F6E5F}" srcOrd="2" destOrd="0" presId="urn:microsoft.com/office/officeart/2005/8/layout/lProcess2"/>
    <dgm:cxn modelId="{39D9207D-E51B-3549-A02C-05626412DCA4}" type="presParOf" srcId="{B7CFAA29-B34F-F846-9EE8-D0F8EE5F6E5F}" destId="{42CA5F17-52C0-DD46-9556-7FE3E47E5D9E}" srcOrd="0" destOrd="0" presId="urn:microsoft.com/office/officeart/2005/8/layout/lProcess2"/>
    <dgm:cxn modelId="{037FE114-18A1-8041-B075-F5F663E643FC}" type="presParOf" srcId="{42CA5F17-52C0-DD46-9556-7FE3E47E5D9E}" destId="{BCB621A9-B1C9-BD48-AA11-D287835E0F6F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7F3CB-9BF9-2748-A962-A56C5089A657}" type="doc">
      <dgm:prSet loTypeId="urn:microsoft.com/office/officeart/2005/8/layout/hList1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BDD7EAC5-80D9-9A43-8E37-AE00BD0A52D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Utility</a:t>
          </a:r>
        </a:p>
      </dgm:t>
    </dgm:pt>
    <dgm:pt modelId="{4FB80B69-C4E1-2540-BB87-107B3F73DFC8}" type="parTrans" cxnId="{63BB75E7-C615-BC4C-8C93-5F44C91DE25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5D59AD-4904-2F45-9253-53BCE35EB3E5}" type="sibTrans" cxnId="{63BB75E7-C615-BC4C-8C93-5F44C91DE25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DA1924-E907-574E-84B7-753939A77978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Design</a:t>
          </a:r>
        </a:p>
      </dgm:t>
    </dgm:pt>
    <dgm:pt modelId="{14756861-D5BF-464D-8643-5CD4E84B8DFD}" type="parTrans" cxnId="{F8C7C3CF-7339-2A49-835B-7769902E4D0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719FAB-B6F4-374A-9EC9-0A2D48E1122B}" type="sibTrans" cxnId="{F8C7C3CF-7339-2A49-835B-7769902E4D0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A4CFEC-7893-7846-BC7F-8FE4D62EDA98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Plant</a:t>
          </a:r>
        </a:p>
      </dgm:t>
    </dgm:pt>
    <dgm:pt modelId="{EE6C7F02-8B54-7140-8A27-B2DE9C7D4A00}" type="parTrans" cxnId="{8BC0DA01-076A-B94C-9FB7-BF4A4AEB3BE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8AEB44-645C-2C48-9F45-26B308FF3E0A}" type="sibTrans" cxnId="{8BC0DA01-076A-B94C-9FB7-BF4A4AEB3BE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ECC569-4658-8C46-90BD-9FF4B043F756}">
      <dgm:prSet phldrT="[Text]"/>
      <dgm:spPr/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Any new and useful process, machine, article of manufacture, or composition of matter</a:t>
          </a:r>
        </a:p>
      </dgm:t>
    </dgm:pt>
    <dgm:pt modelId="{C451AED8-4590-3346-911B-7BDE186AA530}" type="parTrans" cxnId="{EA145C02-B5DA-CA4C-B56B-52164778B4C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284377-33C9-1447-9A0F-980F0C564205}" type="sibTrans" cxnId="{EA145C02-B5DA-CA4C-B56B-52164778B4C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4B6CC-CD73-4B43-91DC-E1E98D142556}">
      <dgm:prSet/>
      <dgm:spPr/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New, original, and ornamental design for an article of manufacture</a:t>
          </a:r>
        </a:p>
      </dgm:t>
    </dgm:pt>
    <dgm:pt modelId="{2F5AEA28-961F-B14B-80D1-D182515ABEE0}" type="parTrans" cxnId="{498B1233-8626-9740-BA22-56F33DB2797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839523-DE5B-0645-9CA2-6A8537E603D6}" type="sibTrans" cxnId="{498B1233-8626-9740-BA22-56F33DB2797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C1D5EF-B542-3447-914F-F5CD9B7BA58F}">
      <dgm:prSet/>
      <dgm:spPr/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Discovers and asexually reproduces any distinct and new variety of plant</a:t>
          </a:r>
        </a:p>
      </dgm:t>
    </dgm:pt>
    <dgm:pt modelId="{D077A9AA-5057-5546-BFAF-D9163CD03956}" type="parTrans" cxnId="{7491CF43-4EAB-6440-B5FD-2ECE8625E84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FD2ABF-610C-EC4A-8741-234ABAAF5F89}" type="sibTrans" cxnId="{7491CF43-4EAB-6440-B5FD-2ECE8625E84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F76681-FF38-CC4D-B2A5-08A98E0CF4E2}" type="pres">
      <dgm:prSet presAssocID="{FD87F3CB-9BF9-2748-A962-A56C5089A657}" presName="Name0" presStyleCnt="0">
        <dgm:presLayoutVars>
          <dgm:dir/>
          <dgm:animLvl val="lvl"/>
          <dgm:resizeHandles val="exact"/>
        </dgm:presLayoutVars>
      </dgm:prSet>
      <dgm:spPr/>
    </dgm:pt>
    <dgm:pt modelId="{8238DF52-8C60-B348-946F-4EAE7FF40A5F}" type="pres">
      <dgm:prSet presAssocID="{BDD7EAC5-80D9-9A43-8E37-AE00BD0A52D4}" presName="composite" presStyleCnt="0"/>
      <dgm:spPr/>
    </dgm:pt>
    <dgm:pt modelId="{AE358BD2-887B-8C4C-B839-871B68BF382C}" type="pres">
      <dgm:prSet presAssocID="{BDD7EAC5-80D9-9A43-8E37-AE00BD0A52D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C53AF06-4A02-6242-B36E-0BE679DC315F}" type="pres">
      <dgm:prSet presAssocID="{BDD7EAC5-80D9-9A43-8E37-AE00BD0A52D4}" presName="desTx" presStyleLbl="alignAccFollowNode1" presStyleIdx="0" presStyleCnt="3">
        <dgm:presLayoutVars>
          <dgm:bulletEnabled val="1"/>
        </dgm:presLayoutVars>
      </dgm:prSet>
      <dgm:spPr/>
    </dgm:pt>
    <dgm:pt modelId="{C1FAD3FC-227D-DA4A-BB5F-59A72FE10BAA}" type="pres">
      <dgm:prSet presAssocID="{595D59AD-4904-2F45-9253-53BCE35EB3E5}" presName="space" presStyleCnt="0"/>
      <dgm:spPr/>
    </dgm:pt>
    <dgm:pt modelId="{4A104B99-F16F-DE49-8754-7BDE23E1C249}" type="pres">
      <dgm:prSet presAssocID="{8BDA1924-E907-574E-84B7-753939A77978}" presName="composite" presStyleCnt="0"/>
      <dgm:spPr/>
    </dgm:pt>
    <dgm:pt modelId="{86B56373-1073-8341-AB59-4FD620C8A33D}" type="pres">
      <dgm:prSet presAssocID="{8BDA1924-E907-574E-84B7-753939A7797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2CCABCD-4999-4849-AD78-D989F7D59260}" type="pres">
      <dgm:prSet presAssocID="{8BDA1924-E907-574E-84B7-753939A77978}" presName="desTx" presStyleLbl="alignAccFollowNode1" presStyleIdx="1" presStyleCnt="3">
        <dgm:presLayoutVars>
          <dgm:bulletEnabled val="1"/>
        </dgm:presLayoutVars>
      </dgm:prSet>
      <dgm:spPr/>
    </dgm:pt>
    <dgm:pt modelId="{7BF44128-18DE-3941-B78F-6662F81BC3D6}" type="pres">
      <dgm:prSet presAssocID="{09719FAB-B6F4-374A-9EC9-0A2D48E1122B}" presName="space" presStyleCnt="0"/>
      <dgm:spPr/>
    </dgm:pt>
    <dgm:pt modelId="{935F522D-D536-884E-9174-ABC37D43DDC7}" type="pres">
      <dgm:prSet presAssocID="{F0A4CFEC-7893-7846-BC7F-8FE4D62EDA98}" presName="composite" presStyleCnt="0"/>
      <dgm:spPr/>
    </dgm:pt>
    <dgm:pt modelId="{440671D1-504A-8E46-BA79-C7805C654794}" type="pres">
      <dgm:prSet presAssocID="{F0A4CFEC-7893-7846-BC7F-8FE4D62EDA9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43281DB-7FEA-AC4D-B353-9CB35BB3AD65}" type="pres">
      <dgm:prSet presAssocID="{F0A4CFEC-7893-7846-BC7F-8FE4D62EDA9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BC0DA01-076A-B94C-9FB7-BF4A4AEB3BEA}" srcId="{FD87F3CB-9BF9-2748-A962-A56C5089A657}" destId="{F0A4CFEC-7893-7846-BC7F-8FE4D62EDA98}" srcOrd="2" destOrd="0" parTransId="{EE6C7F02-8B54-7140-8A27-B2DE9C7D4A00}" sibTransId="{EE8AEB44-645C-2C48-9F45-26B308FF3E0A}"/>
    <dgm:cxn modelId="{EA145C02-B5DA-CA4C-B56B-52164778B4C4}" srcId="{BDD7EAC5-80D9-9A43-8E37-AE00BD0A52D4}" destId="{3DECC569-4658-8C46-90BD-9FF4B043F756}" srcOrd="0" destOrd="0" parTransId="{C451AED8-4590-3346-911B-7BDE186AA530}" sibTransId="{A1284377-33C9-1447-9A0F-980F0C564205}"/>
    <dgm:cxn modelId="{AFE90A0A-F607-4A42-9657-5180DA41D0CD}" type="presOf" srcId="{DA54B6CC-CD73-4B43-91DC-E1E98D142556}" destId="{52CCABCD-4999-4849-AD78-D989F7D59260}" srcOrd="0" destOrd="0" presId="urn:microsoft.com/office/officeart/2005/8/layout/hList1"/>
    <dgm:cxn modelId="{9686561D-4F34-1C4A-AA02-8F137B8B1A87}" type="presOf" srcId="{BDD7EAC5-80D9-9A43-8E37-AE00BD0A52D4}" destId="{AE358BD2-887B-8C4C-B839-871B68BF382C}" srcOrd="0" destOrd="0" presId="urn:microsoft.com/office/officeart/2005/8/layout/hList1"/>
    <dgm:cxn modelId="{D6265D2E-5161-6D4F-9EA5-8128E8271607}" type="presOf" srcId="{3DECC569-4658-8C46-90BD-9FF4B043F756}" destId="{FC53AF06-4A02-6242-B36E-0BE679DC315F}" srcOrd="0" destOrd="0" presId="urn:microsoft.com/office/officeart/2005/8/layout/hList1"/>
    <dgm:cxn modelId="{498B1233-8626-9740-BA22-56F33DB27974}" srcId="{8BDA1924-E907-574E-84B7-753939A77978}" destId="{DA54B6CC-CD73-4B43-91DC-E1E98D142556}" srcOrd="0" destOrd="0" parTransId="{2F5AEA28-961F-B14B-80D1-D182515ABEE0}" sibTransId="{9F839523-DE5B-0645-9CA2-6A8537E603D6}"/>
    <dgm:cxn modelId="{7491CF43-4EAB-6440-B5FD-2ECE8625E84C}" srcId="{F0A4CFEC-7893-7846-BC7F-8FE4D62EDA98}" destId="{7FC1D5EF-B542-3447-914F-F5CD9B7BA58F}" srcOrd="0" destOrd="0" parTransId="{D077A9AA-5057-5546-BFAF-D9163CD03956}" sibTransId="{17FD2ABF-610C-EC4A-8741-234ABAAF5F89}"/>
    <dgm:cxn modelId="{D57E1644-8979-1E4D-9CF0-761B666057CB}" type="presOf" srcId="{7FC1D5EF-B542-3447-914F-F5CD9B7BA58F}" destId="{343281DB-7FEA-AC4D-B353-9CB35BB3AD65}" srcOrd="0" destOrd="0" presId="urn:microsoft.com/office/officeart/2005/8/layout/hList1"/>
    <dgm:cxn modelId="{C9BD4850-BDC6-D74B-825C-FAD2A2EB02BE}" type="presOf" srcId="{F0A4CFEC-7893-7846-BC7F-8FE4D62EDA98}" destId="{440671D1-504A-8E46-BA79-C7805C654794}" srcOrd="0" destOrd="0" presId="urn:microsoft.com/office/officeart/2005/8/layout/hList1"/>
    <dgm:cxn modelId="{E001C057-DC6A-314D-A20C-506B8AF35818}" type="presOf" srcId="{8BDA1924-E907-574E-84B7-753939A77978}" destId="{86B56373-1073-8341-AB59-4FD620C8A33D}" srcOrd="0" destOrd="0" presId="urn:microsoft.com/office/officeart/2005/8/layout/hList1"/>
    <dgm:cxn modelId="{16AC02B7-19EC-6247-ADEA-884ED3A8AC3A}" type="presOf" srcId="{FD87F3CB-9BF9-2748-A962-A56C5089A657}" destId="{5BF76681-FF38-CC4D-B2A5-08A98E0CF4E2}" srcOrd="0" destOrd="0" presId="urn:microsoft.com/office/officeart/2005/8/layout/hList1"/>
    <dgm:cxn modelId="{F8C7C3CF-7339-2A49-835B-7769902E4D0E}" srcId="{FD87F3CB-9BF9-2748-A962-A56C5089A657}" destId="{8BDA1924-E907-574E-84B7-753939A77978}" srcOrd="1" destOrd="0" parTransId="{14756861-D5BF-464D-8643-5CD4E84B8DFD}" sibTransId="{09719FAB-B6F4-374A-9EC9-0A2D48E1122B}"/>
    <dgm:cxn modelId="{63BB75E7-C615-BC4C-8C93-5F44C91DE256}" srcId="{FD87F3CB-9BF9-2748-A962-A56C5089A657}" destId="{BDD7EAC5-80D9-9A43-8E37-AE00BD0A52D4}" srcOrd="0" destOrd="0" parTransId="{4FB80B69-C4E1-2540-BB87-107B3F73DFC8}" sibTransId="{595D59AD-4904-2F45-9253-53BCE35EB3E5}"/>
    <dgm:cxn modelId="{CD9A55C6-47F4-2944-B45B-1E9C01FB88FD}" type="presParOf" srcId="{5BF76681-FF38-CC4D-B2A5-08A98E0CF4E2}" destId="{8238DF52-8C60-B348-946F-4EAE7FF40A5F}" srcOrd="0" destOrd="0" presId="urn:microsoft.com/office/officeart/2005/8/layout/hList1"/>
    <dgm:cxn modelId="{E7204107-A232-DD4E-AD44-A3BD6F433B5B}" type="presParOf" srcId="{8238DF52-8C60-B348-946F-4EAE7FF40A5F}" destId="{AE358BD2-887B-8C4C-B839-871B68BF382C}" srcOrd="0" destOrd="0" presId="urn:microsoft.com/office/officeart/2005/8/layout/hList1"/>
    <dgm:cxn modelId="{32672089-7D3C-D041-9A77-7A467C1C1CA5}" type="presParOf" srcId="{8238DF52-8C60-B348-946F-4EAE7FF40A5F}" destId="{FC53AF06-4A02-6242-B36E-0BE679DC315F}" srcOrd="1" destOrd="0" presId="urn:microsoft.com/office/officeart/2005/8/layout/hList1"/>
    <dgm:cxn modelId="{CB1D3645-F5A2-CC4B-B373-C6FEB4A37C10}" type="presParOf" srcId="{5BF76681-FF38-CC4D-B2A5-08A98E0CF4E2}" destId="{C1FAD3FC-227D-DA4A-BB5F-59A72FE10BAA}" srcOrd="1" destOrd="0" presId="urn:microsoft.com/office/officeart/2005/8/layout/hList1"/>
    <dgm:cxn modelId="{0E73FC1A-5297-804D-9AFD-1932D1AD2798}" type="presParOf" srcId="{5BF76681-FF38-CC4D-B2A5-08A98E0CF4E2}" destId="{4A104B99-F16F-DE49-8754-7BDE23E1C249}" srcOrd="2" destOrd="0" presId="urn:microsoft.com/office/officeart/2005/8/layout/hList1"/>
    <dgm:cxn modelId="{93FDA225-E492-CA40-A307-6877213A0E19}" type="presParOf" srcId="{4A104B99-F16F-DE49-8754-7BDE23E1C249}" destId="{86B56373-1073-8341-AB59-4FD620C8A33D}" srcOrd="0" destOrd="0" presId="urn:microsoft.com/office/officeart/2005/8/layout/hList1"/>
    <dgm:cxn modelId="{E0F256C1-FAD2-CF4E-A1D0-85BA7F35E4F5}" type="presParOf" srcId="{4A104B99-F16F-DE49-8754-7BDE23E1C249}" destId="{52CCABCD-4999-4849-AD78-D989F7D59260}" srcOrd="1" destOrd="0" presId="urn:microsoft.com/office/officeart/2005/8/layout/hList1"/>
    <dgm:cxn modelId="{EACEEBB4-B5D1-6B4B-9BC2-432585D4B8E5}" type="presParOf" srcId="{5BF76681-FF38-CC4D-B2A5-08A98E0CF4E2}" destId="{7BF44128-18DE-3941-B78F-6662F81BC3D6}" srcOrd="3" destOrd="0" presId="urn:microsoft.com/office/officeart/2005/8/layout/hList1"/>
    <dgm:cxn modelId="{C5D56808-17BF-9943-B393-A49A290372F9}" type="presParOf" srcId="{5BF76681-FF38-CC4D-B2A5-08A98E0CF4E2}" destId="{935F522D-D536-884E-9174-ABC37D43DDC7}" srcOrd="4" destOrd="0" presId="urn:microsoft.com/office/officeart/2005/8/layout/hList1"/>
    <dgm:cxn modelId="{3336287A-77CA-5E47-99BD-5108D928B2EF}" type="presParOf" srcId="{935F522D-D536-884E-9174-ABC37D43DDC7}" destId="{440671D1-504A-8E46-BA79-C7805C654794}" srcOrd="0" destOrd="0" presId="urn:microsoft.com/office/officeart/2005/8/layout/hList1"/>
    <dgm:cxn modelId="{0088DC9D-8583-A440-B759-0BAA47B01B68}" type="presParOf" srcId="{935F522D-D536-884E-9174-ABC37D43DDC7}" destId="{343281DB-7FEA-AC4D-B353-9CB35BB3AD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642EB-0067-004D-B475-FD842CCA2E4C}">
      <dsp:nvSpPr>
        <dsp:cNvPr id="0" name=""/>
        <dsp:cNvSpPr/>
      </dsp:nvSpPr>
      <dsp:spPr>
        <a:xfrm>
          <a:off x="1032" y="0"/>
          <a:ext cx="2684487" cy="3683000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b="1" kern="12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Computers as targets</a:t>
          </a:r>
          <a:endParaRPr lang="en-US" sz="23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32" y="0"/>
        <a:ext cx="2684487" cy="1104900"/>
      </dsp:txXfrm>
    </dsp:sp>
    <dsp:sp modelId="{BD834E4E-EADA-B345-AC38-6D16DE09043E}">
      <dsp:nvSpPr>
        <dsp:cNvPr id="0" name=""/>
        <dsp:cNvSpPr/>
      </dsp:nvSpPr>
      <dsp:spPr>
        <a:xfrm>
          <a:off x="269481" y="1104900"/>
          <a:ext cx="2147589" cy="2393950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b="1" kern="12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Involves an attack on data integrity, system integrity, data confidentiality, privacy, or availability</a:t>
          </a:r>
        </a:p>
      </dsp:txBody>
      <dsp:txXfrm>
        <a:off x="332382" y="1167801"/>
        <a:ext cx="2021787" cy="2268148"/>
      </dsp:txXfrm>
    </dsp:sp>
    <dsp:sp modelId="{28E872C3-1416-CA4A-AF6D-1A94F19905A0}">
      <dsp:nvSpPr>
        <dsp:cNvPr id="0" name=""/>
        <dsp:cNvSpPr/>
      </dsp:nvSpPr>
      <dsp:spPr>
        <a:xfrm>
          <a:off x="2886856" y="0"/>
          <a:ext cx="2684487" cy="3683000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b="1" kern="12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Computers as storage devices</a:t>
          </a:r>
        </a:p>
      </dsp:txBody>
      <dsp:txXfrm>
        <a:off x="2886856" y="0"/>
        <a:ext cx="2684487" cy="1104900"/>
      </dsp:txXfrm>
    </dsp:sp>
    <dsp:sp modelId="{CC2B11E9-5D42-874B-8580-25B4EBA9839D}">
      <dsp:nvSpPr>
        <dsp:cNvPr id="0" name=""/>
        <dsp:cNvSpPr/>
      </dsp:nvSpPr>
      <dsp:spPr>
        <a:xfrm>
          <a:off x="3155305" y="1104900"/>
          <a:ext cx="2147589" cy="2393950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Using the computer to store stolen password lists, credit card or calling card numbers, proprietary corporate information, pornographic image files, or pirated commercial software</a:t>
          </a:r>
        </a:p>
      </dsp:txBody>
      <dsp:txXfrm>
        <a:off x="3218206" y="1167801"/>
        <a:ext cx="2021787" cy="2268148"/>
      </dsp:txXfrm>
    </dsp:sp>
    <dsp:sp modelId="{12848076-7062-8049-A654-DC33219028CD}">
      <dsp:nvSpPr>
        <dsp:cNvPr id="0" name=""/>
        <dsp:cNvSpPr/>
      </dsp:nvSpPr>
      <dsp:spPr>
        <a:xfrm>
          <a:off x="5772680" y="0"/>
          <a:ext cx="2684487" cy="3683000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b="1" kern="12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Computers as communications tools</a:t>
          </a:r>
        </a:p>
      </dsp:txBody>
      <dsp:txXfrm>
        <a:off x="5772680" y="0"/>
        <a:ext cx="2684487" cy="1104900"/>
      </dsp:txXfrm>
    </dsp:sp>
    <dsp:sp modelId="{BCB621A9-B1C9-BD48-AA11-D287835E0F6F}">
      <dsp:nvSpPr>
        <dsp:cNvPr id="0" name=""/>
        <dsp:cNvSpPr/>
      </dsp:nvSpPr>
      <dsp:spPr>
        <a:xfrm>
          <a:off x="6041128" y="1104900"/>
          <a:ext cx="2147589" cy="239395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1" kern="12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Crimes that are committed online, such as fraud, gambling, child pornography, and the  illegal sale of prescription drugs, controlled substances, alcohol, or guns</a:t>
          </a:r>
        </a:p>
      </dsp:txBody>
      <dsp:txXfrm>
        <a:off x="6104029" y="1167801"/>
        <a:ext cx="2021787" cy="2268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58BD2-887B-8C4C-B839-871B68BF382C}">
      <dsp:nvSpPr>
        <dsp:cNvPr id="0" name=""/>
        <dsp:cNvSpPr/>
      </dsp:nvSpPr>
      <dsp:spPr>
        <a:xfrm>
          <a:off x="1980" y="234878"/>
          <a:ext cx="1930991" cy="489600"/>
        </a:xfrm>
        <a:prstGeom prst="rect">
          <a:avLst/>
        </a:prstGeom>
        <a:solidFill>
          <a:schemeClr val="accent6">
            <a:lumMod val="7500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Utility</a:t>
          </a:r>
        </a:p>
      </dsp:txBody>
      <dsp:txXfrm>
        <a:off x="1980" y="234878"/>
        <a:ext cx="1930991" cy="489600"/>
      </dsp:txXfrm>
    </dsp:sp>
    <dsp:sp modelId="{FC53AF06-4A02-6242-B36E-0BE679DC315F}">
      <dsp:nvSpPr>
        <dsp:cNvPr id="0" name=""/>
        <dsp:cNvSpPr/>
      </dsp:nvSpPr>
      <dsp:spPr>
        <a:xfrm>
          <a:off x="1980" y="724478"/>
          <a:ext cx="1930991" cy="158661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Any new and useful process, machine, article of manufacture, or composition of matter</a:t>
          </a:r>
        </a:p>
      </dsp:txBody>
      <dsp:txXfrm>
        <a:off x="1980" y="724478"/>
        <a:ext cx="1930991" cy="1586610"/>
      </dsp:txXfrm>
    </dsp:sp>
    <dsp:sp modelId="{86B56373-1073-8341-AB59-4FD620C8A33D}">
      <dsp:nvSpPr>
        <dsp:cNvPr id="0" name=""/>
        <dsp:cNvSpPr/>
      </dsp:nvSpPr>
      <dsp:spPr>
        <a:xfrm>
          <a:off x="2203310" y="234878"/>
          <a:ext cx="1930991" cy="489600"/>
        </a:xfrm>
        <a:prstGeom prst="rect">
          <a:avLst/>
        </a:prstGeom>
        <a:solidFill>
          <a:schemeClr val="accent6">
            <a:lumMod val="7500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Design</a:t>
          </a:r>
        </a:p>
      </dsp:txBody>
      <dsp:txXfrm>
        <a:off x="2203310" y="234878"/>
        <a:ext cx="1930991" cy="489600"/>
      </dsp:txXfrm>
    </dsp:sp>
    <dsp:sp modelId="{52CCABCD-4999-4849-AD78-D989F7D59260}">
      <dsp:nvSpPr>
        <dsp:cNvPr id="0" name=""/>
        <dsp:cNvSpPr/>
      </dsp:nvSpPr>
      <dsp:spPr>
        <a:xfrm>
          <a:off x="2203310" y="724478"/>
          <a:ext cx="1930991" cy="158661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New, original, and ornamental design for an article of manufacture</a:t>
          </a:r>
        </a:p>
      </dsp:txBody>
      <dsp:txXfrm>
        <a:off x="2203310" y="724478"/>
        <a:ext cx="1930991" cy="1586610"/>
      </dsp:txXfrm>
    </dsp:sp>
    <dsp:sp modelId="{440671D1-504A-8E46-BA79-C7805C654794}">
      <dsp:nvSpPr>
        <dsp:cNvPr id="0" name=""/>
        <dsp:cNvSpPr/>
      </dsp:nvSpPr>
      <dsp:spPr>
        <a:xfrm>
          <a:off x="4404640" y="234878"/>
          <a:ext cx="1930991" cy="489600"/>
        </a:xfrm>
        <a:prstGeom prst="rect">
          <a:avLst/>
        </a:prstGeom>
        <a:solidFill>
          <a:schemeClr val="accent6">
            <a:lumMod val="7500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Plant</a:t>
          </a:r>
        </a:p>
      </dsp:txBody>
      <dsp:txXfrm>
        <a:off x="4404640" y="234878"/>
        <a:ext cx="1930991" cy="489600"/>
      </dsp:txXfrm>
    </dsp:sp>
    <dsp:sp modelId="{343281DB-7FEA-AC4D-B353-9CB35BB3AD65}">
      <dsp:nvSpPr>
        <dsp:cNvPr id="0" name=""/>
        <dsp:cNvSpPr/>
      </dsp:nvSpPr>
      <dsp:spPr>
        <a:xfrm>
          <a:off x="4404640" y="724478"/>
          <a:ext cx="1930991" cy="158661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Discovers and asexually reproduces any distinct and new variety of plant</a:t>
          </a:r>
        </a:p>
      </dsp:txBody>
      <dsp:txXfrm>
        <a:off x="4404640" y="724478"/>
        <a:ext cx="1930991" cy="1586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E49A57-252E-5856-0249-6E1EAAAF7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069BF-16CF-3C74-F2F3-606931B6C7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CCDF5-1267-5645-AE4B-2A75F94B291A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383E8-9CF2-B618-90AB-4456BAA66D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A6E49-8BEC-E6BD-7A2D-565CDA1425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8DCE6-73C3-6547-87E9-607ADF5AB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02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04B2-5B56-1C46-8F9D-E0702B1A86A5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60373-E21E-9E43-BB3A-0658B3FEE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986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08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198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06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485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27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22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43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5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49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D8DB9D91-12A9-6D85-5C4A-107079AA8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3"/>
            <a:ext cx="12192000" cy="6844631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C0596B2-8BCF-CDB9-86A8-E5F1D3BA8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4144617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 for Presentation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5FA1AF5-5DD9-B40B-465B-79A7653C5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550" y="5744152"/>
            <a:ext cx="4660900" cy="35022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Date xx, 202x</a:t>
            </a:r>
          </a:p>
        </p:txBody>
      </p:sp>
    </p:spTree>
    <p:extLst>
      <p:ext uri="{BB962C8B-B14F-4D97-AF65-F5344CB8AC3E}">
        <p14:creationId xmlns:p14="http://schemas.microsoft.com/office/powerpoint/2010/main" val="12167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600200"/>
            <a:ext cx="11277599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1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600200"/>
            <a:ext cx="5638800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D8FF0C6D-7B44-4491-2943-59A5D94A7B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99667" y="1593184"/>
            <a:ext cx="4935132" cy="3892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24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BA7C3E-9407-286B-C955-92021F6E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B1E25ED-196F-AD3E-730C-350C97EE9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49"/>
          <a:stretch/>
        </p:blipFill>
        <p:spPr>
          <a:xfrm>
            <a:off x="0" y="6684"/>
            <a:ext cx="6096000" cy="685131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3FDA9FC-5FAF-19E1-2999-FA81EB28D6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33" y="2772348"/>
            <a:ext cx="4702175" cy="1846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Long Title Goes Here</a:t>
            </a:r>
          </a:p>
          <a:p>
            <a:pPr lvl="0"/>
            <a:r>
              <a:rPr lang="en-US" dirty="0" err="1"/>
              <a:t>Xxxxxxx</a:t>
            </a:r>
            <a:endParaRPr lang="en-US" dirty="0"/>
          </a:p>
          <a:p>
            <a:pPr lvl="0"/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47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4A8D20-7863-7BFB-62B7-82573F4C0688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0061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6D25ECA-C5BA-AE0A-264F-72583C103F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515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CF72C4-98D7-9FF3-70FE-096C982889BD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BBB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995E"/>
              </a:highligh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88E2CF5-F61B-C587-8CED-45B374FC4C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1238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4A3350B-D6F5-E020-D657-C3F27D9B1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2"/>
            <a:ext cx="12199526" cy="6848856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7772414-34C0-529E-33AE-2D9DF25D31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2863661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Divider Title Slide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65473-E2AD-6245-4447-BAEF54B15394}"/>
              </a:ext>
            </a:extLst>
          </p:cNvPr>
          <p:cNvSpPr/>
          <p:nvPr userDrawn="1"/>
        </p:nvSpPr>
        <p:spPr>
          <a:xfrm>
            <a:off x="2428461" y="4275692"/>
            <a:ext cx="7335078" cy="99085"/>
          </a:xfrm>
          <a:prstGeom prst="rect">
            <a:avLst/>
          </a:prstGeom>
          <a:solidFill>
            <a:srgbClr val="006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2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23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86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57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665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79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8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99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65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94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632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64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51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72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2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86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1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9" r:id="rId3"/>
    <p:sldLayoutId id="2147483655" r:id="rId4"/>
    <p:sldLayoutId id="2147483658" r:id="rId5"/>
    <p:sldLayoutId id="2147483660" r:id="rId6"/>
    <p:sldLayoutId id="2147483649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rgbClr val="0000FF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council.org/ethical-hackin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cqu@fgcu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32AD01-B626-8541-DD34-941AFABB40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161824"/>
            <a:ext cx="12192000" cy="650141"/>
          </a:xfrm>
        </p:spPr>
        <p:txBody>
          <a:bodyPr/>
          <a:lstStyle/>
          <a:p>
            <a:r>
              <a:rPr lang="en-US" sz="4800" dirty="0"/>
              <a:t>CEN 3078 Computer Security</a:t>
            </a:r>
            <a:endParaRPr lang="en-US" sz="2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C5A7-CF21-681C-AD2A-CAFD76C83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705" y="5663508"/>
            <a:ext cx="6674590" cy="350227"/>
          </a:xfrm>
        </p:spPr>
        <p:txBody>
          <a:bodyPr/>
          <a:lstStyle/>
          <a:p>
            <a:r>
              <a:rPr lang="en-US" sz="2400" dirty="0"/>
              <a:t>Module 1 – Application and Network Analysis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55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7155FF-C31E-4AC6-BFFA-E46AF52F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9A1A663-AB5A-1C46-BB3F-DC91B87E167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758D06-223B-4ABB-B038-E5907DC0A6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21398-CE95-4290-A860-E1477BCE3728}"/>
              </a:ext>
            </a:extLst>
          </p:cNvPr>
          <p:cNvSpPr/>
          <p:nvPr/>
        </p:nvSpPr>
        <p:spPr>
          <a:xfrm>
            <a:off x="6623423" y="835662"/>
            <a:ext cx="485312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Network and application layers – security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Packet sniffing and spoofing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Intrusion detection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Legal and ethical issues</a:t>
            </a:r>
          </a:p>
        </p:txBody>
      </p:sp>
    </p:spTree>
    <p:extLst>
      <p:ext uri="{BB962C8B-B14F-4D97-AF65-F5344CB8AC3E}">
        <p14:creationId xmlns:p14="http://schemas.microsoft.com/office/powerpoint/2010/main" val="198799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15007"/>
            <a:ext cx="8229600" cy="902631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t"/>
          <a:lstStyle/>
          <a:p>
            <a:pPr>
              <a:defRPr/>
            </a:pPr>
            <a:r>
              <a:rPr lang="en-US" dirty="0">
                <a:cs typeface="+mj-cs"/>
              </a:rPr>
              <a:t>Cyber Crime and Forensic Evidence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6607" y="1417638"/>
            <a:ext cx="8229600" cy="46482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>
              <a:lnSpc>
                <a:spcPct val="80000"/>
              </a:lnSpc>
              <a:buNone/>
              <a:defRPr/>
            </a:pPr>
            <a:endParaRPr lang="en-US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Cybercrime</a:t>
            </a:r>
            <a:r>
              <a:rPr lang="en-US" dirty="0">
                <a:cs typeface="+mn-cs"/>
              </a:rPr>
              <a:t>, is a term used broadly to describe criminal activity in which computers or computer networks are a tool, a target, or a place of criminal activity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Forensic Evidence </a:t>
            </a:r>
            <a:r>
              <a:rPr lang="en-US" dirty="0">
                <a:cs typeface="+mn-cs"/>
              </a:rPr>
              <a:t>includes anything used in court to prove the validity or falsity of a statement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Cannot be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Hearsay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 (E.g. monitor 1 or 2 days and point fingers at attack sources)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Routine monitoring is hence vital</a:t>
            </a:r>
          </a:p>
          <a:p>
            <a:pPr lvl="2">
              <a:lnSpc>
                <a:spcPct val="80000"/>
              </a:lnSpc>
              <a:defRPr/>
            </a:pPr>
            <a:r>
              <a:rPr lang="en-US" dirty="0"/>
              <a:t>Promotes custody of regular records of cyber activity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/>
              <a:t>Has to present information beyond reasonable doubt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39824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Types of Cyber Crime</a:t>
            </a:r>
            <a:br>
              <a:rPr lang="en-US" sz="3200" dirty="0"/>
            </a:br>
            <a:r>
              <a:rPr lang="en-US" sz="2400" i="1" dirty="0"/>
              <a:t>(as per US Department of Justice categorization)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A9282-C7AF-D041-A778-03DB7C119DFE}"/>
              </a:ext>
            </a:extLst>
          </p:cNvPr>
          <p:cNvSpPr txBox="1"/>
          <p:nvPr/>
        </p:nvSpPr>
        <p:spPr>
          <a:xfrm>
            <a:off x="5002925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from crashes and reinitializations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13046-18B1-5F4A-B39A-6187BA35F3A3}"/>
              </a:ext>
            </a:extLst>
          </p:cNvPr>
          <p:cNvSpPr txBox="1"/>
          <p:nvPr/>
        </p:nvSpPr>
        <p:spPr>
          <a:xfrm>
            <a:off x="7656787" y="2377855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Self-monitor and detect intruder modification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581462F0-9800-0E4C-9413-1A93647B7B8E}"/>
              </a:ext>
            </a:extLst>
          </p:cNvPr>
          <p:cNvGraphicFramePr/>
          <p:nvPr/>
        </p:nvGraphicFramePr>
        <p:xfrm>
          <a:off x="1866899" y="1920765"/>
          <a:ext cx="8458200" cy="368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9639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Intellectual Property Infringement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A9282-C7AF-D041-A778-03DB7C119DFE}"/>
              </a:ext>
            </a:extLst>
          </p:cNvPr>
          <p:cNvSpPr txBox="1"/>
          <p:nvPr/>
        </p:nvSpPr>
        <p:spPr>
          <a:xfrm>
            <a:off x="5002925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from crashes and reinitializations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13046-18B1-5F4A-B39A-6187BA35F3A3}"/>
              </a:ext>
            </a:extLst>
          </p:cNvPr>
          <p:cNvSpPr txBox="1"/>
          <p:nvPr/>
        </p:nvSpPr>
        <p:spPr>
          <a:xfrm>
            <a:off x="7656787" y="2377855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Self-monitor and detect intruder modification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8240D-F367-F04C-920F-3DA94DDBF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434" y="3429000"/>
            <a:ext cx="3984442" cy="2954666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B44CFF65-CF5D-8B46-AEE9-48419CA0AB91}"/>
              </a:ext>
            </a:extLst>
          </p:cNvPr>
          <p:cNvSpPr txBox="1">
            <a:spLocks noChangeArrowheads="1"/>
          </p:cNvSpPr>
          <p:nvPr/>
        </p:nvSpPr>
        <p:spPr>
          <a:xfrm>
            <a:off x="1886606" y="1417638"/>
            <a:ext cx="4892566" cy="501469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b="1" dirty="0">
                <a:solidFill>
                  <a:prstClr val="black"/>
                </a:solidFill>
              </a:rPr>
              <a:t>Intellectual property</a:t>
            </a:r>
            <a:r>
              <a:rPr lang="en-US" dirty="0">
                <a:solidFill>
                  <a:prstClr val="black"/>
                </a:solidFill>
              </a:rPr>
              <a:t>: Any intangible asset that consists of human knowledge and ideas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Examples include software, data, novels, sound recordings, the design of a new type of mousetrap, or a cure for a disease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There are three main types of intellectual property for which legal protection is available: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Copyrights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Trademarks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patents</a:t>
            </a:r>
          </a:p>
        </p:txBody>
      </p:sp>
    </p:spTree>
    <p:extLst>
      <p:ext uri="{BB962C8B-B14F-4D97-AF65-F5344CB8AC3E}">
        <p14:creationId xmlns:p14="http://schemas.microsoft.com/office/powerpoint/2010/main" val="2144400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Copyright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A9282-C7AF-D041-A778-03DB7C119DFE}"/>
              </a:ext>
            </a:extLst>
          </p:cNvPr>
          <p:cNvSpPr txBox="1"/>
          <p:nvPr/>
        </p:nvSpPr>
        <p:spPr>
          <a:xfrm>
            <a:off x="5002925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from crashes and reinitializations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44CFF65-CF5D-8B46-AEE9-48419CA0AB91}"/>
              </a:ext>
            </a:extLst>
          </p:cNvPr>
          <p:cNvSpPr txBox="1">
            <a:spLocks noChangeArrowheads="1"/>
          </p:cNvSpPr>
          <p:nvPr/>
        </p:nvSpPr>
        <p:spPr>
          <a:xfrm>
            <a:off x="1886606" y="1417638"/>
            <a:ext cx="7877504" cy="501469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Protects tangible or fixed expression of an idea but not the idea itself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Creator can claim and file copyright at a national government copyright office if: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Proposed work is original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Creator has put original idea in concrete form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987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Patent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A9282-C7AF-D041-A778-03DB7C119DFE}"/>
              </a:ext>
            </a:extLst>
          </p:cNvPr>
          <p:cNvSpPr txBox="1"/>
          <p:nvPr/>
        </p:nvSpPr>
        <p:spPr>
          <a:xfrm>
            <a:off x="5002925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from crashes and reinitializations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44CFF65-CF5D-8B46-AEE9-48419CA0AB91}"/>
              </a:ext>
            </a:extLst>
          </p:cNvPr>
          <p:cNvSpPr txBox="1">
            <a:spLocks noChangeArrowheads="1"/>
          </p:cNvSpPr>
          <p:nvPr/>
        </p:nvSpPr>
        <p:spPr>
          <a:xfrm>
            <a:off x="1859280" y="1345323"/>
            <a:ext cx="7877504" cy="3332362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Grant a property right to the inventor</a:t>
            </a:r>
            <a:br>
              <a:rPr lang="en-US" dirty="0">
                <a:solidFill>
                  <a:prstClr val="black"/>
                </a:solidFill>
              </a:rPr>
            </a:b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“The right to exclude others from making, using, offering for sale, or selling” the invention in the United States or “importing” the invention into the United States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700" dirty="0">
                <a:solidFill>
                  <a:prstClr val="black"/>
                </a:solidFill>
              </a:rPr>
              <a:t>An example of a patent from the computer security realm is the RSA public-key cryptosystem; from the time it was granted in 1983 until the patent expired in 2000, the patent holder, RSA Security, was entitled to receive a fee for each implementation of RSA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endParaRPr lang="en-US" sz="1700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Types: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A891238-B0D9-4A4D-85C8-F142C6E05D2E}"/>
              </a:ext>
            </a:extLst>
          </p:cNvPr>
          <p:cNvGraphicFramePr/>
          <p:nvPr/>
        </p:nvGraphicFramePr>
        <p:xfrm>
          <a:off x="2806262" y="4074155"/>
          <a:ext cx="6337612" cy="2545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3535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Trademark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44CFF65-CF5D-8B46-AEE9-48419CA0AB91}"/>
              </a:ext>
            </a:extLst>
          </p:cNvPr>
          <p:cNvSpPr txBox="1">
            <a:spLocks noChangeArrowheads="1"/>
          </p:cNvSpPr>
          <p:nvPr/>
        </p:nvSpPr>
        <p:spPr>
          <a:xfrm>
            <a:off x="1953873" y="1660634"/>
            <a:ext cx="7877504" cy="4232366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A word, name, symbol, or device 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Used in trade with goods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Indicates source of goods 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Distinguishes them from goods of others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Trademark rights may be used to: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Prevent others from using a confusingly similar mark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solidFill>
                  <a:prstClr val="black"/>
                </a:solidFill>
              </a:rPr>
              <a:t>But not to prevent others from making the same goods or from selling the same goods or services under a clearly different mark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85FF9-D24C-DE4F-B936-C990793FC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114" y="1547905"/>
            <a:ext cx="2186150" cy="195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8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Privacy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44CFF65-CF5D-8B46-AEE9-48419CA0AB91}"/>
              </a:ext>
            </a:extLst>
          </p:cNvPr>
          <p:cNvSpPr txBox="1">
            <a:spLocks noChangeArrowheads="1"/>
          </p:cNvSpPr>
          <p:nvPr/>
        </p:nvSpPr>
        <p:spPr>
          <a:xfrm>
            <a:off x="1963498" y="2603357"/>
            <a:ext cx="7877504" cy="404922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2000" dirty="0">
                <a:cs typeface="+mn-cs"/>
              </a:rPr>
              <a:t>Overlaps with computer security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cs typeface="+mn-cs"/>
              </a:rPr>
              <a:t>Dramatic increase in scale of information collected and stored</a:t>
            </a:r>
          </a:p>
          <a:p>
            <a:pPr lvl="1">
              <a:lnSpc>
                <a:spcPct val="80000"/>
              </a:lnSpc>
              <a:defRPr/>
            </a:pPr>
            <a:r>
              <a:rPr lang="en-US" sz="1800" dirty="0">
                <a:cs typeface="+mn-cs"/>
              </a:rPr>
              <a:t>Data-intensive research, Modeling &amp; Simulation, IoT, Social Networks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cs typeface="+mn-cs"/>
              </a:rPr>
              <a:t>Motivated by law enforcement, national security, economic incentives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cs typeface="+mn-cs"/>
              </a:rPr>
              <a:t>Individuals have become increasingly aware of access and use of personal information and private details about their lives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cs typeface="+mn-cs"/>
              </a:rPr>
              <a:t>Concerns about extent of privacy compromise have led to a variety of legal and technical approaches to reinforcing privacy rights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A738BD-D561-1A4D-91E2-DCECE30D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068" y="981405"/>
            <a:ext cx="2529052" cy="1416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EEEC13-E4A1-584A-9C4B-9F51B068663C}"/>
              </a:ext>
            </a:extLst>
          </p:cNvPr>
          <p:cNvSpPr/>
          <p:nvPr/>
        </p:nvSpPr>
        <p:spPr>
          <a:xfrm>
            <a:off x="1215992" y="1375698"/>
            <a:ext cx="67689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Assures that individuals control or influence what information related to them may be collected and stored and by whom and to whom that information may be disclosed</a:t>
            </a:r>
          </a:p>
        </p:txBody>
      </p:sp>
    </p:spTree>
    <p:extLst>
      <p:ext uri="{BB962C8B-B14F-4D97-AF65-F5344CB8AC3E}">
        <p14:creationId xmlns:p14="http://schemas.microsoft.com/office/powerpoint/2010/main" val="1123383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Privacy Protection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14D9A-2ED0-134A-B542-045A5535244C}"/>
              </a:ext>
            </a:extLst>
          </p:cNvPr>
          <p:cNvSpPr/>
          <p:nvPr/>
        </p:nvSpPr>
        <p:spPr>
          <a:xfrm>
            <a:off x="2092830" y="1228050"/>
            <a:ext cx="823989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Both 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policy and technical approaches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needed to protect privacy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terms of technical approaches, the requirements for privacy protection for data stored on information systems can be addresses in part using the technical mechanisms developed for database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 regard to social media sites, technical controls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provision of suitable privacy settings to manage who can view data on individuals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Notification when one individual is referenced or tagged in another’s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Although social media sites include some form of these controls, they are constantly changing, causing frustration for users who are trying to keep up with these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Another approach for managing privacy concerns in big data analysis is to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anonymize the data, removing any personally identifying information before release to researchers or other organizations for analysis</a:t>
            </a: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08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9"/>
            <a:ext cx="8351520" cy="846591"/>
          </a:xfrm>
        </p:spPr>
        <p:txBody>
          <a:bodyPr>
            <a:normAutofit/>
          </a:bodyPr>
          <a:lstStyle/>
          <a:p>
            <a:r>
              <a:rPr lang="en-US" sz="3200" dirty="0"/>
              <a:t>Data Privacy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14D9A-2ED0-134A-B542-045A5535244C}"/>
              </a:ext>
            </a:extLst>
          </p:cNvPr>
          <p:cNvSpPr/>
          <p:nvPr/>
        </p:nvSpPr>
        <p:spPr>
          <a:xfrm>
            <a:off x="2061639" y="1020267"/>
            <a:ext cx="82398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terms of policy, guidelines are needed to manage the use and reuse of big data, ensuring suitable constraints are imposed in order to preserve privacy:</a:t>
            </a: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Ensuring participants can make informed decisions about their participation in the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Privacy and confidentiality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Privacy is the control that individuals have over who can access their personal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Confidentiality is the principle that only authorized persons should have access to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Ownership and authorship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Addresses who has responsibility for the data, and at what point does an individual give up their right to control their personal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Data sharing – assessing the social benefits of research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social benefits that result from data matching and reuse of data from one source or research project in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Governance and custodianship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Oversight and implementation of the management, organization, access, and preservation of digital data</a:t>
            </a:r>
          </a:p>
        </p:txBody>
      </p:sp>
    </p:spTree>
    <p:extLst>
      <p:ext uri="{BB962C8B-B14F-4D97-AF65-F5344CB8AC3E}">
        <p14:creationId xmlns:p14="http://schemas.microsoft.com/office/powerpoint/2010/main" val="2530690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9"/>
            <a:ext cx="8351520" cy="846591"/>
          </a:xfrm>
        </p:spPr>
        <p:txBody>
          <a:bodyPr>
            <a:normAutofit/>
          </a:bodyPr>
          <a:lstStyle/>
          <a:p>
            <a:r>
              <a:rPr lang="en-US" sz="3200" dirty="0"/>
              <a:t>Ethical Issues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14D9A-2ED0-134A-B542-045A5535244C}"/>
              </a:ext>
            </a:extLst>
          </p:cNvPr>
          <p:cNvSpPr/>
          <p:nvPr/>
        </p:nvSpPr>
        <p:spPr>
          <a:xfrm>
            <a:off x="1976055" y="1303296"/>
            <a:ext cx="82398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Ethics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“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system of moral principles that relates to the benefits and harms of particular actions, and to the rightness and wrongness of motives and ends of those actions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potential misuses and abuses of information and electronic communication that create privacy and security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ethical principles developed by civilizations apply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Unique considerations surrounding computers and information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Scale of activities not possible before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Creation of new types of entities for which no agreed ethical rules have previously been 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18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9"/>
            <a:ext cx="8351520" cy="846591"/>
          </a:xfrm>
        </p:spPr>
        <p:txBody>
          <a:bodyPr>
            <a:normAutofit/>
          </a:bodyPr>
          <a:lstStyle/>
          <a:p>
            <a:r>
              <a:rPr lang="en-US" sz="3200" dirty="0"/>
              <a:t>Ethical Hacking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C9F1E3-97D7-A946-B637-AC20ADE1C775}"/>
              </a:ext>
            </a:extLst>
          </p:cNvPr>
          <p:cNvSpPr txBox="1">
            <a:spLocks noChangeArrowheads="1"/>
          </p:cNvSpPr>
          <p:nvPr/>
        </p:nvSpPr>
        <p:spPr>
          <a:xfrm>
            <a:off x="2068286" y="1012371"/>
            <a:ext cx="8033657" cy="5442858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  <a:defRPr/>
            </a:pPr>
            <a:endParaRPr lang="en-US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Ethical hackers learn and perform hacking in a professional manner, based on the direction of the client, and later, present a maturity scorecard highlighting their overall risk and vulnerabilities and suggestions to improve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New worms, malware, viruses, and ransomware are multiplying every day and creating a need for ethical hacking services to safeguard the networks of businesses, government agencies or defense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dirty="0">
              <a:cs typeface="+mn-cs"/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An Ethical Hacker answers the following questions: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What kind of vulnerabilities does an attacker see?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What information or system would a hacker most want access?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What can an attacker do with the information?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How many people notice the attempted hack?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What is the best way to fix the vulnerability?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841A6-7B8F-B04A-B0E8-EA4329A4EF01}"/>
              </a:ext>
            </a:extLst>
          </p:cNvPr>
          <p:cNvSpPr/>
          <p:nvPr/>
        </p:nvSpPr>
        <p:spPr>
          <a:xfrm>
            <a:off x="4023727" y="6270563"/>
            <a:ext cx="4455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https://www.eccouncil.org/ethical-hacking/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958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00B632-AAC8-470D-9DA7-990C3D58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13AC3-B25C-451D-9BEA-FFCE3152E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Network, IoT, and Cybersecurity Lab </a:t>
            </a:r>
          </a:p>
          <a:p>
            <a:r>
              <a:rPr lang="en-US" dirty="0"/>
              <a:t>(</a:t>
            </a:r>
            <a:r>
              <a:rPr lang="en-US" dirty="0" err="1"/>
              <a:t>EagleCyberNest</a:t>
            </a:r>
            <a:r>
              <a:rPr lang="en-US" dirty="0"/>
              <a:t> @ HE 303)</a:t>
            </a:r>
          </a:p>
          <a:p>
            <a:r>
              <a:rPr lang="en-US" dirty="0"/>
              <a:t>Is Hiring!!!</a:t>
            </a:r>
          </a:p>
        </p:txBody>
      </p:sp>
    </p:spTree>
    <p:extLst>
      <p:ext uri="{BB962C8B-B14F-4D97-AF65-F5344CB8AC3E}">
        <p14:creationId xmlns:p14="http://schemas.microsoft.com/office/powerpoint/2010/main" val="4038715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9C1A1-85F3-42CE-B63E-B7A93FE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1AAEAD-496F-4A52-91C4-3DCF0B294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Network, IoT, and Cybersecurity Research Lab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0D9498-2241-4E84-8885-D0ACA124AD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We’re the 1</a:t>
            </a:r>
            <a:r>
              <a:rPr lang="en-US" baseline="30000" dirty="0"/>
              <a:t>st</a:t>
            </a:r>
            <a:r>
              <a:rPr lang="en-US" dirty="0"/>
              <a:t> student research lab focus on network and cybersecurity in the computing and software engineering department!!!</a:t>
            </a:r>
          </a:p>
          <a:p>
            <a:r>
              <a:rPr lang="en-US" dirty="0"/>
              <a:t>This research job counts for FGCU service-learning hours!</a:t>
            </a:r>
          </a:p>
          <a:p>
            <a:r>
              <a:rPr lang="en-US" dirty="0"/>
              <a:t>We have tons of network devices and resources (e.g., routers, switches, racks, high-speed network)!!!</a:t>
            </a:r>
          </a:p>
          <a:p>
            <a:r>
              <a:rPr lang="en-US" dirty="0"/>
              <a:t>We even have drones!</a:t>
            </a:r>
          </a:p>
          <a:p>
            <a:r>
              <a:rPr lang="en-US" dirty="0"/>
              <a:t>Come and join us! Email your resume now! </a:t>
            </a:r>
            <a:r>
              <a:rPr lang="en-US" dirty="0">
                <a:hlinkClick r:id="rId2"/>
              </a:rPr>
              <a:t>cqu@fgcu.edu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755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GCU 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1310</Words>
  <Application>Microsoft Office PowerPoint</Application>
  <PresentationFormat>Widescreen</PresentationFormat>
  <Paragraphs>175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1_Office Theme</vt:lpstr>
      <vt:lpstr>PowerPoint Presentation</vt:lpstr>
      <vt:lpstr>PowerPoint Presentation</vt:lpstr>
      <vt:lpstr>Cyber Crime and Forensic Evidence</vt:lpstr>
      <vt:lpstr>Types of Cyber Crime (as per US Department of Justice categorization)</vt:lpstr>
      <vt:lpstr>Intellectual Property Infringement</vt:lpstr>
      <vt:lpstr>Copyright</vt:lpstr>
      <vt:lpstr>Patent</vt:lpstr>
      <vt:lpstr>Trademark</vt:lpstr>
      <vt:lpstr>Privacy</vt:lpstr>
      <vt:lpstr>Privacy Protection</vt:lpstr>
      <vt:lpstr>Data Privacy</vt:lpstr>
      <vt:lpstr>Ethical Issues</vt:lpstr>
      <vt:lpstr>Ethical Hacking</vt:lpstr>
      <vt:lpstr>PowerPoint Presentation</vt:lpstr>
      <vt:lpstr>Network, IoT, and Cybersecurity Research Lab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Patterson, Maria</dc:creator>
  <cp:lastModifiedBy>Qu, Chengyi</cp:lastModifiedBy>
  <cp:revision>30</cp:revision>
  <dcterms:created xsi:type="dcterms:W3CDTF">2022-11-16T16:52:58Z</dcterms:created>
  <dcterms:modified xsi:type="dcterms:W3CDTF">2024-01-23T16:08:58Z</dcterms:modified>
</cp:coreProperties>
</file>